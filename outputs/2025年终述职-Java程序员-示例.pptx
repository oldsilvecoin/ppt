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ableStyles" Target="tableStyles.xml"/><Relationship Id="rId34" Type="http://schemas.openxmlformats.org/officeDocument/2006/relationships/commentAuthors" Target="commentAuthors.xml"/><Relationship Id="rId35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01742F-BF78-4C63-9CE0-9B994B61813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43554-B6AC-46AE-9DD4-171129B326D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01742F-BF78-4C63-9CE0-9B994B6181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43554-B6AC-46AE-9DD4-171129B326D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43554-B6AC-46AE-9DD4-171129B326D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43554-B6AC-46AE-9DD4-171129B326D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43554-B6AC-46AE-9DD4-171129B326D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43554-B6AC-46AE-9DD4-171129B326D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43554-B6AC-46AE-9DD4-171129B326D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43554-B6AC-46AE-9DD4-171129B326D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43554-B6AC-46AE-9DD4-171129B326D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43554-B6AC-46AE-9DD4-171129B326D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01742F-BF78-4C63-9CE0-9B994B61813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2.xml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3.xm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BD44-D93A-4243-B58B-9A4E2093E1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5A698-A24B-4E93-965E-C7EF6479D6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BD44-D93A-4243-B58B-9A4E2093E1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5A698-A24B-4E93-965E-C7EF6479D6E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 descr="中科云清LOGO-蓝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8780" y="0"/>
            <a:ext cx="2903220" cy="930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子陵职场PP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子陵职场P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-4"/>
          <p:cNvSpPr/>
          <p:nvPr userDrawn="1"/>
        </p:nvSpPr>
        <p:spPr>
          <a:xfrm>
            <a:off x="-9891" y="-4546"/>
            <a:ext cx="12211781" cy="686254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37000">
                <a:schemeClr val="accent1">
                  <a:lumMod val="7000"/>
                  <a:lumOff val="9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cxnSp>
        <p:nvCxnSpPr>
          <p:cNvPr id="16" name="子陵职场PPT-3"/>
          <p:cNvCxnSpPr/>
          <p:nvPr userDrawn="1">
            <p:custDataLst>
              <p:tags r:id="rId2"/>
            </p:custDataLst>
          </p:nvPr>
        </p:nvCxnSpPr>
        <p:spPr>
          <a:xfrm>
            <a:off x="297563" y="758014"/>
            <a:ext cx="11775440" cy="0"/>
          </a:xfrm>
          <a:prstGeom prst="line">
            <a:avLst/>
          </a:prstGeom>
          <a:gradFill flip="none" rotWithShape="1">
            <a:gsLst>
              <a:gs pos="0">
                <a:srgbClr val="E6564F"/>
              </a:gs>
              <a:gs pos="70000">
                <a:srgbClr val="D12A22"/>
              </a:gs>
            </a:gsLst>
            <a:lin ang="5400000" scaled="1"/>
            <a:tileRect/>
          </a:gradFill>
          <a:ln w="38100">
            <a:gradFill>
              <a:gsLst>
                <a:gs pos="0">
                  <a:schemeClr val="accent1"/>
                </a:gs>
                <a:gs pos="87000">
                  <a:schemeClr val="accent1">
                    <a:alpha val="1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子陵职场PPT-2"/>
          <p:cNvSpPr>
            <a:spLocks noGrp="1"/>
          </p:cNvSpPr>
          <p:nvPr>
            <p:ph type="title"/>
          </p:nvPr>
        </p:nvSpPr>
        <p:spPr>
          <a:xfrm>
            <a:off x="842010" y="241935"/>
            <a:ext cx="4964430" cy="589280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b="1" kern="1200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80000"/>
                        <a:lumOff val="20000"/>
                      </a:schemeClr>
                    </a:gs>
                  </a:gsLst>
                  <a:lin ang="0" scaled="0"/>
                </a:gradFill>
                <a:effectLst/>
                <a:latin typeface="+mj-ea"/>
                <a:ea typeface="+mj-ea"/>
                <a:cs typeface="HarmonyOS Sans SC" panose="000005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8948" name="子陵职场PPT-1"/>
          <p:cNvGrpSpPr/>
          <p:nvPr userDrawn="1"/>
        </p:nvGrpSpPr>
        <p:grpSpPr>
          <a:xfrm>
            <a:off x="353060" y="321945"/>
            <a:ext cx="436245" cy="334645"/>
            <a:chOff x="4774321" y="2479767"/>
            <a:chExt cx="348844" cy="267470"/>
          </a:xfrm>
          <a:gradFill>
            <a:gsLst>
              <a:gs pos="100000">
                <a:schemeClr val="accent3"/>
              </a:gs>
              <a:gs pos="55000">
                <a:schemeClr val="accent1"/>
              </a:gs>
            </a:gsLst>
            <a:lin ang="16200000" scaled="0"/>
          </a:gradFill>
        </p:grpSpPr>
        <p:sp>
          <p:nvSpPr>
            <p:cNvPr id="8949" name="Google Shape;8949;p86"/>
            <p:cNvSpPr/>
            <p:nvPr/>
          </p:nvSpPr>
          <p:spPr>
            <a:xfrm>
              <a:off x="4958787" y="2479767"/>
              <a:ext cx="164378" cy="227915"/>
            </a:xfrm>
            <a:custGeom>
              <a:avLst/>
              <a:gdLst/>
              <a:ahLst/>
              <a:cxnLst/>
              <a:rect l="l" t="t" r="r" b="b"/>
              <a:pathLst>
                <a:path w="5050" h="7002" extrusionOk="0">
                  <a:moveTo>
                    <a:pt x="3883" y="1405"/>
                  </a:moveTo>
                  <a:lnTo>
                    <a:pt x="3883" y="2024"/>
                  </a:lnTo>
                  <a:lnTo>
                    <a:pt x="1192" y="2024"/>
                  </a:lnTo>
                  <a:lnTo>
                    <a:pt x="1192" y="1405"/>
                  </a:lnTo>
                  <a:close/>
                  <a:moveTo>
                    <a:pt x="3883" y="2834"/>
                  </a:moveTo>
                  <a:lnTo>
                    <a:pt x="3883" y="3429"/>
                  </a:lnTo>
                  <a:lnTo>
                    <a:pt x="1192" y="3429"/>
                  </a:lnTo>
                  <a:lnTo>
                    <a:pt x="1192" y="2834"/>
                  </a:lnTo>
                  <a:close/>
                  <a:moveTo>
                    <a:pt x="3883" y="4239"/>
                  </a:moveTo>
                  <a:lnTo>
                    <a:pt x="3883" y="4858"/>
                  </a:lnTo>
                  <a:lnTo>
                    <a:pt x="1192" y="4858"/>
                  </a:lnTo>
                  <a:lnTo>
                    <a:pt x="1192" y="4239"/>
                  </a:lnTo>
                  <a:close/>
                  <a:moveTo>
                    <a:pt x="1597" y="0"/>
                  </a:moveTo>
                  <a:cubicBezTo>
                    <a:pt x="715" y="0"/>
                    <a:pt x="1" y="715"/>
                    <a:pt x="1" y="1596"/>
                  </a:cubicBezTo>
                  <a:lnTo>
                    <a:pt x="1" y="7002"/>
                  </a:lnTo>
                  <a:cubicBezTo>
                    <a:pt x="430" y="6549"/>
                    <a:pt x="1001" y="6311"/>
                    <a:pt x="1597" y="6311"/>
                  </a:cubicBezTo>
                  <a:lnTo>
                    <a:pt x="5050" y="6311"/>
                  </a:lnTo>
                  <a:lnTo>
                    <a:pt x="5050" y="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0" name="Google Shape;8950;p86"/>
            <p:cNvSpPr/>
            <p:nvPr/>
          </p:nvSpPr>
          <p:spPr>
            <a:xfrm>
              <a:off x="4774321" y="2479767"/>
              <a:ext cx="164345" cy="227134"/>
            </a:xfrm>
            <a:custGeom>
              <a:avLst/>
              <a:gdLst/>
              <a:ahLst/>
              <a:cxnLst/>
              <a:rect l="l" t="t" r="r" b="b"/>
              <a:pathLst>
                <a:path w="5049" h="6978" extrusionOk="0">
                  <a:moveTo>
                    <a:pt x="3882" y="1405"/>
                  </a:moveTo>
                  <a:lnTo>
                    <a:pt x="3882" y="2024"/>
                  </a:lnTo>
                  <a:lnTo>
                    <a:pt x="1191" y="2024"/>
                  </a:lnTo>
                  <a:lnTo>
                    <a:pt x="1191" y="1405"/>
                  </a:lnTo>
                  <a:close/>
                  <a:moveTo>
                    <a:pt x="3882" y="2834"/>
                  </a:moveTo>
                  <a:lnTo>
                    <a:pt x="3882" y="3429"/>
                  </a:lnTo>
                  <a:lnTo>
                    <a:pt x="1191" y="3429"/>
                  </a:lnTo>
                  <a:lnTo>
                    <a:pt x="1191" y="2834"/>
                  </a:lnTo>
                  <a:close/>
                  <a:moveTo>
                    <a:pt x="3882" y="4239"/>
                  </a:moveTo>
                  <a:lnTo>
                    <a:pt x="3882" y="4858"/>
                  </a:lnTo>
                  <a:lnTo>
                    <a:pt x="1191" y="4858"/>
                  </a:lnTo>
                  <a:lnTo>
                    <a:pt x="1191" y="4239"/>
                  </a:lnTo>
                  <a:close/>
                  <a:moveTo>
                    <a:pt x="0" y="0"/>
                  </a:moveTo>
                  <a:lnTo>
                    <a:pt x="0" y="6287"/>
                  </a:lnTo>
                  <a:lnTo>
                    <a:pt x="3453" y="6287"/>
                  </a:lnTo>
                  <a:cubicBezTo>
                    <a:pt x="4049" y="6311"/>
                    <a:pt x="4620" y="6549"/>
                    <a:pt x="5049" y="6978"/>
                  </a:cubicBezTo>
                  <a:lnTo>
                    <a:pt x="5049" y="1596"/>
                  </a:lnTo>
                  <a:cubicBezTo>
                    <a:pt x="5049" y="715"/>
                    <a:pt x="4334" y="0"/>
                    <a:pt x="3453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1" name="Google Shape;8951;p86"/>
            <p:cNvSpPr/>
            <p:nvPr/>
          </p:nvSpPr>
          <p:spPr>
            <a:xfrm>
              <a:off x="4961131" y="2705345"/>
              <a:ext cx="162034" cy="41892"/>
            </a:xfrm>
            <a:custGeom>
              <a:avLst/>
              <a:gdLst/>
              <a:ahLst/>
              <a:cxnLst/>
              <a:rect l="l" t="t" r="r" b="b"/>
              <a:pathLst>
                <a:path w="4978" h="1287" extrusionOk="0">
                  <a:moveTo>
                    <a:pt x="1548" y="0"/>
                  </a:moveTo>
                  <a:cubicBezTo>
                    <a:pt x="786" y="0"/>
                    <a:pt x="143" y="524"/>
                    <a:pt x="0" y="1286"/>
                  </a:cubicBezTo>
                  <a:lnTo>
                    <a:pt x="4978" y="1286"/>
                  </a:lnTo>
                  <a:lnTo>
                    <a:pt x="4978" y="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2" name="Google Shape;8952;p86"/>
            <p:cNvSpPr/>
            <p:nvPr/>
          </p:nvSpPr>
          <p:spPr>
            <a:xfrm>
              <a:off x="4774321" y="2705345"/>
              <a:ext cx="162034" cy="41892"/>
            </a:xfrm>
            <a:custGeom>
              <a:avLst/>
              <a:gdLst/>
              <a:ahLst/>
              <a:cxnLst/>
              <a:rect l="l" t="t" r="r" b="b"/>
              <a:pathLst>
                <a:path w="4978" h="1287" extrusionOk="0">
                  <a:moveTo>
                    <a:pt x="0" y="0"/>
                  </a:moveTo>
                  <a:lnTo>
                    <a:pt x="0" y="1286"/>
                  </a:lnTo>
                  <a:lnTo>
                    <a:pt x="4977" y="1286"/>
                  </a:lnTo>
                  <a:cubicBezTo>
                    <a:pt x="4834" y="524"/>
                    <a:pt x="4191" y="0"/>
                    <a:pt x="3429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</p:grpSp>
      <p:pic>
        <p:nvPicPr>
          <p:cNvPr id="9" name="图片 8" descr="中科云清LOGO-蓝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34120" y="71755"/>
            <a:ext cx="2903220" cy="930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子陵职场PP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  <a:tint val="82000"/>
                  </a:schemeClr>
                </a:solidFill>
              </a:defRPr>
            </a:lvl1pPr>
          </a:lstStyle>
          <a:p>
            <a:fld id="{1E89DF2E-0235-42CA-A6B4-8584AC42DC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  <a:tint val="82000"/>
                  </a:schemeClr>
                </a:solidFill>
              </a:defRPr>
            </a:lvl1pPr>
          </a:lstStyle>
          <a:p>
            <a:fld id="{2962B124-AFD5-4D1B-B714-4DE6810165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子陵职场P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-4"/>
          <p:cNvSpPr/>
          <p:nvPr userDrawn="1"/>
        </p:nvSpPr>
        <p:spPr>
          <a:xfrm>
            <a:off x="-9891" y="-4546"/>
            <a:ext cx="12211781" cy="686254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37000">
                <a:schemeClr val="accent1">
                  <a:lumMod val="7000"/>
                  <a:lumOff val="9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cxnSp>
        <p:nvCxnSpPr>
          <p:cNvPr id="16" name="子陵职场PPT-3"/>
          <p:cNvCxnSpPr/>
          <p:nvPr userDrawn="1">
            <p:custDataLst>
              <p:tags r:id="rId2"/>
            </p:custDataLst>
          </p:nvPr>
        </p:nvCxnSpPr>
        <p:spPr>
          <a:xfrm>
            <a:off x="297563" y="758014"/>
            <a:ext cx="11775440" cy="0"/>
          </a:xfrm>
          <a:prstGeom prst="line">
            <a:avLst/>
          </a:prstGeom>
          <a:gradFill flip="none" rotWithShape="1">
            <a:gsLst>
              <a:gs pos="0">
                <a:srgbClr val="E6564F"/>
              </a:gs>
              <a:gs pos="70000">
                <a:srgbClr val="D12A22"/>
              </a:gs>
            </a:gsLst>
            <a:lin ang="5400000" scaled="1"/>
            <a:tileRect/>
          </a:gradFill>
          <a:ln w="38100">
            <a:gradFill>
              <a:gsLst>
                <a:gs pos="0">
                  <a:schemeClr val="accent1"/>
                </a:gs>
                <a:gs pos="87000">
                  <a:schemeClr val="accent1">
                    <a:alpha val="1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子陵职场PPT-2"/>
          <p:cNvSpPr>
            <a:spLocks noGrp="1"/>
          </p:cNvSpPr>
          <p:nvPr>
            <p:ph type="title"/>
          </p:nvPr>
        </p:nvSpPr>
        <p:spPr>
          <a:xfrm>
            <a:off x="842010" y="241935"/>
            <a:ext cx="4964430" cy="589280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b="1" kern="1200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80000"/>
                        <a:lumOff val="20000"/>
                      </a:schemeClr>
                    </a:gs>
                  </a:gsLst>
                  <a:lin ang="0" scaled="0"/>
                </a:gradFill>
                <a:effectLst/>
                <a:latin typeface="+mj-ea"/>
                <a:ea typeface="+mj-ea"/>
                <a:cs typeface="HarmonyOS Sans SC" panose="000005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8948" name="子陵职场PPT-1"/>
          <p:cNvGrpSpPr/>
          <p:nvPr userDrawn="1"/>
        </p:nvGrpSpPr>
        <p:grpSpPr>
          <a:xfrm>
            <a:off x="353060" y="321945"/>
            <a:ext cx="436245" cy="334645"/>
            <a:chOff x="4774321" y="2479767"/>
            <a:chExt cx="348844" cy="267470"/>
          </a:xfrm>
          <a:gradFill>
            <a:gsLst>
              <a:gs pos="100000">
                <a:schemeClr val="accent3"/>
              </a:gs>
              <a:gs pos="55000">
                <a:schemeClr val="accent1"/>
              </a:gs>
            </a:gsLst>
            <a:lin ang="16200000" scaled="0"/>
          </a:gradFill>
        </p:grpSpPr>
        <p:sp>
          <p:nvSpPr>
            <p:cNvPr id="8949" name="Google Shape;8949;p86"/>
            <p:cNvSpPr/>
            <p:nvPr/>
          </p:nvSpPr>
          <p:spPr>
            <a:xfrm>
              <a:off x="4958787" y="2479767"/>
              <a:ext cx="164378" cy="227915"/>
            </a:xfrm>
            <a:custGeom>
              <a:avLst/>
              <a:gdLst/>
              <a:ahLst/>
              <a:cxnLst/>
              <a:rect l="l" t="t" r="r" b="b"/>
              <a:pathLst>
                <a:path w="5050" h="7002" extrusionOk="0">
                  <a:moveTo>
                    <a:pt x="3883" y="1405"/>
                  </a:moveTo>
                  <a:lnTo>
                    <a:pt x="3883" y="2024"/>
                  </a:lnTo>
                  <a:lnTo>
                    <a:pt x="1192" y="2024"/>
                  </a:lnTo>
                  <a:lnTo>
                    <a:pt x="1192" y="1405"/>
                  </a:lnTo>
                  <a:close/>
                  <a:moveTo>
                    <a:pt x="3883" y="2834"/>
                  </a:moveTo>
                  <a:lnTo>
                    <a:pt x="3883" y="3429"/>
                  </a:lnTo>
                  <a:lnTo>
                    <a:pt x="1192" y="3429"/>
                  </a:lnTo>
                  <a:lnTo>
                    <a:pt x="1192" y="2834"/>
                  </a:lnTo>
                  <a:close/>
                  <a:moveTo>
                    <a:pt x="3883" y="4239"/>
                  </a:moveTo>
                  <a:lnTo>
                    <a:pt x="3883" y="4858"/>
                  </a:lnTo>
                  <a:lnTo>
                    <a:pt x="1192" y="4858"/>
                  </a:lnTo>
                  <a:lnTo>
                    <a:pt x="1192" y="4239"/>
                  </a:lnTo>
                  <a:close/>
                  <a:moveTo>
                    <a:pt x="1597" y="0"/>
                  </a:moveTo>
                  <a:cubicBezTo>
                    <a:pt x="715" y="0"/>
                    <a:pt x="1" y="715"/>
                    <a:pt x="1" y="1596"/>
                  </a:cubicBezTo>
                  <a:lnTo>
                    <a:pt x="1" y="7002"/>
                  </a:lnTo>
                  <a:cubicBezTo>
                    <a:pt x="430" y="6549"/>
                    <a:pt x="1001" y="6311"/>
                    <a:pt x="1597" y="6311"/>
                  </a:cubicBezTo>
                  <a:lnTo>
                    <a:pt x="5050" y="6311"/>
                  </a:lnTo>
                  <a:lnTo>
                    <a:pt x="5050" y="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0" name="Google Shape;8950;p86"/>
            <p:cNvSpPr/>
            <p:nvPr/>
          </p:nvSpPr>
          <p:spPr>
            <a:xfrm>
              <a:off x="4774321" y="2479767"/>
              <a:ext cx="164345" cy="227134"/>
            </a:xfrm>
            <a:custGeom>
              <a:avLst/>
              <a:gdLst/>
              <a:ahLst/>
              <a:cxnLst/>
              <a:rect l="l" t="t" r="r" b="b"/>
              <a:pathLst>
                <a:path w="5049" h="6978" extrusionOk="0">
                  <a:moveTo>
                    <a:pt x="3882" y="1405"/>
                  </a:moveTo>
                  <a:lnTo>
                    <a:pt x="3882" y="2024"/>
                  </a:lnTo>
                  <a:lnTo>
                    <a:pt x="1191" y="2024"/>
                  </a:lnTo>
                  <a:lnTo>
                    <a:pt x="1191" y="1405"/>
                  </a:lnTo>
                  <a:close/>
                  <a:moveTo>
                    <a:pt x="3882" y="2834"/>
                  </a:moveTo>
                  <a:lnTo>
                    <a:pt x="3882" y="3429"/>
                  </a:lnTo>
                  <a:lnTo>
                    <a:pt x="1191" y="3429"/>
                  </a:lnTo>
                  <a:lnTo>
                    <a:pt x="1191" y="2834"/>
                  </a:lnTo>
                  <a:close/>
                  <a:moveTo>
                    <a:pt x="3882" y="4239"/>
                  </a:moveTo>
                  <a:lnTo>
                    <a:pt x="3882" y="4858"/>
                  </a:lnTo>
                  <a:lnTo>
                    <a:pt x="1191" y="4858"/>
                  </a:lnTo>
                  <a:lnTo>
                    <a:pt x="1191" y="4239"/>
                  </a:lnTo>
                  <a:close/>
                  <a:moveTo>
                    <a:pt x="0" y="0"/>
                  </a:moveTo>
                  <a:lnTo>
                    <a:pt x="0" y="6287"/>
                  </a:lnTo>
                  <a:lnTo>
                    <a:pt x="3453" y="6287"/>
                  </a:lnTo>
                  <a:cubicBezTo>
                    <a:pt x="4049" y="6311"/>
                    <a:pt x="4620" y="6549"/>
                    <a:pt x="5049" y="6978"/>
                  </a:cubicBezTo>
                  <a:lnTo>
                    <a:pt x="5049" y="1596"/>
                  </a:lnTo>
                  <a:cubicBezTo>
                    <a:pt x="5049" y="715"/>
                    <a:pt x="4334" y="0"/>
                    <a:pt x="3453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1" name="Google Shape;8951;p86"/>
            <p:cNvSpPr/>
            <p:nvPr/>
          </p:nvSpPr>
          <p:spPr>
            <a:xfrm>
              <a:off x="4961131" y="2705345"/>
              <a:ext cx="162034" cy="41892"/>
            </a:xfrm>
            <a:custGeom>
              <a:avLst/>
              <a:gdLst/>
              <a:ahLst/>
              <a:cxnLst/>
              <a:rect l="l" t="t" r="r" b="b"/>
              <a:pathLst>
                <a:path w="4978" h="1287" extrusionOk="0">
                  <a:moveTo>
                    <a:pt x="1548" y="0"/>
                  </a:moveTo>
                  <a:cubicBezTo>
                    <a:pt x="786" y="0"/>
                    <a:pt x="143" y="524"/>
                    <a:pt x="0" y="1286"/>
                  </a:cubicBezTo>
                  <a:lnTo>
                    <a:pt x="4978" y="1286"/>
                  </a:lnTo>
                  <a:lnTo>
                    <a:pt x="4978" y="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2" name="Google Shape;8952;p86"/>
            <p:cNvSpPr/>
            <p:nvPr/>
          </p:nvSpPr>
          <p:spPr>
            <a:xfrm>
              <a:off x="4774321" y="2705345"/>
              <a:ext cx="162034" cy="41892"/>
            </a:xfrm>
            <a:custGeom>
              <a:avLst/>
              <a:gdLst/>
              <a:ahLst/>
              <a:cxnLst/>
              <a:rect l="l" t="t" r="r" b="b"/>
              <a:pathLst>
                <a:path w="4978" h="1287" extrusionOk="0">
                  <a:moveTo>
                    <a:pt x="0" y="0"/>
                  </a:moveTo>
                  <a:lnTo>
                    <a:pt x="0" y="1286"/>
                  </a:lnTo>
                  <a:lnTo>
                    <a:pt x="4977" y="1286"/>
                  </a:lnTo>
                  <a:cubicBezTo>
                    <a:pt x="4834" y="524"/>
                    <a:pt x="4191" y="0"/>
                    <a:pt x="3429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</p:grpSp>
      <p:pic>
        <p:nvPicPr>
          <p:cNvPr id="9" name="图片 8" descr="中科云清LOGO-蓝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34120" y="71755"/>
            <a:ext cx="2903220" cy="930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子陵职场PP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74354-092B-4AE8-8FAB-851CE34356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BE542-572B-4352-94F8-F5F2D546A819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0264775" y="358140"/>
            <a:ext cx="4064000" cy="7004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90000"/>
              </a:lnSpc>
              <a:buClrTx/>
              <a:buSzTx/>
              <a:buFontTx/>
            </a:pPr>
            <a:endParaRPr lang="en-US" altLang="zh-CN" sz="440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lin ang="0" scaled="0"/>
              </a:gradFill>
              <a:effectLst/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-4"/>
          <p:cNvSpPr/>
          <p:nvPr userDrawn="1"/>
        </p:nvSpPr>
        <p:spPr>
          <a:xfrm>
            <a:off x="-9891" y="-4546"/>
            <a:ext cx="12211781" cy="686254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37000">
                <a:schemeClr val="accent1">
                  <a:lumMod val="7000"/>
                  <a:lumOff val="9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cxnSp>
        <p:nvCxnSpPr>
          <p:cNvPr id="16" name="子陵职场PPT-3"/>
          <p:cNvCxnSpPr/>
          <p:nvPr userDrawn="1">
            <p:custDataLst>
              <p:tags r:id="rId2"/>
            </p:custDataLst>
          </p:nvPr>
        </p:nvCxnSpPr>
        <p:spPr>
          <a:xfrm>
            <a:off x="297563" y="758014"/>
            <a:ext cx="11775440" cy="0"/>
          </a:xfrm>
          <a:prstGeom prst="line">
            <a:avLst/>
          </a:prstGeom>
          <a:gradFill flip="none" rotWithShape="1">
            <a:gsLst>
              <a:gs pos="0">
                <a:srgbClr val="E6564F"/>
              </a:gs>
              <a:gs pos="70000">
                <a:srgbClr val="D12A22"/>
              </a:gs>
            </a:gsLst>
            <a:lin ang="5400000" scaled="1"/>
            <a:tileRect/>
          </a:gradFill>
          <a:ln w="38100">
            <a:gradFill>
              <a:gsLst>
                <a:gs pos="0">
                  <a:schemeClr val="accent1"/>
                </a:gs>
                <a:gs pos="87000">
                  <a:schemeClr val="accent1">
                    <a:alpha val="1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子陵职场PPT-2"/>
          <p:cNvSpPr>
            <a:spLocks noGrp="1"/>
          </p:cNvSpPr>
          <p:nvPr>
            <p:ph type="title"/>
          </p:nvPr>
        </p:nvSpPr>
        <p:spPr>
          <a:xfrm>
            <a:off x="842010" y="241935"/>
            <a:ext cx="4964430" cy="589280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b="1" kern="1200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80000"/>
                        <a:lumOff val="20000"/>
                      </a:schemeClr>
                    </a:gs>
                  </a:gsLst>
                  <a:lin ang="0" scaled="0"/>
                </a:gradFill>
                <a:effectLst/>
                <a:latin typeface="+mj-ea"/>
                <a:ea typeface="+mj-ea"/>
                <a:cs typeface="HarmonyOS Sans SC" panose="000005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8948" name="子陵职场PPT-1"/>
          <p:cNvGrpSpPr/>
          <p:nvPr userDrawn="1"/>
        </p:nvGrpSpPr>
        <p:grpSpPr>
          <a:xfrm>
            <a:off x="353060" y="321945"/>
            <a:ext cx="436245" cy="334645"/>
            <a:chOff x="4774321" y="2479767"/>
            <a:chExt cx="348844" cy="267470"/>
          </a:xfrm>
          <a:gradFill>
            <a:gsLst>
              <a:gs pos="100000">
                <a:schemeClr val="accent3"/>
              </a:gs>
              <a:gs pos="55000">
                <a:schemeClr val="accent1"/>
              </a:gs>
            </a:gsLst>
            <a:lin ang="16200000" scaled="0"/>
          </a:gradFill>
        </p:grpSpPr>
        <p:sp>
          <p:nvSpPr>
            <p:cNvPr id="8949" name="Google Shape;8949;p86"/>
            <p:cNvSpPr/>
            <p:nvPr/>
          </p:nvSpPr>
          <p:spPr>
            <a:xfrm>
              <a:off x="4958787" y="2479767"/>
              <a:ext cx="164378" cy="227915"/>
            </a:xfrm>
            <a:custGeom>
              <a:avLst/>
              <a:gdLst/>
              <a:ahLst/>
              <a:cxnLst/>
              <a:rect l="l" t="t" r="r" b="b"/>
              <a:pathLst>
                <a:path w="5050" h="7002" extrusionOk="0">
                  <a:moveTo>
                    <a:pt x="3883" y="1405"/>
                  </a:moveTo>
                  <a:lnTo>
                    <a:pt x="3883" y="2024"/>
                  </a:lnTo>
                  <a:lnTo>
                    <a:pt x="1192" y="2024"/>
                  </a:lnTo>
                  <a:lnTo>
                    <a:pt x="1192" y="1405"/>
                  </a:lnTo>
                  <a:close/>
                  <a:moveTo>
                    <a:pt x="3883" y="2834"/>
                  </a:moveTo>
                  <a:lnTo>
                    <a:pt x="3883" y="3429"/>
                  </a:lnTo>
                  <a:lnTo>
                    <a:pt x="1192" y="3429"/>
                  </a:lnTo>
                  <a:lnTo>
                    <a:pt x="1192" y="2834"/>
                  </a:lnTo>
                  <a:close/>
                  <a:moveTo>
                    <a:pt x="3883" y="4239"/>
                  </a:moveTo>
                  <a:lnTo>
                    <a:pt x="3883" y="4858"/>
                  </a:lnTo>
                  <a:lnTo>
                    <a:pt x="1192" y="4858"/>
                  </a:lnTo>
                  <a:lnTo>
                    <a:pt x="1192" y="4239"/>
                  </a:lnTo>
                  <a:close/>
                  <a:moveTo>
                    <a:pt x="1597" y="0"/>
                  </a:moveTo>
                  <a:cubicBezTo>
                    <a:pt x="715" y="0"/>
                    <a:pt x="1" y="715"/>
                    <a:pt x="1" y="1596"/>
                  </a:cubicBezTo>
                  <a:lnTo>
                    <a:pt x="1" y="7002"/>
                  </a:lnTo>
                  <a:cubicBezTo>
                    <a:pt x="430" y="6549"/>
                    <a:pt x="1001" y="6311"/>
                    <a:pt x="1597" y="6311"/>
                  </a:cubicBezTo>
                  <a:lnTo>
                    <a:pt x="5050" y="6311"/>
                  </a:lnTo>
                  <a:lnTo>
                    <a:pt x="5050" y="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0" name="Google Shape;8950;p86"/>
            <p:cNvSpPr/>
            <p:nvPr/>
          </p:nvSpPr>
          <p:spPr>
            <a:xfrm>
              <a:off x="4774321" y="2479767"/>
              <a:ext cx="164345" cy="227134"/>
            </a:xfrm>
            <a:custGeom>
              <a:avLst/>
              <a:gdLst/>
              <a:ahLst/>
              <a:cxnLst/>
              <a:rect l="l" t="t" r="r" b="b"/>
              <a:pathLst>
                <a:path w="5049" h="6978" extrusionOk="0">
                  <a:moveTo>
                    <a:pt x="3882" y="1405"/>
                  </a:moveTo>
                  <a:lnTo>
                    <a:pt x="3882" y="2024"/>
                  </a:lnTo>
                  <a:lnTo>
                    <a:pt x="1191" y="2024"/>
                  </a:lnTo>
                  <a:lnTo>
                    <a:pt x="1191" y="1405"/>
                  </a:lnTo>
                  <a:close/>
                  <a:moveTo>
                    <a:pt x="3882" y="2834"/>
                  </a:moveTo>
                  <a:lnTo>
                    <a:pt x="3882" y="3429"/>
                  </a:lnTo>
                  <a:lnTo>
                    <a:pt x="1191" y="3429"/>
                  </a:lnTo>
                  <a:lnTo>
                    <a:pt x="1191" y="2834"/>
                  </a:lnTo>
                  <a:close/>
                  <a:moveTo>
                    <a:pt x="3882" y="4239"/>
                  </a:moveTo>
                  <a:lnTo>
                    <a:pt x="3882" y="4858"/>
                  </a:lnTo>
                  <a:lnTo>
                    <a:pt x="1191" y="4858"/>
                  </a:lnTo>
                  <a:lnTo>
                    <a:pt x="1191" y="4239"/>
                  </a:lnTo>
                  <a:close/>
                  <a:moveTo>
                    <a:pt x="0" y="0"/>
                  </a:moveTo>
                  <a:lnTo>
                    <a:pt x="0" y="6287"/>
                  </a:lnTo>
                  <a:lnTo>
                    <a:pt x="3453" y="6287"/>
                  </a:lnTo>
                  <a:cubicBezTo>
                    <a:pt x="4049" y="6311"/>
                    <a:pt x="4620" y="6549"/>
                    <a:pt x="5049" y="6978"/>
                  </a:cubicBezTo>
                  <a:lnTo>
                    <a:pt x="5049" y="1596"/>
                  </a:lnTo>
                  <a:cubicBezTo>
                    <a:pt x="5049" y="715"/>
                    <a:pt x="4334" y="0"/>
                    <a:pt x="3453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1" name="Google Shape;8951;p86"/>
            <p:cNvSpPr/>
            <p:nvPr/>
          </p:nvSpPr>
          <p:spPr>
            <a:xfrm>
              <a:off x="4961131" y="2705345"/>
              <a:ext cx="162034" cy="41892"/>
            </a:xfrm>
            <a:custGeom>
              <a:avLst/>
              <a:gdLst/>
              <a:ahLst/>
              <a:cxnLst/>
              <a:rect l="l" t="t" r="r" b="b"/>
              <a:pathLst>
                <a:path w="4978" h="1287" extrusionOk="0">
                  <a:moveTo>
                    <a:pt x="1548" y="0"/>
                  </a:moveTo>
                  <a:cubicBezTo>
                    <a:pt x="786" y="0"/>
                    <a:pt x="143" y="524"/>
                    <a:pt x="0" y="1286"/>
                  </a:cubicBezTo>
                  <a:lnTo>
                    <a:pt x="4978" y="1286"/>
                  </a:lnTo>
                  <a:lnTo>
                    <a:pt x="4978" y="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2" name="Google Shape;8952;p86"/>
            <p:cNvSpPr/>
            <p:nvPr/>
          </p:nvSpPr>
          <p:spPr>
            <a:xfrm>
              <a:off x="4774321" y="2705345"/>
              <a:ext cx="162034" cy="41892"/>
            </a:xfrm>
            <a:custGeom>
              <a:avLst/>
              <a:gdLst/>
              <a:ahLst/>
              <a:cxnLst/>
              <a:rect l="l" t="t" r="r" b="b"/>
              <a:pathLst>
                <a:path w="4978" h="1287" extrusionOk="0">
                  <a:moveTo>
                    <a:pt x="0" y="0"/>
                  </a:moveTo>
                  <a:lnTo>
                    <a:pt x="0" y="1286"/>
                  </a:lnTo>
                  <a:lnTo>
                    <a:pt x="4977" y="1286"/>
                  </a:lnTo>
                  <a:cubicBezTo>
                    <a:pt x="4834" y="524"/>
                    <a:pt x="4191" y="0"/>
                    <a:pt x="3429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</p:grpSp>
      <p:pic>
        <p:nvPicPr>
          <p:cNvPr id="9" name="图片 8" descr="中科云清LOGO-蓝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92895" y="108585"/>
            <a:ext cx="2903220" cy="9067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F1B2BD44-D93A-4243-B58B-9A4E2093E1C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F8E5A698-A24B-4E93-965E-C7EF6479D6E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图片 8" descr="中科云清LOGO-蓝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92895" y="108585"/>
            <a:ext cx="2903220" cy="9067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dk1">
                    <a:lumMod val="100000"/>
                    <a:tint val="82000"/>
                  </a:schemeClr>
                </a:solidFill>
                <a:cs typeface="HarmonyOS Sans SC" panose="00000500000000000000" charset="-122"/>
              </a:defRPr>
            </a:lvl1pPr>
          </a:lstStyle>
          <a:p>
            <a:fld id="{1E89DF2E-0235-42CA-A6B4-8584AC42DC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cs typeface="HarmonyOS Sans SC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dk1">
                    <a:lumMod val="100000"/>
                    <a:tint val="82000"/>
                  </a:schemeClr>
                </a:solidFill>
                <a:cs typeface="HarmonyOS Sans SC" panose="00000500000000000000" charset="-122"/>
              </a:defRPr>
            </a:lvl1pPr>
          </a:lstStyle>
          <a:p>
            <a:fld id="{2962B124-AFD5-4D1B-B714-4DE6810165EF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192895" y="2698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9" name="图片 8" descr="中科云清LOGO-蓝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192895" y="108585"/>
            <a:ext cx="2903220" cy="9302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dk1">
              <a:lumMod val="100000"/>
            </a:schemeClr>
          </a:solidFill>
          <a:latin typeface="+mj-lt"/>
          <a:ea typeface="+mj-ea"/>
          <a:cs typeface="HarmonyOS Sans SC" panose="000005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dk1">
              <a:lumMod val="100000"/>
            </a:schemeClr>
          </a:solidFill>
          <a:latin typeface="+mn-lt"/>
          <a:ea typeface="+mn-ea"/>
          <a:cs typeface="HarmonyOS Sans SC" panose="000005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dk1">
              <a:lumMod val="100000"/>
            </a:schemeClr>
          </a:solidFill>
          <a:latin typeface="+mn-lt"/>
          <a:ea typeface="+mn-ea"/>
          <a:cs typeface="HarmonyOS Sans SC" panose="000005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dk1">
              <a:lumMod val="100000"/>
            </a:schemeClr>
          </a:solidFill>
          <a:latin typeface="+mn-lt"/>
          <a:ea typeface="+mn-ea"/>
          <a:cs typeface="HarmonyOS Sans SC" panose="000005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dk1">
              <a:lumMod val="100000"/>
            </a:schemeClr>
          </a:solidFill>
          <a:latin typeface="+mn-lt"/>
          <a:ea typeface="+mn-ea"/>
          <a:cs typeface="HarmonyOS Sans SC" panose="000005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dk1">
              <a:lumMod val="100000"/>
            </a:schemeClr>
          </a:solidFill>
          <a:latin typeface="+mn-lt"/>
          <a:ea typeface="+mn-ea"/>
          <a:cs typeface="HarmonyOS Sans SC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tags" Target="../tags/tag10.xml"/><Relationship Id="rId5" Type="http://schemas.openxmlformats.org/officeDocument/2006/relationships/tags" Target="../tags/tag11.xml"/><Relationship Id="rId6" Type="http://schemas.openxmlformats.org/officeDocument/2006/relationships/tags" Target="../tags/tag12.xml"/><Relationship Id="rId7" Type="http://schemas.openxmlformats.org/officeDocument/2006/relationships/tags" Target="../tags/tag13.xml"/><Relationship Id="rId8" Type="http://schemas.openxmlformats.org/officeDocument/2006/relationships/tags" Target="../tags/tag14.xml"/><Relationship Id="rId9" Type="http://schemas.openxmlformats.org/officeDocument/2006/relationships/tags" Target="../tags/tag15.xml"/><Relationship Id="rId10" Type="http://schemas.openxmlformats.org/officeDocument/2006/relationships/tags" Target="../tags/tag16.xml"/><Relationship Id="rId11" Type="http://schemas.openxmlformats.org/officeDocument/2006/relationships/tags" Target="../tags/tag17.xml"/><Relationship Id="rId12" Type="http://schemas.openxmlformats.org/officeDocument/2006/relationships/tags" Target="../tags/tag18.xml"/><Relationship Id="rId13" Type="http://schemas.openxmlformats.org/officeDocument/2006/relationships/tags" Target="../tags/tag19.xml"/><Relationship Id="rId14" Type="http://schemas.openxmlformats.org/officeDocument/2006/relationships/tags" Target="../tags/tag20.xml"/><Relationship Id="rId15" Type="http://schemas.openxmlformats.org/officeDocument/2006/relationships/tags" Target="../tags/tag21.xml"/><Relationship Id="rId16" Type="http://schemas.openxmlformats.org/officeDocument/2006/relationships/tags" Target="../tags/tag22.xml"/><Relationship Id="rId17" Type="http://schemas.openxmlformats.org/officeDocument/2006/relationships/tags" Target="../tags/tag23.xml"/><Relationship Id="rId18" Type="http://schemas.openxmlformats.org/officeDocument/2006/relationships/tags" Target="../tags/tag24.xml"/><Relationship Id="rId19" Type="http://schemas.openxmlformats.org/officeDocument/2006/relationships/tags" Target="../tags/tag25.xml"/><Relationship Id="rId20" Type="http://schemas.openxmlformats.org/officeDocument/2006/relationships/tags" Target="../tags/tag26.xml"/><Relationship Id="rId21" Type="http://schemas.openxmlformats.org/officeDocument/2006/relationships/tags" Target="../tags/tag27.xml"/><Relationship Id="rId22" Type="http://schemas.openxmlformats.org/officeDocument/2006/relationships/tags" Target="../tags/tag28.xml"/><Relationship Id="rId23" Type="http://schemas.openxmlformats.org/officeDocument/2006/relationships/tags" Target="../tags/tag29.xml"/><Relationship Id="rId24" Type="http://schemas.openxmlformats.org/officeDocument/2006/relationships/slideLayout" Target="../slideLayouts/slideLayout5.xml"/><Relationship Id="rId2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tags" Target="../tags/tag33.xml"/><Relationship Id="rId4" Type="http://schemas.openxmlformats.org/officeDocument/2006/relationships/tags" Target="../tags/tag34.xml"/><Relationship Id="rId5" Type="http://schemas.openxmlformats.org/officeDocument/2006/relationships/tags" Target="../tags/tag35.xml"/><Relationship Id="rId6" Type="http://schemas.openxmlformats.org/officeDocument/2006/relationships/tags" Target="../tags/tag36.xml"/><Relationship Id="rId7" Type="http://schemas.openxmlformats.org/officeDocument/2006/relationships/tags" Target="../tags/tag37.xml"/><Relationship Id="rId8" Type="http://schemas.openxmlformats.org/officeDocument/2006/relationships/tags" Target="../tags/tag38.xml"/><Relationship Id="rId9" Type="http://schemas.openxmlformats.org/officeDocument/2006/relationships/tags" Target="../tags/tag39.xml"/><Relationship Id="rId10" Type="http://schemas.openxmlformats.org/officeDocument/2006/relationships/tags" Target="../tags/tag40.xml"/><Relationship Id="rId11" Type="http://schemas.openxmlformats.org/officeDocument/2006/relationships/tags" Target="../tags/tag41.xml"/><Relationship Id="rId12" Type="http://schemas.openxmlformats.org/officeDocument/2006/relationships/tags" Target="../tags/tag42.xml"/><Relationship Id="rId13" Type="http://schemas.openxmlformats.org/officeDocument/2006/relationships/tags" Target="../tags/tag43.xml"/><Relationship Id="rId14" Type="http://schemas.openxmlformats.org/officeDocument/2006/relationships/tags" Target="../tags/tag44.xml"/><Relationship Id="rId15" Type="http://schemas.openxmlformats.org/officeDocument/2006/relationships/tags" Target="../tags/tag45.xml"/><Relationship Id="rId16" Type="http://schemas.openxmlformats.org/officeDocument/2006/relationships/tags" Target="../tags/tag46.xml"/><Relationship Id="rId17" Type="http://schemas.openxmlformats.org/officeDocument/2006/relationships/tags" Target="../tags/tag47.xml"/><Relationship Id="rId18" Type="http://schemas.openxmlformats.org/officeDocument/2006/relationships/tags" Target="../tags/tag48.xml"/><Relationship Id="rId19" Type="http://schemas.openxmlformats.org/officeDocument/2006/relationships/tags" Target="../tags/tag49.xml"/><Relationship Id="rId20" Type="http://schemas.openxmlformats.org/officeDocument/2006/relationships/tags" Target="../tags/tag50.xml"/><Relationship Id="rId21" Type="http://schemas.openxmlformats.org/officeDocument/2006/relationships/tags" Target="../tags/tag51.xml"/><Relationship Id="rId22" Type="http://schemas.openxmlformats.org/officeDocument/2006/relationships/tags" Target="../tags/tag52.xml"/><Relationship Id="rId23" Type="http://schemas.openxmlformats.org/officeDocument/2006/relationships/tags" Target="../tags/tag53.xml"/><Relationship Id="rId24" Type="http://schemas.openxmlformats.org/officeDocument/2006/relationships/tags" Target="../tags/tag54.xml"/><Relationship Id="rId25" Type="http://schemas.openxmlformats.org/officeDocument/2006/relationships/tags" Target="../tags/tag55.xml"/><Relationship Id="rId26" Type="http://schemas.openxmlformats.org/officeDocument/2006/relationships/tags" Target="../tags/tag56.xml"/><Relationship Id="rId27" Type="http://schemas.openxmlformats.org/officeDocument/2006/relationships/tags" Target="../tags/tag57.xml"/><Relationship Id="rId28" Type="http://schemas.openxmlformats.org/officeDocument/2006/relationships/slideLayout" Target="../slideLayouts/slideLayout6.xml"/><Relationship Id="rId2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tags" Target="../tags/tag60.xml"/><Relationship Id="rId4" Type="http://schemas.openxmlformats.org/officeDocument/2006/relationships/tags" Target="../tags/tag61.xml"/><Relationship Id="rId5" Type="http://schemas.openxmlformats.org/officeDocument/2006/relationships/tags" Target="../tags/tag62.xml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tags" Target="../tags/tag68.xml"/><Relationship Id="rId7" Type="http://schemas.openxmlformats.org/officeDocument/2006/relationships/tags" Target="../tags/tag69.xml"/><Relationship Id="rId8" Type="http://schemas.openxmlformats.org/officeDocument/2006/relationships/tags" Target="../tags/tag70.xml"/><Relationship Id="rId9" Type="http://schemas.openxmlformats.org/officeDocument/2006/relationships/tags" Target="../tags/tag71.xml"/><Relationship Id="rId10" Type="http://schemas.openxmlformats.org/officeDocument/2006/relationships/tags" Target="../tags/tag72.xml"/><Relationship Id="rId11" Type="http://schemas.openxmlformats.org/officeDocument/2006/relationships/tags" Target="../tags/tag73.xml"/><Relationship Id="rId12" Type="http://schemas.openxmlformats.org/officeDocument/2006/relationships/tags" Target="../tags/tag74.xml"/><Relationship Id="rId13" Type="http://schemas.openxmlformats.org/officeDocument/2006/relationships/tags" Target="../tags/tag75.xml"/><Relationship Id="rId14" Type="http://schemas.openxmlformats.org/officeDocument/2006/relationships/tags" Target="../tags/tag76.xml"/><Relationship Id="rId15" Type="http://schemas.openxmlformats.org/officeDocument/2006/relationships/tags" Target="../tags/tag77.xml"/><Relationship Id="rId16" Type="http://schemas.openxmlformats.org/officeDocument/2006/relationships/tags" Target="../tags/tag78.xml"/><Relationship Id="rId17" Type="http://schemas.openxmlformats.org/officeDocument/2006/relationships/tags" Target="../tags/tag79.xml"/><Relationship Id="rId18" Type="http://schemas.openxmlformats.org/officeDocument/2006/relationships/tags" Target="../tags/tag80.xml"/><Relationship Id="rId19" Type="http://schemas.openxmlformats.org/officeDocument/2006/relationships/tags" Target="../tags/tag81.xml"/><Relationship Id="rId20" Type="http://schemas.openxmlformats.org/officeDocument/2006/relationships/tags" Target="../tags/tag82.xml"/><Relationship Id="rId21" Type="http://schemas.openxmlformats.org/officeDocument/2006/relationships/tags" Target="../tags/tag83.xml"/><Relationship Id="rId22" Type="http://schemas.openxmlformats.org/officeDocument/2006/relationships/tags" Target="../tags/tag84.xml"/><Relationship Id="rId23" Type="http://schemas.openxmlformats.org/officeDocument/2006/relationships/tags" Target="../tags/tag85.xml"/><Relationship Id="rId24" Type="http://schemas.openxmlformats.org/officeDocument/2006/relationships/tags" Target="../tags/tag86.xml"/><Relationship Id="rId25" Type="http://schemas.openxmlformats.org/officeDocument/2006/relationships/tags" Target="../tags/tag87.xml"/><Relationship Id="rId26" Type="http://schemas.openxmlformats.org/officeDocument/2006/relationships/tags" Target="../tags/tag88.xml"/><Relationship Id="rId27" Type="http://schemas.openxmlformats.org/officeDocument/2006/relationships/tags" Target="../tags/tag89.xml"/><Relationship Id="rId28" Type="http://schemas.openxmlformats.org/officeDocument/2006/relationships/tags" Target="../tags/tag90.xml"/><Relationship Id="rId29" Type="http://schemas.openxmlformats.org/officeDocument/2006/relationships/tags" Target="../tags/tag91.xml"/><Relationship Id="rId30" Type="http://schemas.openxmlformats.org/officeDocument/2006/relationships/tags" Target="../tags/tag92.xml"/><Relationship Id="rId31" Type="http://schemas.openxmlformats.org/officeDocument/2006/relationships/tags" Target="../tags/tag93.xml"/><Relationship Id="rId32" Type="http://schemas.openxmlformats.org/officeDocument/2006/relationships/slideLayout" Target="../slideLayouts/slideLayout6.xml"/><Relationship Id="rId3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94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95.xml"/><Relationship Id="rId2" Type="http://schemas.openxmlformats.org/officeDocument/2006/relationships/tags" Target="../tags/tag96.xml"/><Relationship Id="rId3" Type="http://schemas.openxmlformats.org/officeDocument/2006/relationships/tags" Target="../tags/tag97.xml"/><Relationship Id="rId4" Type="http://schemas.openxmlformats.org/officeDocument/2006/relationships/tags" Target="../tags/tag98.xml"/><Relationship Id="rId5" Type="http://schemas.openxmlformats.org/officeDocument/2006/relationships/tags" Target="../tags/tag99.xml"/><Relationship Id="rId6" Type="http://schemas.openxmlformats.org/officeDocument/2006/relationships/tags" Target="../tags/tag100.xml"/><Relationship Id="rId7" Type="http://schemas.openxmlformats.org/officeDocument/2006/relationships/tags" Target="../tags/tag101.xml"/><Relationship Id="rId8" Type="http://schemas.openxmlformats.org/officeDocument/2006/relationships/tags" Target="../tags/tag102.xml"/><Relationship Id="rId9" Type="http://schemas.openxmlformats.org/officeDocument/2006/relationships/tags" Target="../tags/tag103.xml"/><Relationship Id="rId10" Type="http://schemas.openxmlformats.org/officeDocument/2006/relationships/tags" Target="../tags/tag104.xml"/><Relationship Id="rId11" Type="http://schemas.openxmlformats.org/officeDocument/2006/relationships/tags" Target="../tags/tag105.xml"/><Relationship Id="rId12" Type="http://schemas.openxmlformats.org/officeDocument/2006/relationships/tags" Target="../tags/tag106.xml"/><Relationship Id="rId13" Type="http://schemas.openxmlformats.org/officeDocument/2006/relationships/tags" Target="../tags/tag107.xml"/><Relationship Id="rId14" Type="http://schemas.openxmlformats.org/officeDocument/2006/relationships/tags" Target="../tags/tag108.xml"/><Relationship Id="rId15" Type="http://schemas.openxmlformats.org/officeDocument/2006/relationships/tags" Target="../tags/tag109.xml"/><Relationship Id="rId16" Type="http://schemas.openxmlformats.org/officeDocument/2006/relationships/tags" Target="../tags/tag110.xml"/><Relationship Id="rId17" Type="http://schemas.openxmlformats.org/officeDocument/2006/relationships/tags" Target="../tags/tag111.xml"/><Relationship Id="rId18" Type="http://schemas.openxmlformats.org/officeDocument/2006/relationships/tags" Target="../tags/tag112.xml"/><Relationship Id="rId19" Type="http://schemas.openxmlformats.org/officeDocument/2006/relationships/tags" Target="../tags/tag113.xml"/><Relationship Id="rId20" Type="http://schemas.openxmlformats.org/officeDocument/2006/relationships/tags" Target="../tags/tag114.xml"/><Relationship Id="rId21" Type="http://schemas.openxmlformats.org/officeDocument/2006/relationships/tags" Target="../tags/tag115.xml"/><Relationship Id="rId22" Type="http://schemas.openxmlformats.org/officeDocument/2006/relationships/tags" Target="../tags/tag116.xml"/><Relationship Id="rId23" Type="http://schemas.openxmlformats.org/officeDocument/2006/relationships/tags" Target="../tags/tag117.xml"/><Relationship Id="rId24" Type="http://schemas.openxmlformats.org/officeDocument/2006/relationships/tags" Target="../tags/tag118.xml"/><Relationship Id="rId25" Type="http://schemas.openxmlformats.org/officeDocument/2006/relationships/tags" Target="../tags/tag119.xml"/><Relationship Id="rId26" Type="http://schemas.openxmlformats.org/officeDocument/2006/relationships/tags" Target="../tags/tag120.xml"/><Relationship Id="rId27" Type="http://schemas.openxmlformats.org/officeDocument/2006/relationships/slideLayout" Target="../slideLayouts/slideLayout6.xml"/><Relationship Id="rId2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121.xml"/><Relationship Id="rId2" Type="http://schemas.openxmlformats.org/officeDocument/2006/relationships/tags" Target="../tags/tag122.xml"/><Relationship Id="rId3" Type="http://schemas.openxmlformats.org/officeDocument/2006/relationships/tags" Target="../tags/tag123.xml"/><Relationship Id="rId4" Type="http://schemas.openxmlformats.org/officeDocument/2006/relationships/tags" Target="../tags/tag124.xml"/><Relationship Id="rId5" Type="http://schemas.openxmlformats.org/officeDocument/2006/relationships/tags" Target="../tags/tag125.xml"/><Relationship Id="rId6" Type="http://schemas.openxmlformats.org/officeDocument/2006/relationships/tags" Target="../tags/tag126.xml"/><Relationship Id="rId7" Type="http://schemas.openxmlformats.org/officeDocument/2006/relationships/tags" Target="../tags/tag127.xml"/><Relationship Id="rId8" Type="http://schemas.openxmlformats.org/officeDocument/2006/relationships/tags" Target="../tags/tag128.xml"/><Relationship Id="rId9" Type="http://schemas.openxmlformats.org/officeDocument/2006/relationships/tags" Target="../tags/tag129.xml"/><Relationship Id="rId10" Type="http://schemas.openxmlformats.org/officeDocument/2006/relationships/tags" Target="../tags/tag130.xml"/><Relationship Id="rId11" Type="http://schemas.openxmlformats.org/officeDocument/2006/relationships/tags" Target="../tags/tag131.xml"/><Relationship Id="rId12" Type="http://schemas.openxmlformats.org/officeDocument/2006/relationships/tags" Target="../tags/tag132.xml"/><Relationship Id="rId13" Type="http://schemas.openxmlformats.org/officeDocument/2006/relationships/tags" Target="../tags/tag133.xml"/><Relationship Id="rId14" Type="http://schemas.openxmlformats.org/officeDocument/2006/relationships/tags" Target="../tags/tag134.xml"/><Relationship Id="rId15" Type="http://schemas.openxmlformats.org/officeDocument/2006/relationships/tags" Target="../tags/tag135.xml"/><Relationship Id="rId16" Type="http://schemas.openxmlformats.org/officeDocument/2006/relationships/tags" Target="../tags/tag136.xml"/><Relationship Id="rId17" Type="http://schemas.openxmlformats.org/officeDocument/2006/relationships/tags" Target="../tags/tag137.xml"/><Relationship Id="rId18" Type="http://schemas.openxmlformats.org/officeDocument/2006/relationships/tags" Target="../tags/tag138.xml"/><Relationship Id="rId19" Type="http://schemas.openxmlformats.org/officeDocument/2006/relationships/tags" Target="../tags/tag139.xml"/><Relationship Id="rId20" Type="http://schemas.openxmlformats.org/officeDocument/2006/relationships/tags" Target="../tags/tag140.xml"/><Relationship Id="rId21" Type="http://schemas.openxmlformats.org/officeDocument/2006/relationships/tags" Target="../tags/tag141.xml"/><Relationship Id="rId22" Type="http://schemas.openxmlformats.org/officeDocument/2006/relationships/tags" Target="../tags/tag142.xml"/><Relationship Id="rId23" Type="http://schemas.openxmlformats.org/officeDocument/2006/relationships/tags" Target="../tags/tag143.xml"/><Relationship Id="rId24" Type="http://schemas.openxmlformats.org/officeDocument/2006/relationships/tags" Target="../tags/tag144.xml"/><Relationship Id="rId25" Type="http://schemas.openxmlformats.org/officeDocument/2006/relationships/tags" Target="../tags/tag145.xml"/><Relationship Id="rId26" Type="http://schemas.openxmlformats.org/officeDocument/2006/relationships/tags" Target="../tags/tag146.xml"/><Relationship Id="rId27" Type="http://schemas.openxmlformats.org/officeDocument/2006/relationships/tags" Target="../tags/tag147.xml"/><Relationship Id="rId28" Type="http://schemas.openxmlformats.org/officeDocument/2006/relationships/tags" Target="../tags/tag148.xml"/><Relationship Id="rId29" Type="http://schemas.openxmlformats.org/officeDocument/2006/relationships/tags" Target="../tags/tag149.xml"/><Relationship Id="rId30" Type="http://schemas.openxmlformats.org/officeDocument/2006/relationships/tags" Target="../tags/tag150.xml"/><Relationship Id="rId31" Type="http://schemas.openxmlformats.org/officeDocument/2006/relationships/tags" Target="../tags/tag151.xml"/><Relationship Id="rId32" Type="http://schemas.openxmlformats.org/officeDocument/2006/relationships/tags" Target="../tags/tag152.xml"/><Relationship Id="rId33" Type="http://schemas.openxmlformats.org/officeDocument/2006/relationships/tags" Target="../tags/tag153.xml"/><Relationship Id="rId34" Type="http://schemas.openxmlformats.org/officeDocument/2006/relationships/tags" Target="../tags/tag154.xml"/><Relationship Id="rId35" Type="http://schemas.openxmlformats.org/officeDocument/2006/relationships/tags" Target="../tags/tag155.xml"/><Relationship Id="rId36" Type="http://schemas.openxmlformats.org/officeDocument/2006/relationships/tags" Target="../tags/tag156.xml"/><Relationship Id="rId37" Type="http://schemas.openxmlformats.org/officeDocument/2006/relationships/tags" Target="../tags/tag157.xml"/><Relationship Id="rId38" Type="http://schemas.openxmlformats.org/officeDocument/2006/relationships/tags" Target="../tags/tag158.xml"/><Relationship Id="rId39" Type="http://schemas.openxmlformats.org/officeDocument/2006/relationships/tags" Target="../tags/tag159.xml"/><Relationship Id="rId40" Type="http://schemas.openxmlformats.org/officeDocument/2006/relationships/tags" Target="../tags/tag160.xml"/><Relationship Id="rId41" Type="http://schemas.openxmlformats.org/officeDocument/2006/relationships/tags" Target="../tags/tag161.xml"/><Relationship Id="rId42" Type="http://schemas.openxmlformats.org/officeDocument/2006/relationships/tags" Target="../tags/tag162.xml"/><Relationship Id="rId43" Type="http://schemas.openxmlformats.org/officeDocument/2006/relationships/tags" Target="../tags/tag163.xml"/><Relationship Id="rId44" Type="http://schemas.openxmlformats.org/officeDocument/2006/relationships/tags" Target="../tags/tag164.xml"/><Relationship Id="rId45" Type="http://schemas.openxmlformats.org/officeDocument/2006/relationships/tags" Target="../tags/tag165.xml"/><Relationship Id="rId46" Type="http://schemas.openxmlformats.org/officeDocument/2006/relationships/tags" Target="../tags/tag166.xml"/><Relationship Id="rId47" Type="http://schemas.openxmlformats.org/officeDocument/2006/relationships/slideLayout" Target="../slideLayouts/slideLayout6.xml"/><Relationship Id="rId4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tags" Target="../tags/tag170.xml"/><Relationship Id="rId5" Type="http://schemas.openxmlformats.org/officeDocument/2006/relationships/tags" Target="../tags/tag171.xml"/><Relationship Id="rId6" Type="http://schemas.openxmlformats.org/officeDocument/2006/relationships/tags" Target="../tags/tag172.xml"/><Relationship Id="rId7" Type="http://schemas.openxmlformats.org/officeDocument/2006/relationships/tags" Target="../tags/tag173.xml"/><Relationship Id="rId8" Type="http://schemas.openxmlformats.org/officeDocument/2006/relationships/tags" Target="../tags/tag174.xml"/><Relationship Id="rId9" Type="http://schemas.openxmlformats.org/officeDocument/2006/relationships/tags" Target="../tags/tag175.xml"/><Relationship Id="rId10" Type="http://schemas.openxmlformats.org/officeDocument/2006/relationships/tags" Target="../tags/tag176.xml"/><Relationship Id="rId11" Type="http://schemas.openxmlformats.org/officeDocument/2006/relationships/tags" Target="../tags/tag177.xml"/><Relationship Id="rId12" Type="http://schemas.openxmlformats.org/officeDocument/2006/relationships/tags" Target="../tags/tag178.xml"/><Relationship Id="rId13" Type="http://schemas.openxmlformats.org/officeDocument/2006/relationships/tags" Target="../tags/tag179.xml"/><Relationship Id="rId14" Type="http://schemas.openxmlformats.org/officeDocument/2006/relationships/tags" Target="../tags/tag180.xml"/><Relationship Id="rId15" Type="http://schemas.openxmlformats.org/officeDocument/2006/relationships/slideLayout" Target="../slideLayouts/slideLayout6.xml"/><Relationship Id="rId1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181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182.xml"/><Relationship Id="rId2" Type="http://schemas.openxmlformats.org/officeDocument/2006/relationships/tags" Target="../tags/tag183.xml"/><Relationship Id="rId3" Type="http://schemas.openxmlformats.org/officeDocument/2006/relationships/tags" Target="../tags/tag184.xml"/><Relationship Id="rId4" Type="http://schemas.openxmlformats.org/officeDocument/2006/relationships/tags" Target="../tags/tag185.xml"/><Relationship Id="rId5" Type="http://schemas.openxmlformats.org/officeDocument/2006/relationships/tags" Target="../tags/tag186.xml"/><Relationship Id="rId6" Type="http://schemas.openxmlformats.org/officeDocument/2006/relationships/tags" Target="../tags/tag187.xml"/><Relationship Id="rId7" Type="http://schemas.openxmlformats.org/officeDocument/2006/relationships/tags" Target="../tags/tag188.xml"/><Relationship Id="rId8" Type="http://schemas.openxmlformats.org/officeDocument/2006/relationships/tags" Target="../tags/tag189.xml"/><Relationship Id="rId9" Type="http://schemas.openxmlformats.org/officeDocument/2006/relationships/tags" Target="../tags/tag190.xml"/><Relationship Id="rId10" Type="http://schemas.openxmlformats.org/officeDocument/2006/relationships/tags" Target="../tags/tag191.xml"/><Relationship Id="rId11" Type="http://schemas.openxmlformats.org/officeDocument/2006/relationships/tags" Target="../tags/tag192.xml"/><Relationship Id="rId12" Type="http://schemas.openxmlformats.org/officeDocument/2006/relationships/tags" Target="../tags/tag193.xml"/><Relationship Id="rId13" Type="http://schemas.openxmlformats.org/officeDocument/2006/relationships/tags" Target="../tags/tag194.xml"/><Relationship Id="rId14" Type="http://schemas.openxmlformats.org/officeDocument/2006/relationships/tags" Target="../tags/tag195.xml"/><Relationship Id="rId15" Type="http://schemas.openxmlformats.org/officeDocument/2006/relationships/tags" Target="../tags/tag196.xml"/><Relationship Id="rId16" Type="http://schemas.openxmlformats.org/officeDocument/2006/relationships/tags" Target="../tags/tag197.xml"/><Relationship Id="rId17" Type="http://schemas.openxmlformats.org/officeDocument/2006/relationships/tags" Target="../tags/tag198.xml"/><Relationship Id="rId18" Type="http://schemas.openxmlformats.org/officeDocument/2006/relationships/tags" Target="../tags/tag199.xml"/><Relationship Id="rId19" Type="http://schemas.openxmlformats.org/officeDocument/2006/relationships/tags" Target="../tags/tag200.xml"/><Relationship Id="rId20" Type="http://schemas.openxmlformats.org/officeDocument/2006/relationships/tags" Target="../tags/tag201.xml"/><Relationship Id="rId21" Type="http://schemas.openxmlformats.org/officeDocument/2006/relationships/tags" Target="../tags/tag202.xml"/><Relationship Id="rId22" Type="http://schemas.openxmlformats.org/officeDocument/2006/relationships/slideLayout" Target="../slideLayouts/slideLayout6.xml"/><Relationship Id="rId2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203.xml"/><Relationship Id="rId2" Type="http://schemas.openxmlformats.org/officeDocument/2006/relationships/tags" Target="../tags/tag204.xml"/><Relationship Id="rId3" Type="http://schemas.openxmlformats.org/officeDocument/2006/relationships/tags" Target="../tags/tag205.xml"/><Relationship Id="rId4" Type="http://schemas.openxmlformats.org/officeDocument/2006/relationships/tags" Target="../tags/tag206.xml"/><Relationship Id="rId5" Type="http://schemas.openxmlformats.org/officeDocument/2006/relationships/tags" Target="../tags/tag207.xml"/><Relationship Id="rId6" Type="http://schemas.openxmlformats.org/officeDocument/2006/relationships/tags" Target="../tags/tag208.xml"/><Relationship Id="rId7" Type="http://schemas.openxmlformats.org/officeDocument/2006/relationships/tags" Target="../tags/tag209.xml"/><Relationship Id="rId8" Type="http://schemas.openxmlformats.org/officeDocument/2006/relationships/image" Target="../media/image5.png"/><Relationship Id="rId9" Type="http://schemas.openxmlformats.org/officeDocument/2006/relationships/image" Target="../media/image6.svg"/><Relationship Id="rId10" Type="http://schemas.openxmlformats.org/officeDocument/2006/relationships/tags" Target="../tags/tag210.xml"/><Relationship Id="rId11" Type="http://schemas.openxmlformats.org/officeDocument/2006/relationships/tags" Target="../tags/tag211.xml"/><Relationship Id="rId12" Type="http://schemas.openxmlformats.org/officeDocument/2006/relationships/tags" Target="../tags/tag212.xml"/><Relationship Id="rId13" Type="http://schemas.openxmlformats.org/officeDocument/2006/relationships/tags" Target="../tags/tag213.xml"/><Relationship Id="rId14" Type="http://schemas.openxmlformats.org/officeDocument/2006/relationships/tags" Target="../tags/tag214.xml"/><Relationship Id="rId15" Type="http://schemas.openxmlformats.org/officeDocument/2006/relationships/tags" Target="../tags/tag215.xml"/><Relationship Id="rId16" Type="http://schemas.openxmlformats.org/officeDocument/2006/relationships/tags" Target="../tags/tag216.xml"/><Relationship Id="rId17" Type="http://schemas.openxmlformats.org/officeDocument/2006/relationships/tags" Target="../tags/tag217.xml"/><Relationship Id="rId18" Type="http://schemas.openxmlformats.org/officeDocument/2006/relationships/tags" Target="../tags/tag218.xml"/><Relationship Id="rId19" Type="http://schemas.openxmlformats.org/officeDocument/2006/relationships/tags" Target="../tags/tag219.xml"/><Relationship Id="rId20" Type="http://schemas.openxmlformats.org/officeDocument/2006/relationships/tags" Target="../tags/tag220.xml"/><Relationship Id="rId21" Type="http://schemas.openxmlformats.org/officeDocument/2006/relationships/tags" Target="../tags/tag221.xml"/><Relationship Id="rId22" Type="http://schemas.openxmlformats.org/officeDocument/2006/relationships/tags" Target="../tags/tag222.xml"/><Relationship Id="rId23" Type="http://schemas.openxmlformats.org/officeDocument/2006/relationships/tags" Target="../tags/tag223.xml"/><Relationship Id="rId24" Type="http://schemas.openxmlformats.org/officeDocument/2006/relationships/slideLayout" Target="../slideLayouts/slideLayout6.xml"/><Relationship Id="rId2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子陵职场PPT1"/>
          <p:cNvSpPr/>
          <p:nvPr/>
        </p:nvSpPr>
        <p:spPr>
          <a:xfrm>
            <a:off x="0" y="-2"/>
            <a:ext cx="12192000" cy="685800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pic>
        <p:nvPicPr>
          <p:cNvPr id="2" name="子陵职场PPT2"/>
          <p:cNvPicPr>
            <a:picLocks noChangeAspect="1"/>
          </p:cNvPicPr>
          <p:nvPr/>
        </p:nvPicPr>
        <p:blipFill>
          <a:blip r:embed="rId1" cstate="print"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" y="-1"/>
            <a:ext cx="12190106" cy="6858000"/>
          </a:xfrm>
          <a:custGeom>
            <a:avLst/>
            <a:gdLst>
              <a:gd name="connsiteX0" fmla="*/ 0 w 12192000"/>
              <a:gd name="connsiteY0" fmla="*/ 0 h 4065273"/>
              <a:gd name="connsiteX1" fmla="*/ 12192000 w 12192000"/>
              <a:gd name="connsiteY1" fmla="*/ 0 h 4065273"/>
              <a:gd name="connsiteX2" fmla="*/ 12192000 w 12192000"/>
              <a:gd name="connsiteY2" fmla="*/ 4065273 h 4065273"/>
              <a:gd name="connsiteX3" fmla="*/ 0 w 12192000"/>
              <a:gd name="connsiteY3" fmla="*/ 4065273 h 4065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065273">
                <a:moveTo>
                  <a:pt x="0" y="0"/>
                </a:moveTo>
                <a:lnTo>
                  <a:pt x="12192000" y="0"/>
                </a:lnTo>
                <a:lnTo>
                  <a:pt x="12192000" y="4065273"/>
                </a:lnTo>
                <a:lnTo>
                  <a:pt x="0" y="4065273"/>
                </a:lnTo>
                <a:close/>
              </a:path>
            </a:pathLst>
          </a:custGeom>
        </p:spPr>
      </p:pic>
      <p:sp>
        <p:nvSpPr>
          <p:cNvPr id="10" name="子陵职场PPT3"/>
          <p:cNvSpPr/>
          <p:nvPr/>
        </p:nvSpPr>
        <p:spPr>
          <a:xfrm rot="16200000">
            <a:off x="5769097" y="461791"/>
            <a:ext cx="9619384" cy="9081858"/>
          </a:xfrm>
          <a:prstGeom prst="blockArc">
            <a:avLst>
              <a:gd name="adj1" fmla="val 10800000"/>
              <a:gd name="adj2" fmla="val 3966087"/>
              <a:gd name="adj3" fmla="val 24628"/>
            </a:avLst>
          </a:prstGeom>
          <a:gradFill flip="none" rotWithShape="1">
            <a:gsLst>
              <a:gs pos="65857">
                <a:srgbClr val="FFFFFF">
                  <a:alpha val="45000"/>
                </a:srgbClr>
              </a:gs>
              <a:gs pos="31302">
                <a:srgbClr val="FFFFFF">
                  <a:alpha val="21000"/>
                </a:srgbClr>
              </a:gs>
              <a:gs pos="200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HarmonyOS Sans SC" panose="00000500000000000000" charset="-122"/>
            </a:endParaRPr>
          </a:p>
        </p:txBody>
      </p:sp>
      <p:sp>
        <p:nvSpPr>
          <p:cNvPr id="12" name="子陵职场PPT4"/>
          <p:cNvSpPr/>
          <p:nvPr/>
        </p:nvSpPr>
        <p:spPr>
          <a:xfrm rot="13058952">
            <a:off x="9076654" y="1496426"/>
            <a:ext cx="6475058" cy="6475058"/>
          </a:xfrm>
          <a:prstGeom prst="blockArc">
            <a:avLst>
              <a:gd name="adj1" fmla="val 10800000"/>
              <a:gd name="adj2" fmla="val 3966087"/>
              <a:gd name="adj3" fmla="val 24628"/>
            </a:avLst>
          </a:prstGeom>
          <a:gradFill flip="none" rotWithShape="1">
            <a:gsLst>
              <a:gs pos="65857">
                <a:srgbClr val="FFFFFF">
                  <a:alpha val="45000"/>
                </a:srgbClr>
              </a:gs>
              <a:gs pos="31302">
                <a:srgbClr val="FFFFFF">
                  <a:alpha val="21000"/>
                </a:srgbClr>
              </a:gs>
              <a:gs pos="200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HarmonyOS Sans SC" panose="00000500000000000000" charset="-122"/>
            </a:endParaRPr>
          </a:p>
        </p:txBody>
      </p:sp>
      <p:cxnSp>
        <p:nvCxnSpPr>
          <p:cNvPr id="7" name="子陵职场PPT5"/>
          <p:cNvCxnSpPr/>
          <p:nvPr/>
        </p:nvCxnSpPr>
        <p:spPr>
          <a:xfrm>
            <a:off x="780094" y="4878297"/>
            <a:ext cx="2583423" cy="0"/>
          </a:xfrm>
          <a:prstGeom prst="line">
            <a:avLst/>
          </a:prstGeom>
          <a:noFill/>
          <a:ln w="76200" cap="rnd" cmpd="sng" algn="ctr">
            <a:gradFill flip="none" rotWithShape="1">
              <a:gsLst>
                <a:gs pos="0">
                  <a:srgbClr val="FFE69F">
                    <a:alpha val="0"/>
                  </a:srgbClr>
                </a:gs>
                <a:gs pos="100000">
                  <a:srgbClr val="FFEDB9"/>
                </a:gs>
              </a:gsLst>
              <a:lin ang="0" scaled="1"/>
            </a:gradFill>
            <a:prstDash val="solid"/>
            <a:round/>
          </a:ln>
          <a:effectLst/>
        </p:spPr>
      </p:cxnSp>
      <p:cxnSp>
        <p:nvCxnSpPr>
          <p:cNvPr id="15" name="子陵职场PPT6"/>
          <p:cNvCxnSpPr/>
          <p:nvPr/>
        </p:nvCxnSpPr>
        <p:spPr>
          <a:xfrm>
            <a:off x="2114698" y="3546785"/>
            <a:ext cx="1879307" cy="0"/>
          </a:xfrm>
          <a:prstGeom prst="line">
            <a:avLst/>
          </a:prstGeom>
          <a:noFill/>
          <a:ln w="50800" cap="rnd" cmpd="sng" algn="ctr">
            <a:gradFill flip="none" rotWithShape="1">
              <a:gsLst>
                <a:gs pos="0">
                  <a:srgbClr val="FFE69F">
                    <a:alpha val="0"/>
                  </a:srgbClr>
                </a:gs>
                <a:gs pos="100000">
                  <a:srgbClr val="FFEDB9"/>
                </a:gs>
              </a:gsLst>
              <a:lin ang="0" scaled="1"/>
            </a:gradFill>
            <a:prstDash val="solid"/>
            <a:round/>
          </a:ln>
          <a:effectLst/>
        </p:spPr>
      </p:cxnSp>
      <p:cxnSp>
        <p:nvCxnSpPr>
          <p:cNvPr id="16" name="子陵职场PPT7"/>
          <p:cNvCxnSpPr/>
          <p:nvPr/>
        </p:nvCxnSpPr>
        <p:spPr>
          <a:xfrm>
            <a:off x="7864308" y="3241013"/>
            <a:ext cx="3287621" cy="0"/>
          </a:xfrm>
          <a:prstGeom prst="line">
            <a:avLst/>
          </a:prstGeom>
          <a:noFill/>
          <a:ln w="63500" cap="rnd" cmpd="sng" algn="ctr">
            <a:gradFill flip="none" rotWithShape="1">
              <a:gsLst>
                <a:gs pos="0">
                  <a:srgbClr val="FFE69F">
                    <a:alpha val="0"/>
                  </a:srgbClr>
                </a:gs>
                <a:gs pos="100000">
                  <a:srgbClr val="FFEDB9"/>
                </a:gs>
              </a:gsLst>
              <a:lin ang="0" scaled="1"/>
            </a:gradFill>
            <a:prstDash val="solid"/>
            <a:round/>
          </a:ln>
          <a:effectLst/>
        </p:spPr>
      </p:cxnSp>
      <p:cxnSp>
        <p:nvCxnSpPr>
          <p:cNvPr id="20" name="子陵职场PPT8"/>
          <p:cNvCxnSpPr/>
          <p:nvPr/>
        </p:nvCxnSpPr>
        <p:spPr>
          <a:xfrm>
            <a:off x="7078300" y="2064994"/>
            <a:ext cx="1879307" cy="0"/>
          </a:xfrm>
          <a:prstGeom prst="line">
            <a:avLst/>
          </a:prstGeom>
          <a:noFill/>
          <a:ln w="50800" cap="rnd" cmpd="sng" algn="ctr">
            <a:gradFill flip="none" rotWithShape="1">
              <a:gsLst>
                <a:gs pos="0">
                  <a:srgbClr val="FFE69F">
                    <a:alpha val="0"/>
                  </a:srgbClr>
                </a:gs>
                <a:gs pos="100000">
                  <a:srgbClr val="FFEDB9"/>
                </a:gs>
              </a:gsLst>
              <a:lin ang="0" scaled="1"/>
            </a:gradFill>
            <a:prstDash val="solid"/>
            <a:round/>
          </a:ln>
          <a:effectLst/>
        </p:spPr>
      </p:cxnSp>
      <p:cxnSp>
        <p:nvCxnSpPr>
          <p:cNvPr id="21" name="子陵职场PPT9"/>
          <p:cNvCxnSpPr/>
          <p:nvPr/>
        </p:nvCxnSpPr>
        <p:spPr>
          <a:xfrm>
            <a:off x="-47256" y="2314297"/>
            <a:ext cx="2583423" cy="0"/>
          </a:xfrm>
          <a:prstGeom prst="line">
            <a:avLst/>
          </a:prstGeom>
          <a:noFill/>
          <a:ln w="76200" cap="rnd" cmpd="sng" algn="ctr">
            <a:gradFill flip="none" rotWithShape="1">
              <a:gsLst>
                <a:gs pos="0">
                  <a:srgbClr val="FFE69F">
                    <a:alpha val="0"/>
                  </a:srgbClr>
                </a:gs>
                <a:gs pos="100000">
                  <a:srgbClr val="FFEDB9"/>
                </a:gs>
              </a:gsLst>
              <a:lin ang="0" scaled="1"/>
            </a:gradFill>
            <a:prstDash val="solid"/>
            <a:round/>
          </a:ln>
          <a:effectLst/>
        </p:spPr>
      </p:cxnSp>
      <p:sp>
        <p:nvSpPr>
          <p:cNvPr id="22" name="子陵职场PPT10"/>
          <p:cNvSpPr txBox="1"/>
          <p:nvPr/>
        </p:nvSpPr>
        <p:spPr>
          <a:xfrm>
            <a:off x="2480945" y="1432560"/>
            <a:ext cx="4858385" cy="13582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8800">
                <a:gradFill>
                  <a:gsLst>
                    <a:gs pos="58000">
                      <a:srgbClr val="FCFACB"/>
                    </a:gs>
                    <a:gs pos="100000">
                      <a:srgbClr val="F5AE5E"/>
                    </a:gs>
                  </a:gsLst>
                  <a:lin ang="2700000" scaled="0"/>
                </a:gradFill>
                <a:latin typeface="方正小标宋简体" panose="02000000000000000000" charset="-122"/>
                <a:ea typeface="方正小标宋简体" panose="02000000000000000000" charset="-122"/>
                <a:cs typeface="HarmonyOS Sans SC" panose="00000500000000000000" charset="-122"/>
                <a:sym typeface="HarmonyOS Sans SC" panose="00000500000000000000" charset="-122"/>
              </a:rPr>
              <a:t>乘风破浪</a:t>
            </a:r>
            <a:endParaRPr lang="zh-CN" altLang="en-US" sz="8800">
              <a:gradFill>
                <a:gsLst>
                  <a:gs pos="58000">
                    <a:srgbClr val="FCFACB"/>
                  </a:gs>
                  <a:gs pos="100000">
                    <a:srgbClr val="F5AE5E"/>
                  </a:gs>
                </a:gsLst>
                <a:lin ang="2700000" scaled="0"/>
              </a:gradFill>
              <a:latin typeface="方正小标宋简体" panose="02000000000000000000" charset="-122"/>
              <a:ea typeface="方正小标宋简体" panose="02000000000000000000" charset="-122"/>
              <a:cs typeface="HarmonyOS Sans SC" panose="00000500000000000000" charset="-122"/>
              <a:sym typeface="HarmonyOS Sans SC" panose="00000500000000000000" charset="-122"/>
            </a:endParaRPr>
          </a:p>
        </p:txBody>
      </p:sp>
      <p:sp>
        <p:nvSpPr>
          <p:cNvPr id="23" name="子陵职场PPT11"/>
          <p:cNvSpPr txBox="1"/>
          <p:nvPr/>
        </p:nvSpPr>
        <p:spPr>
          <a:xfrm>
            <a:off x="3937635" y="3060065"/>
            <a:ext cx="4497705" cy="113411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8800">
                <a:gradFill>
                  <a:gsLst>
                    <a:gs pos="58000">
                      <a:srgbClr val="FCFACB"/>
                    </a:gs>
                    <a:gs pos="100000">
                      <a:srgbClr val="F5AE5E"/>
                    </a:gs>
                  </a:gsLst>
                  <a:lin ang="2700000" scaled="0"/>
                </a:gradFill>
                <a:latin typeface="方正小标宋简体" panose="02000000000000000000" charset="-122"/>
                <a:ea typeface="方正小标宋简体" panose="02000000000000000000" charset="-122"/>
                <a:cs typeface="HarmonyOS Sans SC" panose="00000500000000000000" charset="-122"/>
                <a:sym typeface="HarmonyOS Sans SC" panose="00000500000000000000" charset="-122"/>
              </a:rPr>
              <a:t>行稳致远</a:t>
            </a:r>
            <a:endParaRPr lang="zh-CN" altLang="en-US" sz="8800">
              <a:gradFill>
                <a:gsLst>
                  <a:gs pos="58000">
                    <a:srgbClr val="FCFACB"/>
                  </a:gs>
                  <a:gs pos="100000">
                    <a:srgbClr val="F5AE5E"/>
                  </a:gs>
                </a:gsLst>
                <a:lin ang="2700000" scaled="0"/>
              </a:gradFill>
              <a:latin typeface="方正小标宋简体" panose="02000000000000000000" charset="-122"/>
              <a:ea typeface="方正小标宋简体" panose="02000000000000000000" charset="-122"/>
              <a:cs typeface="HarmonyOS Sans SC" panose="00000500000000000000" charset="-122"/>
              <a:sym typeface="HarmonyOS Sans SC" panose="00000500000000000000" charset="-122"/>
            </a:endParaRPr>
          </a:p>
        </p:txBody>
      </p:sp>
      <p:pic>
        <p:nvPicPr>
          <p:cNvPr id="24" name="子陵职场PPT12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CFACB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2243365" y="1710182"/>
            <a:ext cx="2398955" cy="282230"/>
          </a:xfrm>
          <a:prstGeom prst="rect">
            <a:avLst/>
          </a:prstGeom>
        </p:spPr>
      </p:pic>
      <p:pic>
        <p:nvPicPr>
          <p:cNvPr id="25" name="子陵职场PPT13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CFACB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339029" y="4462996"/>
            <a:ext cx="3027981" cy="356233"/>
          </a:xfrm>
          <a:prstGeom prst="rect">
            <a:avLst/>
          </a:prstGeom>
        </p:spPr>
      </p:pic>
      <p:pic>
        <p:nvPicPr>
          <p:cNvPr id="26" name="子陵职场PPT14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CFACB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2722271" y="4374597"/>
            <a:ext cx="3027981" cy="356233"/>
          </a:xfrm>
          <a:prstGeom prst="rect">
            <a:avLst/>
          </a:prstGeom>
        </p:spPr>
      </p:pic>
      <p:sp>
        <p:nvSpPr>
          <p:cNvPr id="27" name="子陵职场PPT15"/>
          <p:cNvSpPr txBox="1"/>
          <p:nvPr/>
        </p:nvSpPr>
        <p:spPr>
          <a:xfrm>
            <a:off x="2722245" y="4834890"/>
            <a:ext cx="8690610" cy="1004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zh-CN" altLang="en-US" sz="6600" noProof="0" dirty="0">
                <a:ln>
                  <a:noFill/>
                </a:ln>
                <a:solidFill>
                  <a:schemeClr val="bg1"/>
                </a:solidFill>
                <a:effectLst>
                  <a:outerShdw blurRad="127000" dist="76200" dir="5400000" algn="t" rotWithShape="0">
                    <a:schemeClr val="accent1">
                      <a:alpha val="20000"/>
                    </a:schemeClr>
                  </a:outerShdw>
                </a:effectLst>
                <a:uLnTx/>
                <a:uFillTx/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  <a:sym typeface="+mn-ea"/>
              </a:rPr>
              <a:t>中科云清</a:t>
            </a:r>
            <a:r>
              <a:rPr lang="en-US" altLang="zh-CN" sz="6600" noProof="0" dirty="0">
                <a:ln>
                  <a:noFill/>
                </a:ln>
                <a:solidFill>
                  <a:schemeClr val="bg1"/>
                </a:solidFill>
                <a:effectLst>
                  <a:outerShdw blurRad="127000" dist="76200" dir="5400000" algn="t" rotWithShape="0">
                    <a:schemeClr val="accent1">
                      <a:alpha val="20000"/>
                    </a:schemeClr>
                  </a:outerShdw>
                </a:effectLst>
                <a:uLnTx/>
                <a:uFillTx/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  <a:sym typeface="+mn-ea"/>
              </a:rPr>
              <a:t>2025</a:t>
            </a:r>
            <a:r>
              <a:rPr lang="zh-CN" altLang="en-US" sz="6600" noProof="0" dirty="0">
                <a:ln>
                  <a:noFill/>
                </a:ln>
                <a:solidFill>
                  <a:schemeClr val="bg1"/>
                </a:solidFill>
                <a:effectLst>
                  <a:outerShdw blurRad="127000" dist="76200" dir="5400000" algn="t" rotWithShape="0">
                    <a:schemeClr val="accent1">
                      <a:alpha val="20000"/>
                    </a:schemeClr>
                  </a:outerShdw>
                </a:effectLst>
                <a:uLnTx/>
                <a:uFillTx/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  <a:sym typeface="+mn-ea"/>
              </a:rPr>
              <a:t>年度述职</a:t>
            </a:r>
            <a:endParaRPr lang="zh-CN" altLang="en-US" sz="6600" noProof="0" dirty="0">
              <a:ln>
                <a:noFill/>
              </a:ln>
              <a:solidFill>
                <a:schemeClr val="bg1"/>
              </a:solidFill>
              <a:effectLst>
                <a:outerShdw blurRad="127000" dist="76200" dir="5400000" algn="t" rotWithShape="0">
                  <a:schemeClr val="accent1">
                    <a:alpha val="20000"/>
                  </a:schemeClr>
                </a:outerShdw>
              </a:effectLst>
              <a:uLnTx/>
              <a:uFillTx/>
              <a:latin typeface="标准粗黑" panose="02000503000000000000" charset="-122"/>
              <a:ea typeface="标准粗黑" panose="02000503000000000000" charset="-122"/>
              <a:cs typeface="标准粗黑" panose="02000503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子陵职场PPT2"/>
          <p:cNvSpPr/>
          <p:nvPr userDrawn="1"/>
        </p:nvSpPr>
        <p:spPr>
          <a:xfrm>
            <a:off x="-9892" y="-4546"/>
            <a:ext cx="12212983" cy="686254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37000">
                <a:schemeClr val="accent1">
                  <a:lumMod val="7000"/>
                  <a:lumOff val="9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sp>
        <p:nvSpPr>
          <p:cNvPr id="36" name="子陵职场PPT3"/>
          <p:cNvSpPr/>
          <p:nvPr/>
        </p:nvSpPr>
        <p:spPr>
          <a:xfrm>
            <a:off x="9434195" y="2217420"/>
            <a:ext cx="2787650" cy="39179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23" h="6849">
                <a:moveTo>
                  <a:pt x="1534" y="0"/>
                </a:moveTo>
                <a:lnTo>
                  <a:pt x="4923" y="3764"/>
                </a:lnTo>
                <a:lnTo>
                  <a:pt x="4923" y="6849"/>
                </a:lnTo>
                <a:lnTo>
                  <a:pt x="0" y="1381"/>
                </a:lnTo>
                <a:lnTo>
                  <a:pt x="1534" y="0"/>
                </a:lnTo>
                <a:close/>
              </a:path>
            </a:pathLst>
          </a:cu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43" name="子陵职场PPT4"/>
          <p:cNvSpPr/>
          <p:nvPr/>
        </p:nvSpPr>
        <p:spPr>
          <a:xfrm>
            <a:off x="8862644" y="4523615"/>
            <a:ext cx="3071467" cy="23293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37" h="3668">
                <a:moveTo>
                  <a:pt x="1534" y="0"/>
                </a:moveTo>
                <a:lnTo>
                  <a:pt x="4837" y="3668"/>
                </a:lnTo>
                <a:lnTo>
                  <a:pt x="2059" y="3668"/>
                </a:lnTo>
                <a:lnTo>
                  <a:pt x="0" y="1381"/>
                </a:lnTo>
                <a:lnTo>
                  <a:pt x="1534" y="0"/>
                </a:lnTo>
                <a:close/>
              </a:path>
            </a:pathLst>
          </a:custGeom>
          <a:gradFill>
            <a:gsLst>
              <a:gs pos="36000">
                <a:srgbClr val="F7F7F7">
                  <a:alpha val="84000"/>
                </a:srgbClr>
              </a:gs>
              <a:gs pos="99000">
                <a:srgbClr val="F7F7F7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12" name="子陵职场PPT5"/>
          <p:cNvSpPr/>
          <p:nvPr/>
        </p:nvSpPr>
        <p:spPr>
          <a:xfrm>
            <a:off x="-8255" y="5225415"/>
            <a:ext cx="12223115" cy="1651000"/>
          </a:xfrm>
          <a:custGeom>
            <a:avLst/>
            <a:gdLst>
              <a:gd name="connsiteX0" fmla="*/ 0 w 19249"/>
              <a:gd name="connsiteY0" fmla="*/ 0 h 2600"/>
              <a:gd name="connsiteX1" fmla="*/ 9600 w 19249"/>
              <a:gd name="connsiteY1" fmla="*/ 1463 h 2600"/>
              <a:gd name="connsiteX2" fmla="*/ 19249 w 19249"/>
              <a:gd name="connsiteY2" fmla="*/ 0 h 2600"/>
              <a:gd name="connsiteX3" fmla="*/ 19249 w 19249"/>
              <a:gd name="connsiteY3" fmla="*/ 2600 h 2600"/>
              <a:gd name="connsiteX4" fmla="*/ 0 w 19249"/>
              <a:gd name="connsiteY4" fmla="*/ 2600 h 2600"/>
              <a:gd name="connsiteX5" fmla="*/ 0 w 19249"/>
              <a:gd name="connsiteY5" fmla="*/ 0 h 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49" h="2600">
                <a:moveTo>
                  <a:pt x="0" y="0"/>
                </a:moveTo>
                <a:cubicBezTo>
                  <a:pt x="3083" y="508"/>
                  <a:pt x="6524" y="-112"/>
                  <a:pt x="9600" y="1463"/>
                </a:cubicBezTo>
                <a:cubicBezTo>
                  <a:pt x="12900" y="-137"/>
                  <a:pt x="15916" y="508"/>
                  <a:pt x="19249" y="0"/>
                </a:cubicBezTo>
                <a:lnTo>
                  <a:pt x="19249" y="2600"/>
                </a:lnTo>
                <a:lnTo>
                  <a:pt x="0" y="26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子陵职场PPT6"/>
          <p:cNvGrpSpPr/>
          <p:nvPr/>
        </p:nvGrpSpPr>
        <p:grpSpPr>
          <a:xfrm>
            <a:off x="4142740" y="-540385"/>
            <a:ext cx="8107045" cy="3078480"/>
            <a:chOff x="2725" y="-1129"/>
            <a:chExt cx="16566" cy="6290"/>
          </a:xfrm>
        </p:grpSpPr>
        <p:grpSp>
          <p:nvGrpSpPr>
            <p:cNvPr id="14" name="组合 13"/>
            <p:cNvGrpSpPr/>
            <p:nvPr/>
          </p:nvGrpSpPr>
          <p:grpSpPr>
            <a:xfrm>
              <a:off x="2725" y="-25"/>
              <a:ext cx="16566" cy="5186"/>
              <a:chOff x="9145" y="5726"/>
              <a:chExt cx="16566" cy="5186"/>
            </a:xfrm>
          </p:grpSpPr>
          <p:sp>
            <p:nvSpPr>
              <p:cNvPr id="15" name="子陵职场PPT6-1"/>
              <p:cNvSpPr/>
              <p:nvPr/>
            </p:nvSpPr>
            <p:spPr>
              <a:xfrm>
                <a:off x="17263" y="5726"/>
                <a:ext cx="8220" cy="3825"/>
              </a:xfrm>
              <a:custGeom>
                <a:avLst/>
                <a:gdLst>
                  <a:gd name="connsiteX0" fmla="*/ 0 w 7695"/>
                  <a:gd name="connsiteY0" fmla="*/ 0 h 3270"/>
                  <a:gd name="connsiteX1" fmla="*/ 7695 w 7695"/>
                  <a:gd name="connsiteY1" fmla="*/ 19 h 3270"/>
                  <a:gd name="connsiteX2" fmla="*/ 7695 w 7695"/>
                  <a:gd name="connsiteY2" fmla="*/ 3270 h 3270"/>
                  <a:gd name="connsiteX3" fmla="*/ 2565 w 7695"/>
                  <a:gd name="connsiteY3" fmla="*/ 2595 h 3270"/>
                  <a:gd name="connsiteX4" fmla="*/ 0 w 7695"/>
                  <a:gd name="connsiteY4" fmla="*/ 0 h 3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95" h="3270">
                    <a:moveTo>
                      <a:pt x="0" y="0"/>
                    </a:moveTo>
                    <a:lnTo>
                      <a:pt x="7695" y="19"/>
                    </a:lnTo>
                    <a:lnTo>
                      <a:pt x="7695" y="3270"/>
                    </a:lnTo>
                    <a:cubicBezTo>
                      <a:pt x="4110" y="3255"/>
                      <a:pt x="3285" y="3270"/>
                      <a:pt x="2565" y="259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>
                <a:outerShdw blurRad="63500" sx="102000" sy="102000" algn="ctr" rotWithShape="0">
                  <a:srgbClr val="3D3838">
                    <a:alpha val="10000"/>
                  </a:srgb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子陵职场PPT6-2"/>
              <p:cNvSpPr/>
              <p:nvPr/>
            </p:nvSpPr>
            <p:spPr>
              <a:xfrm>
                <a:off x="18016" y="5785"/>
                <a:ext cx="7638" cy="3211"/>
              </a:xfrm>
              <a:custGeom>
                <a:avLst/>
                <a:gdLst>
                  <a:gd name="connsiteX0" fmla="*/ 0 w 7695"/>
                  <a:gd name="connsiteY0" fmla="*/ 0 h 3270"/>
                  <a:gd name="connsiteX1" fmla="*/ 7695 w 7695"/>
                  <a:gd name="connsiteY1" fmla="*/ 19 h 3270"/>
                  <a:gd name="connsiteX2" fmla="*/ 7695 w 7695"/>
                  <a:gd name="connsiteY2" fmla="*/ 3270 h 3270"/>
                  <a:gd name="connsiteX3" fmla="*/ 2565 w 7695"/>
                  <a:gd name="connsiteY3" fmla="*/ 2595 h 3270"/>
                  <a:gd name="connsiteX4" fmla="*/ 0 w 7695"/>
                  <a:gd name="connsiteY4" fmla="*/ 0 h 3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95" h="3270">
                    <a:moveTo>
                      <a:pt x="0" y="0"/>
                    </a:moveTo>
                    <a:lnTo>
                      <a:pt x="7695" y="19"/>
                    </a:lnTo>
                    <a:lnTo>
                      <a:pt x="7695" y="3270"/>
                    </a:lnTo>
                    <a:cubicBezTo>
                      <a:pt x="4110" y="3255"/>
                      <a:pt x="3285" y="3270"/>
                      <a:pt x="2565" y="2595"/>
                    </a:cubicBez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子陵职场PPT6-3"/>
              <p:cNvSpPr/>
              <p:nvPr/>
            </p:nvSpPr>
            <p:spPr>
              <a:xfrm>
                <a:off x="9145" y="5726"/>
                <a:ext cx="16516" cy="5186"/>
              </a:xfrm>
              <a:custGeom>
                <a:avLst/>
                <a:gdLst>
                  <a:gd name="connsiteX0" fmla="*/ 0 w 16516"/>
                  <a:gd name="connsiteY0" fmla="*/ 0 h 5186"/>
                  <a:gd name="connsiteX1" fmla="*/ 16516 w 16516"/>
                  <a:gd name="connsiteY1" fmla="*/ 0 h 5186"/>
                  <a:gd name="connsiteX2" fmla="*/ 16508 w 16516"/>
                  <a:gd name="connsiteY2" fmla="*/ 5186 h 5186"/>
                  <a:gd name="connsiteX3" fmla="*/ 11775 w 16516"/>
                  <a:gd name="connsiteY3" fmla="*/ 934 h 5186"/>
                  <a:gd name="connsiteX4" fmla="*/ 0 w 16516"/>
                  <a:gd name="connsiteY4" fmla="*/ 0 h 5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16" h="5186">
                    <a:moveTo>
                      <a:pt x="0" y="0"/>
                    </a:moveTo>
                    <a:lnTo>
                      <a:pt x="16516" y="0"/>
                    </a:lnTo>
                    <a:lnTo>
                      <a:pt x="16508" y="5186"/>
                    </a:lnTo>
                    <a:cubicBezTo>
                      <a:pt x="14508" y="3320"/>
                      <a:pt x="13258" y="2084"/>
                      <a:pt x="11775" y="934"/>
                    </a:cubicBezTo>
                    <a:cubicBezTo>
                      <a:pt x="11125" y="334"/>
                      <a:pt x="491" y="1337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子陵职场PPT6-4"/>
              <p:cNvSpPr/>
              <p:nvPr/>
            </p:nvSpPr>
            <p:spPr>
              <a:xfrm rot="10800000">
                <a:off x="22695" y="5726"/>
                <a:ext cx="3016" cy="2633"/>
              </a:xfrm>
              <a:custGeom>
                <a:avLst/>
                <a:gdLst>
                  <a:gd name="connsiteX0" fmla="*/ 27 w 3016"/>
                  <a:gd name="connsiteY0" fmla="*/ 2623 h 2633"/>
                  <a:gd name="connsiteX1" fmla="*/ 0 w 3016"/>
                  <a:gd name="connsiteY1" fmla="*/ 0 h 2633"/>
                  <a:gd name="connsiteX2" fmla="*/ 3016 w 3016"/>
                  <a:gd name="connsiteY2" fmla="*/ 2633 h 2633"/>
                  <a:gd name="connsiteX3" fmla="*/ 27 w 3016"/>
                  <a:gd name="connsiteY3" fmla="*/ 2623 h 2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16" h="2633">
                    <a:moveTo>
                      <a:pt x="27" y="2623"/>
                    </a:moveTo>
                    <a:lnTo>
                      <a:pt x="0" y="0"/>
                    </a:lnTo>
                    <a:lnTo>
                      <a:pt x="3016" y="2633"/>
                    </a:lnTo>
                    <a:lnTo>
                      <a:pt x="27" y="262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80000"/>
                      <a:lumOff val="20000"/>
                      <a:alpha val="100000"/>
                    </a:schemeClr>
                  </a:gs>
                  <a:gs pos="92000">
                    <a:schemeClr val="accent2">
                      <a:alpha val="100000"/>
                    </a:scheme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</p:grpSp>
        <p:sp>
          <p:nvSpPr>
            <p:cNvPr id="23" name="子陵职场PPT6-5"/>
            <p:cNvSpPr/>
            <p:nvPr/>
          </p:nvSpPr>
          <p:spPr>
            <a:xfrm rot="19620000">
              <a:off x="16344" y="-1129"/>
              <a:ext cx="2322" cy="546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22" h="5468">
                  <a:moveTo>
                    <a:pt x="0" y="0"/>
                  </a:moveTo>
                  <a:lnTo>
                    <a:pt x="1002" y="651"/>
                  </a:lnTo>
                  <a:lnTo>
                    <a:pt x="2322" y="5252"/>
                  </a:lnTo>
                  <a:lnTo>
                    <a:pt x="1568" y="54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F7F7F7"/>
                </a:gs>
                <a:gs pos="99000">
                  <a:srgbClr val="F7F7F7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24" name="子陵职场PPT7"/>
          <p:cNvSpPr/>
          <p:nvPr/>
        </p:nvSpPr>
        <p:spPr>
          <a:xfrm rot="19620000">
            <a:off x="1550787" y="-655613"/>
            <a:ext cx="1036320" cy="461332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7265">
                <a:moveTo>
                  <a:pt x="0" y="0"/>
                </a:moveTo>
                <a:lnTo>
                  <a:pt x="1632" y="1060"/>
                </a:lnTo>
                <a:lnTo>
                  <a:pt x="1632" y="7265"/>
                </a:lnTo>
                <a:lnTo>
                  <a:pt x="0" y="726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67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" name="子陵职场PPT8"/>
          <p:cNvSpPr/>
          <p:nvPr/>
        </p:nvSpPr>
        <p:spPr>
          <a:xfrm rot="5400000">
            <a:off x="-593090" y="2233295"/>
            <a:ext cx="2197735" cy="1002665"/>
          </a:xfrm>
          <a:prstGeom prst="triangle">
            <a:avLst/>
          </a:prstGeom>
          <a:gradFill>
            <a:gsLst>
              <a:gs pos="36000">
                <a:srgbClr val="F7F7F7"/>
              </a:gs>
              <a:gs pos="99000">
                <a:srgbClr val="F7F7F7">
                  <a:alpha val="6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7" name="子陵职场PPT9"/>
          <p:cNvSpPr/>
          <p:nvPr/>
        </p:nvSpPr>
        <p:spPr>
          <a:xfrm rot="19620000">
            <a:off x="3345180" y="-610870"/>
            <a:ext cx="1036320" cy="40874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6506">
                <a:moveTo>
                  <a:pt x="0" y="0"/>
                </a:moveTo>
                <a:lnTo>
                  <a:pt x="1632" y="1060"/>
                </a:lnTo>
                <a:lnTo>
                  <a:pt x="1632" y="6506"/>
                </a:lnTo>
                <a:lnTo>
                  <a:pt x="0" y="650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67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子陵职场PPT10"/>
          <p:cNvSpPr txBox="1"/>
          <p:nvPr/>
        </p:nvSpPr>
        <p:spPr>
          <a:xfrm>
            <a:off x="3759835" y="865505"/>
            <a:ext cx="8335010" cy="3658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23900">
                <a:solidFill>
                  <a:schemeClr val="accent1">
                    <a:alpha val="13000"/>
                  </a:schemeClr>
                </a:solidFill>
                <a:effectLst/>
                <a:latin typeface="+mj-ea"/>
                <a:ea typeface="+mj-ea"/>
                <a:sym typeface="+mn-ea"/>
              </a:rPr>
              <a:t>2026</a:t>
            </a:r>
            <a:endParaRPr lang="en-US" altLang="zh-CN" sz="23900">
              <a:solidFill>
                <a:schemeClr val="accent1">
                  <a:alpha val="13000"/>
                </a:schemeClr>
              </a:solidFill>
              <a:effectLst/>
              <a:latin typeface="+mj-ea"/>
              <a:ea typeface="+mj-ea"/>
              <a:sym typeface="+mn-ea"/>
            </a:endParaRPr>
          </a:p>
        </p:txBody>
      </p:sp>
      <p:sp>
        <p:nvSpPr>
          <p:cNvPr id="5" name="子陵职场PPT11"/>
          <p:cNvSpPr txBox="1"/>
          <p:nvPr>
            <p:custDataLst>
              <p:tags r:id="rId1"/>
            </p:custDataLst>
          </p:nvPr>
        </p:nvSpPr>
        <p:spPr>
          <a:xfrm>
            <a:off x="1327150" y="1449705"/>
            <a:ext cx="9252585" cy="1355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6600" b="1" noProof="0" dirty="0">
              <a:ln>
                <a:noFill/>
              </a:ln>
              <a:gradFill flip="none" rotWithShape="1">
                <a:gsLst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effectLst/>
              <a:uLnTx/>
              <a:uFillTx/>
              <a:latin typeface="演示镇魂行楷" panose="00000500000000000000" charset="-122"/>
              <a:ea typeface="演示镇魂行楷" panose="00000500000000000000" charset="-122"/>
              <a:sym typeface="+mn-ea"/>
            </a:endParaRPr>
          </a:p>
        </p:txBody>
      </p:sp>
      <p:sp>
        <p:nvSpPr>
          <p:cNvPr id="6" name="子陵职场PPT12"/>
          <p:cNvSpPr txBox="1"/>
          <p:nvPr>
            <p:custDataLst>
              <p:tags r:id="rId2"/>
            </p:custDataLst>
          </p:nvPr>
        </p:nvSpPr>
        <p:spPr>
          <a:xfrm>
            <a:off x="1150620" y="2030095"/>
            <a:ext cx="10489565" cy="1918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6600" b="1" noProof="0" dirty="0">
                <a:ln>
                  <a:noFill/>
                </a:ln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演示镇魂行楷" panose="00000500000000000000" charset="-122"/>
                <a:ea typeface="演示镇魂行楷" panose="00000500000000000000" charset="-122"/>
                <a:sym typeface="+mn-ea"/>
              </a:rPr>
              <a:t>2025年度工作总结及</a:t>
            </a:r>
            <a:endParaRPr lang="zh-CN" altLang="en-US" sz="6600" b="1" noProof="0" dirty="0">
              <a:ln>
                <a:noFill/>
              </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0" scaled="1"/>
                <a:tileRect/>
              </a:gradFill>
              <a:effectLst/>
              <a:uLnTx/>
              <a:uFillTx/>
              <a:latin typeface="演示镇魂行楷" panose="00000500000000000000" charset="-122"/>
              <a:ea typeface="演示镇魂行楷" panose="00000500000000000000" charset="-122"/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6600" b="1" noProof="0" dirty="0">
                <a:ln>
                  <a:noFill/>
                </a:ln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演示镇魂行楷" panose="00000500000000000000" charset="-122"/>
                <a:ea typeface="演示镇魂行楷" panose="00000500000000000000" charset="-122"/>
                <a:sym typeface="+mn-ea"/>
              </a:rPr>
              <a:t> </a:t>
            </a:r>
            <a:r>
              <a:rPr lang="en-US" altLang="zh-CN" sz="6600" b="1" noProof="0" dirty="0">
                <a:ln>
                  <a:noFill/>
                </a:ln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演示镇魂行楷" panose="00000500000000000000" charset="-122"/>
                <a:ea typeface="演示镇魂行楷" panose="00000500000000000000" charset="-122"/>
                <a:sym typeface="+mn-ea"/>
              </a:rPr>
              <a:t>       2026</a:t>
            </a:r>
            <a:r>
              <a:rPr lang="zh-CN" altLang="en-US" sz="6600" b="1" noProof="0" dirty="0">
                <a:ln>
                  <a:noFill/>
                </a:ln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演示镇魂行楷" panose="00000500000000000000" charset="-122"/>
                <a:ea typeface="演示镇魂行楷" panose="00000500000000000000" charset="-122"/>
                <a:sym typeface="+mn-ea"/>
              </a:rPr>
              <a:t>年工作规划</a:t>
            </a:r>
            <a:endParaRPr lang="zh-CN" altLang="en-US" sz="6600" b="1" noProof="0" dirty="0">
              <a:ln>
                <a:noFill/>
              </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0" scaled="1"/>
                <a:tileRect/>
              </a:gradFill>
              <a:effectLst/>
              <a:uLnTx/>
              <a:uFillTx/>
              <a:latin typeface="演示镇魂行楷" panose="00000500000000000000" charset="-122"/>
              <a:ea typeface="演示镇魂行楷" panose="000005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06440" y="4558030"/>
            <a:ext cx="4572000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汇报人：</a:t>
            </a:r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  </a:t>
            </a:r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部门</a:t>
            </a:r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+</a:t>
            </a:r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姓名</a:t>
            </a:r>
            <a:endParaRPr lang="zh-CN" altLang="en-US" sz="2400">
              <a:solidFill>
                <a:schemeClr val="tx1">
                  <a:lumMod val="65000"/>
                  <a:lumOff val="35000"/>
                </a:schemeClr>
              </a:solidFill>
              <a:effectLst/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>
          <a:xfrm>
            <a:off x="809625" y="241935"/>
            <a:ext cx="4690745" cy="589280"/>
          </a:xfrm>
        </p:spPr>
        <p:txBody>
          <a:bodyPr>
            <a:normAutofit/>
          </a:bodyPr>
          <a:lstStyle/>
          <a:p>
            <a:r>
              <a:rPr lang="en-US" altLang="zh-CN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PPT</a:t>
            </a:r>
            <a:r>
              <a:rPr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编写内容说明</a:t>
            </a:r>
            <a:endParaRPr lang="zh-CN" altLang="en-US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sym typeface="+mn-ea"/>
            </a:endParaRPr>
          </a:p>
        </p:txBody>
      </p:sp>
      <p:sp>
        <p:nvSpPr>
          <p:cNvPr id="53" name="子陵职场PPT28"/>
          <p:cNvSpPr txBox="1"/>
          <p:nvPr>
            <p:custDataLst>
              <p:tags r:id="rId1"/>
            </p:custDataLst>
          </p:nvPr>
        </p:nvSpPr>
        <p:spPr>
          <a:xfrm>
            <a:off x="8430895" y="3437890"/>
            <a:ext cx="2310765" cy="810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b="1" dirty="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2"/>
                  </a:gs>
                </a:gsLst>
                <a:lin ang="10800000" scaled="0"/>
              </a:gradFill>
              <a:effectLst/>
              <a:latin typeface="+mj-ea"/>
              <a:ea typeface="+mj-ea"/>
              <a:cs typeface="HarmonyOS Sans SC" panose="00000500000000000000" charset="-122"/>
              <a:sym typeface="+mn-ea"/>
            </a:endParaRPr>
          </a:p>
          <a:p>
            <a:pPr lv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b="1" dirty="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2"/>
                  </a:gs>
                </a:gsLst>
                <a:lin ang="10800000" scaled="0"/>
              </a:gradFill>
              <a:effectLst/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0670" y="727075"/>
            <a:ext cx="11503660" cy="581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一、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2025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年度工作总结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1、部门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岗位职责定位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2、总结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2025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年工作成果，年度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月度计划完成情况回顾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3、概述工作中存在的问题、经验教训分享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团队协作、梯队打造、案例分享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、改进措施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二、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年工作规划</a:t>
            </a:r>
            <a:endParaRPr lang="zh-CN" altLang="en-US" sz="14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年总体目标/主要事项</a:t>
            </a:r>
            <a:endParaRPr lang="zh-CN" altLang="en-US" sz="14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各项费用支出预算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（管理岗）</a:t>
            </a:r>
            <a:endParaRPr lang="zh-CN" altLang="en-US" sz="14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年市场情况分析</a:t>
            </a:r>
            <a:endParaRPr lang="zh-CN" altLang="en-US" sz="14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、完成预算目标/主要事项工作思路及进度安排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、完成预算目标/主要事项需要的支持和保障，以及存在的风险及预防措施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、部门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组的制度流程建设、组织架构、团队培养、梯队建设目标（管理岗）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年自身能力建设计划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三、其他说明</a:t>
            </a:r>
            <a:endParaRPr lang="zh-CN" altLang="en-US" sz="14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1、对职能部门工作评价，好的经验、存在问题和改进建议 </a:t>
            </a:r>
            <a:endParaRPr lang="en-US" altLang="zh-CN" sz="14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2、对营销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售前工作评价，好的经验、存在问题和改进建议</a:t>
            </a:r>
            <a:endParaRPr lang="en-US" altLang="zh-CN" sz="14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、对公司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、技术、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研发、实施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工作评价，好的经验、存在问题和改进建议</a:t>
            </a:r>
            <a:endParaRPr lang="en-US" altLang="zh-CN" sz="14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、对公司的总体看法和评价(发扬和推广的好的经验、不足和改进建议)</a:t>
            </a:r>
            <a:endParaRPr lang="zh-CN" altLang="en-US" sz="14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、降本增效的措施</a:t>
            </a:r>
            <a:endParaRPr lang="zh-CN" altLang="en-US" sz="14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、对公司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年工作的合理化建议</a:t>
            </a:r>
            <a:endParaRPr lang="zh-CN" altLang="en-US" sz="1400" dirty="0">
              <a:solidFill>
                <a:srgbClr val="333333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子陵职场PPT1"/>
          <p:cNvSpPr/>
          <p:nvPr/>
        </p:nvSpPr>
        <p:spPr>
          <a:xfrm>
            <a:off x="0" y="-2"/>
            <a:ext cx="12192000" cy="685800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47" name="子陵职场PPT2"/>
          <p:cNvSpPr txBox="1"/>
          <p:nvPr/>
        </p:nvSpPr>
        <p:spPr>
          <a:xfrm>
            <a:off x="2405519" y="843391"/>
            <a:ext cx="59064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dirty="0">
                <a:solidFill>
                  <a:schemeClr val="bg1">
                    <a:alpha val="15000"/>
                  </a:schemeClr>
                </a:solidFill>
                <a:effectLst>
                  <a:outerShdw blurRad="254000" sx="97000" sy="97000" algn="ctr" rotWithShape="0">
                    <a:schemeClr val="accent1">
                      <a:alpha val="20000"/>
                    </a:schemeClr>
                  </a:outerShdw>
                </a:effectLst>
                <a:latin typeface="+mj-ea"/>
                <a:ea typeface="+mj-ea"/>
                <a:cs typeface="HarmonyOS Sans SC" panose="00000500000000000000" charset="-122"/>
              </a:rPr>
              <a:t>CONTENTS</a:t>
            </a:r>
            <a:endParaRPr lang="en-US" altLang="zh-CN" sz="7200" dirty="0">
              <a:solidFill>
                <a:schemeClr val="bg1">
                  <a:alpha val="15000"/>
                </a:schemeClr>
              </a:solidFill>
              <a:effectLst>
                <a:outerShdw blurRad="254000" sx="97000" sy="97000" algn="ctr" rotWithShape="0">
                  <a:schemeClr val="accent1">
                    <a:alpha val="20000"/>
                  </a:schemeClr>
                </a:outerShdw>
              </a:effectLst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6" name="子陵职场PPT3"/>
          <p:cNvSpPr txBox="1"/>
          <p:nvPr/>
        </p:nvSpPr>
        <p:spPr>
          <a:xfrm>
            <a:off x="863458" y="720090"/>
            <a:ext cx="23751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solidFill>
                  <a:schemeClr val="bg1"/>
                </a:solidFill>
                <a:effectLst>
                  <a:outerShdw blurRad="254000" sx="97000" sy="97000" algn="ctr" rotWithShape="0">
                    <a:schemeClr val="accent1">
                      <a:alpha val="20000"/>
                    </a:schemeClr>
                  </a:outerShdw>
                </a:effectLst>
                <a:latin typeface="+mj-ea"/>
                <a:ea typeface="+mj-ea"/>
                <a:cs typeface="HarmonyOS Sans SC" panose="00000500000000000000" charset="-122"/>
              </a:rPr>
              <a:t>目录</a:t>
            </a:r>
            <a:endParaRPr lang="zh-CN" altLang="en-US" sz="8000" dirty="0">
              <a:solidFill>
                <a:schemeClr val="bg1"/>
              </a:solidFill>
              <a:effectLst>
                <a:outerShdw blurRad="254000" sx="97000" sy="97000" algn="ctr" rotWithShape="0">
                  <a:schemeClr val="accent1">
                    <a:alpha val="20000"/>
                  </a:schemeClr>
                </a:outerShdw>
              </a:effectLst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19" name="子陵职场PPT4"/>
          <p:cNvSpPr/>
          <p:nvPr>
            <p:custDataLst>
              <p:tags r:id="rId1"/>
            </p:custDataLst>
          </p:nvPr>
        </p:nvSpPr>
        <p:spPr>
          <a:xfrm>
            <a:off x="-12700" y="3066415"/>
            <a:ext cx="12214860" cy="3791585"/>
          </a:xfrm>
          <a:custGeom>
            <a:avLst/>
            <a:gdLst>
              <a:gd name="connsiteX0" fmla="*/ 19205 w 19205"/>
              <a:gd name="connsiteY0" fmla="*/ 0 h 5971"/>
              <a:gd name="connsiteX1" fmla="*/ 19200 w 19205"/>
              <a:gd name="connsiteY1" fmla="*/ 5971 h 5971"/>
              <a:gd name="connsiteX2" fmla="*/ 0 w 19205"/>
              <a:gd name="connsiteY2" fmla="*/ 5971 h 5971"/>
              <a:gd name="connsiteX3" fmla="*/ 6 w 19205"/>
              <a:gd name="connsiteY3" fmla="*/ 0 h 5971"/>
              <a:gd name="connsiteX4" fmla="*/ 19205 w 19205"/>
              <a:gd name="connsiteY4" fmla="*/ 0 h 5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05" h="5971">
                <a:moveTo>
                  <a:pt x="19205" y="0"/>
                </a:moveTo>
                <a:lnTo>
                  <a:pt x="19200" y="5971"/>
                </a:lnTo>
                <a:lnTo>
                  <a:pt x="0" y="5971"/>
                </a:lnTo>
                <a:lnTo>
                  <a:pt x="6" y="0"/>
                </a:lnTo>
                <a:lnTo>
                  <a:pt x="19205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10000"/>
                  <a:lumOff val="90000"/>
                </a:schemeClr>
              </a:gs>
              <a:gs pos="54000">
                <a:schemeClr val="accent1">
                  <a:lumMod val="0"/>
                  <a:lumOff val="100000"/>
                </a:schemeClr>
              </a:gs>
              <a:gs pos="0">
                <a:schemeClr val="accent1">
                  <a:lumMod val="10000"/>
                  <a:lumOff val="9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cs typeface="HarmonyOS Sans SC" panose="00000500000000000000" charset="-122"/>
            </a:endParaRPr>
          </a:p>
        </p:txBody>
      </p:sp>
      <p:sp>
        <p:nvSpPr>
          <p:cNvPr id="103" name="子陵职场PPT5"/>
          <p:cNvSpPr/>
          <p:nvPr>
            <p:custDataLst>
              <p:tags r:id="rId2"/>
            </p:custDataLst>
          </p:nvPr>
        </p:nvSpPr>
        <p:spPr>
          <a:xfrm>
            <a:off x="10170" y="6760121"/>
            <a:ext cx="12192000" cy="13889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10" name="子陵职场PPT6"/>
          <p:cNvSpPr/>
          <p:nvPr>
            <p:custDataLst>
              <p:tags r:id="rId3"/>
            </p:custDataLst>
          </p:nvPr>
        </p:nvSpPr>
        <p:spPr>
          <a:xfrm>
            <a:off x="886460" y="2327275"/>
            <a:ext cx="2447925" cy="3554095"/>
          </a:xfrm>
          <a:prstGeom prst="roundRect">
            <a:avLst>
              <a:gd name="adj" fmla="val 4684"/>
            </a:avLst>
          </a:prstGeom>
          <a:solidFill>
            <a:schemeClr val="bg1"/>
          </a:solidFill>
          <a:ln w="0" cap="flat" cmpd="sng" algn="ctr">
            <a:noFill/>
            <a:prstDash val="solid"/>
            <a:miter lim="800000"/>
          </a:ln>
          <a:effectLst>
            <a:outerShdw blurRad="381000" dist="190500" dir="5400000" sx="102000" sy="102000" algn="t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20" name="子陵职场PPT7"/>
          <p:cNvSpPr txBox="1"/>
          <p:nvPr>
            <p:custDataLst>
              <p:tags r:id="rId4"/>
            </p:custDataLst>
          </p:nvPr>
        </p:nvSpPr>
        <p:spPr>
          <a:xfrm>
            <a:off x="999490" y="4236720"/>
            <a:ext cx="2238375" cy="1244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kumimoji="1" lang="en-US" altLang="zh-CN" sz="3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HarmonyOS Sans SC" panose="00000500000000000000" charset="-122"/>
              </a:rPr>
              <a:t>2025</a:t>
            </a:r>
            <a:r>
              <a:rPr kumimoji="1" lang="zh-CN" altLang="en-US" sz="3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HarmonyOS Sans SC" panose="00000500000000000000" charset="-122"/>
              </a:rPr>
              <a:t>年</a:t>
            </a:r>
            <a:endParaRPr kumimoji="1" lang="zh-CN" altLang="en-US" sz="3200" b="1" spc="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HarmonyOS Sans SC" panose="00000500000000000000" charset="-122"/>
            </a:endParaRPr>
          </a:p>
          <a:p>
            <a:pPr algn="ctr"/>
            <a:r>
              <a:rPr kumimoji="1" lang="zh-CN" altLang="en-US" sz="3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HarmonyOS Sans SC" panose="00000500000000000000" charset="-122"/>
              </a:rPr>
              <a:t>工作总结</a:t>
            </a:r>
            <a:endParaRPr kumimoji="1" lang="zh-CN" altLang="en-US" sz="3200" spc="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HarmonyOS Sans SC" panose="00000500000000000000" charset="-122"/>
            </a:endParaRPr>
          </a:p>
          <a:p>
            <a:pPr algn="ctr"/>
            <a:endParaRPr kumimoji="1" lang="zh-CN" altLang="en-US" sz="3200" spc="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HarmonyOS Sans SC" panose="00000500000000000000" charset="-122"/>
            </a:endParaRPr>
          </a:p>
        </p:txBody>
      </p:sp>
      <p:grpSp>
        <p:nvGrpSpPr>
          <p:cNvPr id="6296" name="子陵职场PPT8"/>
          <p:cNvGrpSpPr/>
          <p:nvPr>
            <p:custDataLst>
              <p:tags r:id="rId5"/>
            </p:custDataLst>
          </p:nvPr>
        </p:nvGrpSpPr>
        <p:grpSpPr>
          <a:xfrm>
            <a:off x="1712595" y="3057525"/>
            <a:ext cx="897255" cy="888365"/>
            <a:chOff x="946175" y="3619500"/>
            <a:chExt cx="296975" cy="293825"/>
          </a:xfrm>
        </p:grpSpPr>
        <p:sp>
          <p:nvSpPr>
            <p:cNvPr id="6297" name="子陵职场PPT8-1"/>
            <p:cNvSpPr/>
            <p:nvPr>
              <p:custDataLst>
                <p:tags r:id="rId6"/>
              </p:custDataLst>
            </p:nvPr>
          </p:nvSpPr>
          <p:spPr>
            <a:xfrm>
              <a:off x="963525" y="3619500"/>
              <a:ext cx="207950" cy="293825"/>
            </a:xfrm>
            <a:custGeom>
              <a:avLst/>
              <a:gdLst/>
              <a:ahLst/>
              <a:cxnLst/>
              <a:rect l="l" t="t" r="r" b="b"/>
              <a:pathLst>
                <a:path w="8318" h="11753" extrusionOk="0">
                  <a:moveTo>
                    <a:pt x="3828" y="2742"/>
                  </a:moveTo>
                  <a:cubicBezTo>
                    <a:pt x="3915" y="2742"/>
                    <a:pt x="4001" y="2773"/>
                    <a:pt x="4064" y="2836"/>
                  </a:cubicBezTo>
                  <a:cubicBezTo>
                    <a:pt x="4253" y="2994"/>
                    <a:pt x="4253" y="3183"/>
                    <a:pt x="4096" y="3340"/>
                  </a:cubicBezTo>
                  <a:lnTo>
                    <a:pt x="2678" y="4695"/>
                  </a:lnTo>
                  <a:cubicBezTo>
                    <a:pt x="2615" y="4790"/>
                    <a:pt x="2520" y="4821"/>
                    <a:pt x="2457" y="4821"/>
                  </a:cubicBezTo>
                  <a:cubicBezTo>
                    <a:pt x="2363" y="4821"/>
                    <a:pt x="2268" y="4790"/>
                    <a:pt x="2205" y="4695"/>
                  </a:cubicBezTo>
                  <a:lnTo>
                    <a:pt x="1512" y="4002"/>
                  </a:lnTo>
                  <a:cubicBezTo>
                    <a:pt x="1386" y="3876"/>
                    <a:pt x="1386" y="3655"/>
                    <a:pt x="1512" y="3529"/>
                  </a:cubicBezTo>
                  <a:cubicBezTo>
                    <a:pt x="1575" y="3466"/>
                    <a:pt x="1662" y="3435"/>
                    <a:pt x="1749" y="3435"/>
                  </a:cubicBezTo>
                  <a:cubicBezTo>
                    <a:pt x="1835" y="3435"/>
                    <a:pt x="1922" y="3466"/>
                    <a:pt x="1985" y="3529"/>
                  </a:cubicBezTo>
                  <a:lnTo>
                    <a:pt x="2426" y="3971"/>
                  </a:lnTo>
                  <a:lnTo>
                    <a:pt x="3592" y="2836"/>
                  </a:lnTo>
                  <a:cubicBezTo>
                    <a:pt x="3655" y="2773"/>
                    <a:pt x="3741" y="2742"/>
                    <a:pt x="3828" y="2742"/>
                  </a:cubicBezTo>
                  <a:close/>
                  <a:moveTo>
                    <a:pt x="3828" y="4790"/>
                  </a:moveTo>
                  <a:cubicBezTo>
                    <a:pt x="3915" y="4790"/>
                    <a:pt x="4001" y="4821"/>
                    <a:pt x="4064" y="4884"/>
                  </a:cubicBezTo>
                  <a:cubicBezTo>
                    <a:pt x="4253" y="5042"/>
                    <a:pt x="4253" y="5262"/>
                    <a:pt x="4096" y="5388"/>
                  </a:cubicBezTo>
                  <a:lnTo>
                    <a:pt x="2678" y="6774"/>
                  </a:lnTo>
                  <a:cubicBezTo>
                    <a:pt x="2615" y="6837"/>
                    <a:pt x="2520" y="6869"/>
                    <a:pt x="2457" y="6869"/>
                  </a:cubicBezTo>
                  <a:cubicBezTo>
                    <a:pt x="2363" y="6869"/>
                    <a:pt x="2268" y="6837"/>
                    <a:pt x="2205" y="6774"/>
                  </a:cubicBezTo>
                  <a:lnTo>
                    <a:pt x="1512" y="6050"/>
                  </a:lnTo>
                  <a:cubicBezTo>
                    <a:pt x="1386" y="5924"/>
                    <a:pt x="1386" y="5703"/>
                    <a:pt x="1512" y="5577"/>
                  </a:cubicBezTo>
                  <a:cubicBezTo>
                    <a:pt x="1575" y="5514"/>
                    <a:pt x="1662" y="5483"/>
                    <a:pt x="1749" y="5483"/>
                  </a:cubicBezTo>
                  <a:cubicBezTo>
                    <a:pt x="1835" y="5483"/>
                    <a:pt x="1922" y="5514"/>
                    <a:pt x="1985" y="5577"/>
                  </a:cubicBezTo>
                  <a:lnTo>
                    <a:pt x="2426" y="6018"/>
                  </a:lnTo>
                  <a:lnTo>
                    <a:pt x="3592" y="4884"/>
                  </a:lnTo>
                  <a:cubicBezTo>
                    <a:pt x="3655" y="4821"/>
                    <a:pt x="3741" y="4790"/>
                    <a:pt x="3828" y="4790"/>
                  </a:cubicBezTo>
                  <a:close/>
                  <a:moveTo>
                    <a:pt x="3828" y="6869"/>
                  </a:moveTo>
                  <a:cubicBezTo>
                    <a:pt x="3915" y="6869"/>
                    <a:pt x="4001" y="6900"/>
                    <a:pt x="4064" y="6963"/>
                  </a:cubicBezTo>
                  <a:cubicBezTo>
                    <a:pt x="4253" y="7121"/>
                    <a:pt x="4253" y="7342"/>
                    <a:pt x="4096" y="7468"/>
                  </a:cubicBezTo>
                  <a:lnTo>
                    <a:pt x="2678" y="8854"/>
                  </a:lnTo>
                  <a:cubicBezTo>
                    <a:pt x="2615" y="8917"/>
                    <a:pt x="2520" y="8980"/>
                    <a:pt x="2457" y="8980"/>
                  </a:cubicBezTo>
                  <a:cubicBezTo>
                    <a:pt x="2363" y="8980"/>
                    <a:pt x="2268" y="8917"/>
                    <a:pt x="2205" y="8854"/>
                  </a:cubicBezTo>
                  <a:lnTo>
                    <a:pt x="1512" y="8129"/>
                  </a:lnTo>
                  <a:cubicBezTo>
                    <a:pt x="1386" y="8003"/>
                    <a:pt x="1386" y="7783"/>
                    <a:pt x="1512" y="7657"/>
                  </a:cubicBezTo>
                  <a:cubicBezTo>
                    <a:pt x="1575" y="7594"/>
                    <a:pt x="1662" y="7562"/>
                    <a:pt x="1749" y="7562"/>
                  </a:cubicBezTo>
                  <a:cubicBezTo>
                    <a:pt x="1835" y="7562"/>
                    <a:pt x="1922" y="7594"/>
                    <a:pt x="1985" y="7657"/>
                  </a:cubicBezTo>
                  <a:lnTo>
                    <a:pt x="2426" y="8098"/>
                  </a:lnTo>
                  <a:lnTo>
                    <a:pt x="3592" y="6963"/>
                  </a:lnTo>
                  <a:cubicBezTo>
                    <a:pt x="3655" y="6900"/>
                    <a:pt x="3741" y="6869"/>
                    <a:pt x="3828" y="686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673"/>
                  </a:lnTo>
                  <a:lnTo>
                    <a:pt x="6301" y="9673"/>
                  </a:lnTo>
                  <a:lnTo>
                    <a:pt x="6301" y="10397"/>
                  </a:lnTo>
                  <a:lnTo>
                    <a:pt x="6301" y="10744"/>
                  </a:lnTo>
                  <a:lnTo>
                    <a:pt x="6270" y="10744"/>
                  </a:lnTo>
                  <a:cubicBezTo>
                    <a:pt x="6270" y="11343"/>
                    <a:pt x="6742" y="11752"/>
                    <a:pt x="7278" y="11752"/>
                  </a:cubicBezTo>
                  <a:cubicBezTo>
                    <a:pt x="7876" y="11752"/>
                    <a:pt x="8317" y="11280"/>
                    <a:pt x="8317" y="10744"/>
                  </a:cubicBezTo>
                  <a:lnTo>
                    <a:pt x="8317" y="7972"/>
                  </a:lnTo>
                  <a:lnTo>
                    <a:pt x="7498" y="8822"/>
                  </a:lnTo>
                  <a:lnTo>
                    <a:pt x="5608" y="9547"/>
                  </a:lnTo>
                  <a:cubicBezTo>
                    <a:pt x="5497" y="9576"/>
                    <a:pt x="5390" y="9590"/>
                    <a:pt x="5288" y="9590"/>
                  </a:cubicBezTo>
                  <a:cubicBezTo>
                    <a:pt x="4954" y="9590"/>
                    <a:pt x="4674" y="9441"/>
                    <a:pt x="4505" y="9200"/>
                  </a:cubicBezTo>
                  <a:cubicBezTo>
                    <a:pt x="4316" y="8980"/>
                    <a:pt x="4222" y="8665"/>
                    <a:pt x="4316" y="8255"/>
                  </a:cubicBezTo>
                  <a:lnTo>
                    <a:pt x="5041" y="6365"/>
                  </a:lnTo>
                  <a:lnTo>
                    <a:pt x="8317" y="3088"/>
                  </a:lnTo>
                  <a:lnTo>
                    <a:pt x="8317" y="2773"/>
                  </a:lnTo>
                  <a:lnTo>
                    <a:pt x="5891" y="2773"/>
                  </a:lnTo>
                  <a:cubicBezTo>
                    <a:pt x="5671" y="2773"/>
                    <a:pt x="5513" y="2616"/>
                    <a:pt x="5513" y="2427"/>
                  </a:cubicBezTo>
                  <a:lnTo>
                    <a:pt x="5513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298" name="子陵职场PPT8-2"/>
            <p:cNvSpPr/>
            <p:nvPr>
              <p:custDataLst>
                <p:tags r:id="rId7"/>
              </p:custDataLst>
            </p:nvPr>
          </p:nvSpPr>
          <p:spPr>
            <a:xfrm>
              <a:off x="1185625" y="3688025"/>
              <a:ext cx="57525" cy="55950"/>
            </a:xfrm>
            <a:custGeom>
              <a:avLst/>
              <a:gdLst/>
              <a:ahLst/>
              <a:cxnLst/>
              <a:rect l="l" t="t" r="r" b="b"/>
              <a:pathLst>
                <a:path w="2301" h="2238" extrusionOk="0">
                  <a:moveTo>
                    <a:pt x="1072" y="1"/>
                  </a:moveTo>
                  <a:cubicBezTo>
                    <a:pt x="890" y="1"/>
                    <a:pt x="709" y="64"/>
                    <a:pt x="568" y="190"/>
                  </a:cubicBezTo>
                  <a:lnTo>
                    <a:pt x="0" y="788"/>
                  </a:lnTo>
                  <a:lnTo>
                    <a:pt x="1450" y="2238"/>
                  </a:lnTo>
                  <a:lnTo>
                    <a:pt x="2048" y="1639"/>
                  </a:lnTo>
                  <a:cubicBezTo>
                    <a:pt x="2300" y="1387"/>
                    <a:pt x="2300" y="946"/>
                    <a:pt x="2048" y="662"/>
                  </a:cubicBezTo>
                  <a:lnTo>
                    <a:pt x="1576" y="190"/>
                  </a:lnTo>
                  <a:cubicBezTo>
                    <a:pt x="1434" y="64"/>
                    <a:pt x="1253" y="1"/>
                    <a:pt x="107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299" name="子陵职场PPT8-3"/>
            <p:cNvSpPr/>
            <p:nvPr>
              <p:custDataLst>
                <p:tags r:id="rId8"/>
              </p:custDataLst>
            </p:nvPr>
          </p:nvSpPr>
          <p:spPr>
            <a:xfrm>
              <a:off x="1088075" y="3795925"/>
              <a:ext cx="46375" cy="45025"/>
            </a:xfrm>
            <a:custGeom>
              <a:avLst/>
              <a:gdLst/>
              <a:ahLst/>
              <a:cxnLst/>
              <a:rect l="l" t="t" r="r" b="b"/>
              <a:pathLst>
                <a:path w="1855" h="1801" extrusionOk="0">
                  <a:moveTo>
                    <a:pt x="594" y="1"/>
                  </a:moveTo>
                  <a:lnTo>
                    <a:pt x="59" y="1387"/>
                  </a:lnTo>
                  <a:cubicBezTo>
                    <a:pt x="0" y="1621"/>
                    <a:pt x="186" y="1800"/>
                    <a:pt x="414" y="1800"/>
                  </a:cubicBezTo>
                  <a:cubicBezTo>
                    <a:pt x="432" y="1800"/>
                    <a:pt x="450" y="1799"/>
                    <a:pt x="468" y="1797"/>
                  </a:cubicBezTo>
                  <a:lnTo>
                    <a:pt x="1855" y="1261"/>
                  </a:lnTo>
                  <a:lnTo>
                    <a:pt x="594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300" name="子陵职场PPT8-4"/>
            <p:cNvSpPr/>
            <p:nvPr>
              <p:custDataLst>
                <p:tags r:id="rId9"/>
              </p:custDataLst>
            </p:nvPr>
          </p:nvSpPr>
          <p:spPr>
            <a:xfrm>
              <a:off x="1112375" y="3720325"/>
              <a:ext cx="97700" cy="97700"/>
            </a:xfrm>
            <a:custGeom>
              <a:avLst/>
              <a:gdLst/>
              <a:ahLst/>
              <a:cxnLst/>
              <a:rect l="l" t="t" r="r" b="b"/>
              <a:pathLst>
                <a:path w="3908" h="3908" extrusionOk="0">
                  <a:moveTo>
                    <a:pt x="2426" y="1"/>
                  </a:moveTo>
                  <a:lnTo>
                    <a:pt x="1" y="2458"/>
                  </a:lnTo>
                  <a:lnTo>
                    <a:pt x="1450" y="3907"/>
                  </a:lnTo>
                  <a:lnTo>
                    <a:pt x="3907" y="1481"/>
                  </a:lnTo>
                  <a:lnTo>
                    <a:pt x="2426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301" name="子陵职场PPT8-5"/>
            <p:cNvSpPr/>
            <p:nvPr>
              <p:custDataLst>
                <p:tags r:id="rId10"/>
              </p:custDataLst>
            </p:nvPr>
          </p:nvSpPr>
          <p:spPr>
            <a:xfrm>
              <a:off x="1120250" y="3623450"/>
              <a:ext cx="47275" cy="47275"/>
            </a:xfrm>
            <a:custGeom>
              <a:avLst/>
              <a:gdLst/>
              <a:ahLst/>
              <a:cxnLst/>
              <a:rect l="l" t="t" r="r" b="b"/>
              <a:pathLst>
                <a:path w="1891" h="1891" extrusionOk="0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302" name="子陵职场PPT8-6"/>
            <p:cNvSpPr/>
            <p:nvPr>
              <p:custDataLst>
                <p:tags r:id="rId11"/>
              </p:custDataLst>
            </p:nvPr>
          </p:nvSpPr>
          <p:spPr>
            <a:xfrm>
              <a:off x="946175" y="3879425"/>
              <a:ext cx="166225" cy="33900"/>
            </a:xfrm>
            <a:custGeom>
              <a:avLst/>
              <a:gdLst/>
              <a:ahLst/>
              <a:cxnLst/>
              <a:rect l="l" t="t" r="r" b="b"/>
              <a:pathLst>
                <a:path w="6649" h="1356" extrusionOk="0">
                  <a:moveTo>
                    <a:pt x="348" y="0"/>
                  </a:moveTo>
                  <a:cubicBezTo>
                    <a:pt x="158" y="0"/>
                    <a:pt x="1" y="190"/>
                    <a:pt x="1" y="347"/>
                  </a:cubicBezTo>
                  <a:lnTo>
                    <a:pt x="1" y="694"/>
                  </a:lnTo>
                  <a:cubicBezTo>
                    <a:pt x="1" y="1040"/>
                    <a:pt x="316" y="1355"/>
                    <a:pt x="694" y="1355"/>
                  </a:cubicBezTo>
                  <a:lnTo>
                    <a:pt x="6649" y="1355"/>
                  </a:lnTo>
                  <a:cubicBezTo>
                    <a:pt x="6428" y="1103"/>
                    <a:pt x="6302" y="725"/>
                    <a:pt x="6302" y="347"/>
                  </a:cubicBezTo>
                  <a:lnTo>
                    <a:pt x="630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</p:grpSp>
      <p:sp>
        <p:nvSpPr>
          <p:cNvPr id="17" name="子陵职场PPT11"/>
          <p:cNvSpPr/>
          <p:nvPr>
            <p:custDataLst>
              <p:tags r:id="rId12"/>
            </p:custDataLst>
          </p:nvPr>
        </p:nvSpPr>
        <p:spPr>
          <a:xfrm>
            <a:off x="5050790" y="2327275"/>
            <a:ext cx="2448000" cy="3553460"/>
          </a:xfrm>
          <a:prstGeom prst="roundRect">
            <a:avLst>
              <a:gd name="adj" fmla="val 4684"/>
            </a:avLst>
          </a:prstGeom>
          <a:solidFill>
            <a:schemeClr val="bg1"/>
          </a:solidFill>
          <a:ln w="0" cap="flat" cmpd="sng" algn="ctr">
            <a:noFill/>
            <a:prstDash val="solid"/>
            <a:miter lim="800000"/>
          </a:ln>
          <a:effectLst>
            <a:outerShdw blurRad="381000" dist="190500" dir="5400000" sx="102000" sy="102000" algn="t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8" name="子陵职场PPT12"/>
          <p:cNvSpPr txBox="1"/>
          <p:nvPr>
            <p:custDataLst>
              <p:tags r:id="rId13"/>
            </p:custDataLst>
          </p:nvPr>
        </p:nvSpPr>
        <p:spPr>
          <a:xfrm>
            <a:off x="5050790" y="4236720"/>
            <a:ext cx="2414905" cy="1244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kumimoji="1" lang="en-US" altLang="zh-CN" sz="3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HarmonyOS Sans SC" panose="00000500000000000000" charset="-122"/>
              </a:rPr>
              <a:t>2026</a:t>
            </a:r>
            <a:r>
              <a:rPr kumimoji="1" lang="zh-CN" altLang="en-US" sz="3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HarmonyOS Sans SC" panose="00000500000000000000" charset="-122"/>
              </a:rPr>
              <a:t>年</a:t>
            </a:r>
            <a:endParaRPr kumimoji="1" lang="zh-CN" altLang="en-US" sz="3200" b="1" spc="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HarmonyOS Sans SC" panose="00000500000000000000" charset="-122"/>
            </a:endParaRPr>
          </a:p>
          <a:p>
            <a:pPr algn="ctr"/>
            <a:r>
              <a:rPr kumimoji="1" lang="zh-CN" altLang="en-US" sz="3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HarmonyOS Sans SC" panose="00000500000000000000" charset="-122"/>
              </a:rPr>
              <a:t>工作规划</a:t>
            </a:r>
            <a:endParaRPr kumimoji="1" lang="zh-CN" altLang="en-US" sz="3200" b="1" spc="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HarmonyOS Sans SC" panose="00000500000000000000" charset="-122"/>
            </a:endParaRPr>
          </a:p>
        </p:txBody>
      </p:sp>
      <p:grpSp>
        <p:nvGrpSpPr>
          <p:cNvPr id="6040" name="子陵职场PPT14"/>
          <p:cNvGrpSpPr/>
          <p:nvPr>
            <p:custDataLst>
              <p:tags r:id="rId14"/>
            </p:custDataLst>
          </p:nvPr>
        </p:nvGrpSpPr>
        <p:grpSpPr>
          <a:xfrm>
            <a:off x="5942594" y="3049296"/>
            <a:ext cx="896400" cy="896400"/>
            <a:chOff x="-63250675" y="3744075"/>
            <a:chExt cx="320350" cy="318100"/>
          </a:xfrm>
        </p:grpSpPr>
        <p:sp>
          <p:nvSpPr>
            <p:cNvPr id="6041" name="子陵职场PPT14-1"/>
            <p:cNvSpPr/>
            <p:nvPr>
              <p:custDataLst>
                <p:tags r:id="rId15"/>
              </p:custDataLst>
            </p:nvPr>
          </p:nvSpPr>
          <p:spPr>
            <a:xfrm>
              <a:off x="-63126250" y="3744075"/>
              <a:ext cx="195925" cy="192875"/>
            </a:xfrm>
            <a:custGeom>
              <a:avLst/>
              <a:gdLst/>
              <a:ahLst/>
              <a:cxnLst/>
              <a:rect l="l" t="t" r="r" b="b"/>
              <a:pathLst>
                <a:path w="7837" h="7715" extrusionOk="0">
                  <a:moveTo>
                    <a:pt x="6020" y="0"/>
                  </a:moveTo>
                  <a:cubicBezTo>
                    <a:pt x="5921" y="0"/>
                    <a:pt x="5820" y="37"/>
                    <a:pt x="5735" y="122"/>
                  </a:cubicBezTo>
                  <a:lnTo>
                    <a:pt x="4097" y="1760"/>
                  </a:lnTo>
                  <a:cubicBezTo>
                    <a:pt x="4034" y="1854"/>
                    <a:pt x="3971" y="1917"/>
                    <a:pt x="3971" y="2012"/>
                  </a:cubicBezTo>
                  <a:lnTo>
                    <a:pt x="3782" y="3304"/>
                  </a:lnTo>
                  <a:lnTo>
                    <a:pt x="1734" y="5351"/>
                  </a:lnTo>
                  <a:cubicBezTo>
                    <a:pt x="1576" y="5288"/>
                    <a:pt x="1387" y="5225"/>
                    <a:pt x="1230" y="5225"/>
                  </a:cubicBezTo>
                  <a:cubicBezTo>
                    <a:pt x="537" y="5225"/>
                    <a:pt x="1" y="5793"/>
                    <a:pt x="1" y="6486"/>
                  </a:cubicBezTo>
                  <a:cubicBezTo>
                    <a:pt x="1" y="7210"/>
                    <a:pt x="537" y="7714"/>
                    <a:pt x="1230" y="7714"/>
                  </a:cubicBezTo>
                  <a:cubicBezTo>
                    <a:pt x="1891" y="7714"/>
                    <a:pt x="2458" y="7179"/>
                    <a:pt x="2458" y="6486"/>
                  </a:cubicBezTo>
                  <a:cubicBezTo>
                    <a:pt x="2458" y="6297"/>
                    <a:pt x="2395" y="6139"/>
                    <a:pt x="2332" y="5982"/>
                  </a:cubicBezTo>
                  <a:lnTo>
                    <a:pt x="4380" y="3934"/>
                  </a:lnTo>
                  <a:lnTo>
                    <a:pt x="5672" y="3745"/>
                  </a:lnTo>
                  <a:cubicBezTo>
                    <a:pt x="5735" y="3745"/>
                    <a:pt x="5829" y="3713"/>
                    <a:pt x="5924" y="3619"/>
                  </a:cubicBezTo>
                  <a:lnTo>
                    <a:pt x="7562" y="1980"/>
                  </a:lnTo>
                  <a:cubicBezTo>
                    <a:pt x="7837" y="1706"/>
                    <a:pt x="7609" y="1254"/>
                    <a:pt x="7251" y="1254"/>
                  </a:cubicBezTo>
                  <a:cubicBezTo>
                    <a:pt x="7240" y="1254"/>
                    <a:pt x="7228" y="1255"/>
                    <a:pt x="7216" y="1256"/>
                  </a:cubicBezTo>
                  <a:lnTo>
                    <a:pt x="6302" y="1382"/>
                  </a:lnTo>
                  <a:lnTo>
                    <a:pt x="6428" y="468"/>
                  </a:lnTo>
                  <a:cubicBezTo>
                    <a:pt x="6472" y="203"/>
                    <a:pt x="6253" y="0"/>
                    <a:pt x="602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042" name="子陵职场PPT14-2"/>
            <p:cNvSpPr/>
            <p:nvPr>
              <p:custDataLst>
                <p:tags r:id="rId16"/>
              </p:custDataLst>
            </p:nvPr>
          </p:nvSpPr>
          <p:spPr>
            <a:xfrm>
              <a:off x="-63190025" y="3814050"/>
              <a:ext cx="186675" cy="185900"/>
            </a:xfrm>
            <a:custGeom>
              <a:avLst/>
              <a:gdLst/>
              <a:ahLst/>
              <a:cxnLst/>
              <a:rect l="l" t="t" r="r" b="b"/>
              <a:pathLst>
                <a:path w="7467" h="7436" extrusionOk="0">
                  <a:moveTo>
                    <a:pt x="3718" y="1"/>
                  </a:moveTo>
                  <a:cubicBezTo>
                    <a:pt x="1670" y="1"/>
                    <a:pt x="0" y="1670"/>
                    <a:pt x="0" y="3750"/>
                  </a:cubicBezTo>
                  <a:cubicBezTo>
                    <a:pt x="0" y="5797"/>
                    <a:pt x="1638" y="7436"/>
                    <a:pt x="3718" y="7436"/>
                  </a:cubicBezTo>
                  <a:cubicBezTo>
                    <a:pt x="5765" y="7436"/>
                    <a:pt x="7467" y="5797"/>
                    <a:pt x="7467" y="3750"/>
                  </a:cubicBezTo>
                  <a:cubicBezTo>
                    <a:pt x="7467" y="3151"/>
                    <a:pt x="7341" y="2647"/>
                    <a:pt x="7120" y="2143"/>
                  </a:cubicBezTo>
                  <a:lnTo>
                    <a:pt x="5828" y="3435"/>
                  </a:lnTo>
                  <a:cubicBezTo>
                    <a:pt x="5828" y="3498"/>
                    <a:pt x="5860" y="3624"/>
                    <a:pt x="5860" y="3718"/>
                  </a:cubicBezTo>
                  <a:cubicBezTo>
                    <a:pt x="5860" y="4852"/>
                    <a:pt x="4915" y="5797"/>
                    <a:pt x="3781" y="5797"/>
                  </a:cubicBezTo>
                  <a:cubicBezTo>
                    <a:pt x="2615" y="5797"/>
                    <a:pt x="1670" y="4852"/>
                    <a:pt x="1670" y="3718"/>
                  </a:cubicBezTo>
                  <a:cubicBezTo>
                    <a:pt x="1733" y="2552"/>
                    <a:pt x="2615" y="1607"/>
                    <a:pt x="3781" y="1607"/>
                  </a:cubicBezTo>
                  <a:cubicBezTo>
                    <a:pt x="3875" y="1607"/>
                    <a:pt x="3970" y="1607"/>
                    <a:pt x="4033" y="1670"/>
                  </a:cubicBezTo>
                  <a:lnTo>
                    <a:pt x="5356" y="347"/>
                  </a:lnTo>
                  <a:cubicBezTo>
                    <a:pt x="4883" y="127"/>
                    <a:pt x="4316" y="1"/>
                    <a:pt x="371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043" name="子陵职场PPT14-3"/>
            <p:cNvSpPr/>
            <p:nvPr>
              <p:custDataLst>
                <p:tags r:id="rId17"/>
              </p:custDataLst>
            </p:nvPr>
          </p:nvSpPr>
          <p:spPr>
            <a:xfrm>
              <a:off x="-63250675" y="3751050"/>
              <a:ext cx="311125" cy="311125"/>
            </a:xfrm>
            <a:custGeom>
              <a:avLst/>
              <a:gdLst/>
              <a:ahLst/>
              <a:cxnLst/>
              <a:rect l="l" t="t" r="r" b="b"/>
              <a:pathLst>
                <a:path w="12445" h="12445" extrusionOk="0">
                  <a:moveTo>
                    <a:pt x="6270" y="0"/>
                  </a:moveTo>
                  <a:cubicBezTo>
                    <a:pt x="2773" y="0"/>
                    <a:pt x="0" y="2804"/>
                    <a:pt x="0" y="6238"/>
                  </a:cubicBezTo>
                  <a:cubicBezTo>
                    <a:pt x="0" y="9641"/>
                    <a:pt x="2804" y="12445"/>
                    <a:pt x="6238" y="12445"/>
                  </a:cubicBezTo>
                  <a:cubicBezTo>
                    <a:pt x="9672" y="12445"/>
                    <a:pt x="12445" y="9641"/>
                    <a:pt x="12445" y="6238"/>
                  </a:cubicBezTo>
                  <a:cubicBezTo>
                    <a:pt x="12445" y="5325"/>
                    <a:pt x="12256" y="4411"/>
                    <a:pt x="11878" y="3592"/>
                  </a:cubicBezTo>
                  <a:lnTo>
                    <a:pt x="11563" y="3907"/>
                  </a:lnTo>
                  <a:cubicBezTo>
                    <a:pt x="11342" y="4096"/>
                    <a:pt x="11121" y="4222"/>
                    <a:pt x="10838" y="4253"/>
                  </a:cubicBezTo>
                  <a:lnTo>
                    <a:pt x="10397" y="4348"/>
                  </a:lnTo>
                  <a:cubicBezTo>
                    <a:pt x="10680" y="4915"/>
                    <a:pt x="10806" y="5545"/>
                    <a:pt x="10806" y="6238"/>
                  </a:cubicBezTo>
                  <a:cubicBezTo>
                    <a:pt x="10806" y="8759"/>
                    <a:pt x="8759" y="10743"/>
                    <a:pt x="6270" y="10743"/>
                  </a:cubicBezTo>
                  <a:cubicBezTo>
                    <a:pt x="3781" y="10743"/>
                    <a:pt x="1733" y="8696"/>
                    <a:pt x="1733" y="6238"/>
                  </a:cubicBezTo>
                  <a:cubicBezTo>
                    <a:pt x="1733" y="3718"/>
                    <a:pt x="3781" y="1670"/>
                    <a:pt x="6270" y="1670"/>
                  </a:cubicBezTo>
                  <a:cubicBezTo>
                    <a:pt x="6931" y="1670"/>
                    <a:pt x="7561" y="1796"/>
                    <a:pt x="8160" y="2048"/>
                  </a:cubicBezTo>
                  <a:lnTo>
                    <a:pt x="8254" y="1607"/>
                  </a:lnTo>
                  <a:cubicBezTo>
                    <a:pt x="8286" y="1355"/>
                    <a:pt x="8412" y="1103"/>
                    <a:pt x="8601" y="914"/>
                  </a:cubicBezTo>
                  <a:lnTo>
                    <a:pt x="8916" y="599"/>
                  </a:lnTo>
                  <a:cubicBezTo>
                    <a:pt x="8097" y="189"/>
                    <a:pt x="7215" y="0"/>
                    <a:pt x="627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</p:grpSp>
      <p:sp>
        <p:nvSpPr>
          <p:cNvPr id="3" name="子陵职场PPT15"/>
          <p:cNvSpPr/>
          <p:nvPr>
            <p:custDataLst>
              <p:tags r:id="rId18"/>
            </p:custDataLst>
          </p:nvPr>
        </p:nvSpPr>
        <p:spPr>
          <a:xfrm>
            <a:off x="9398635" y="2327275"/>
            <a:ext cx="2448000" cy="3553460"/>
          </a:xfrm>
          <a:prstGeom prst="roundRect">
            <a:avLst>
              <a:gd name="adj" fmla="val 4684"/>
            </a:avLst>
          </a:prstGeom>
          <a:solidFill>
            <a:schemeClr val="bg1"/>
          </a:solidFill>
          <a:ln w="0" cap="flat" cmpd="sng" algn="ctr">
            <a:noFill/>
            <a:prstDash val="solid"/>
            <a:miter lim="800000"/>
          </a:ln>
          <a:effectLst>
            <a:outerShdw blurRad="381000" dist="190500" dir="5400000" sx="102000" sy="102000" algn="t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2" name="子陵职场PPT16"/>
          <p:cNvSpPr txBox="1"/>
          <p:nvPr>
            <p:custDataLst>
              <p:tags r:id="rId19"/>
            </p:custDataLst>
          </p:nvPr>
        </p:nvSpPr>
        <p:spPr>
          <a:xfrm>
            <a:off x="9311640" y="4236720"/>
            <a:ext cx="2414905" cy="600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kumimoji="1" lang="zh-CN" altLang="en-US" sz="3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HarmonyOS Sans SC" panose="00000500000000000000" charset="-122"/>
              </a:rPr>
              <a:t>其他说明</a:t>
            </a:r>
            <a:endParaRPr kumimoji="1" lang="zh-CN" altLang="en-US" sz="3200" b="1" spc="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HarmonyOS Sans SC" panose="00000500000000000000" charset="-122"/>
            </a:endParaRPr>
          </a:p>
        </p:txBody>
      </p:sp>
      <p:grpSp>
        <p:nvGrpSpPr>
          <p:cNvPr id="14" name="子陵职场PPT17"/>
          <p:cNvGrpSpPr/>
          <p:nvPr>
            <p:custDataLst>
              <p:tags r:id="rId20"/>
            </p:custDataLst>
          </p:nvPr>
        </p:nvGrpSpPr>
        <p:grpSpPr>
          <a:xfrm>
            <a:off x="10168515" y="3118130"/>
            <a:ext cx="896400" cy="896400"/>
            <a:chOff x="3859600" y="3591950"/>
            <a:chExt cx="296975" cy="296175"/>
          </a:xfrm>
        </p:grpSpPr>
        <p:sp>
          <p:nvSpPr>
            <p:cNvPr id="15" name="子陵职场PPT17-1"/>
            <p:cNvSpPr/>
            <p:nvPr>
              <p:custDataLst>
                <p:tags r:id="rId21"/>
              </p:custDataLst>
            </p:nvPr>
          </p:nvSpPr>
          <p:spPr>
            <a:xfrm>
              <a:off x="4034450" y="3766000"/>
              <a:ext cx="122125" cy="122125"/>
            </a:xfrm>
            <a:custGeom>
              <a:avLst/>
              <a:gdLst/>
              <a:ahLst/>
              <a:cxnLst/>
              <a:rect l="l" t="t" r="r" b="b"/>
              <a:pathLst>
                <a:path w="4885" h="4885" extrusionOk="0">
                  <a:moveTo>
                    <a:pt x="2395" y="1324"/>
                  </a:moveTo>
                  <a:cubicBezTo>
                    <a:pt x="2616" y="1324"/>
                    <a:pt x="2773" y="1482"/>
                    <a:pt x="2773" y="1702"/>
                  </a:cubicBezTo>
                  <a:lnTo>
                    <a:pt x="2773" y="2049"/>
                  </a:lnTo>
                  <a:lnTo>
                    <a:pt x="3120" y="2049"/>
                  </a:lnTo>
                  <a:cubicBezTo>
                    <a:pt x="3309" y="2049"/>
                    <a:pt x="3466" y="2206"/>
                    <a:pt x="3466" y="2395"/>
                  </a:cubicBezTo>
                  <a:cubicBezTo>
                    <a:pt x="3466" y="2584"/>
                    <a:pt x="3309" y="2742"/>
                    <a:pt x="3120" y="2742"/>
                  </a:cubicBezTo>
                  <a:lnTo>
                    <a:pt x="2395" y="2742"/>
                  </a:lnTo>
                  <a:cubicBezTo>
                    <a:pt x="2206" y="2742"/>
                    <a:pt x="2049" y="2584"/>
                    <a:pt x="2049" y="2395"/>
                  </a:cubicBezTo>
                  <a:lnTo>
                    <a:pt x="2049" y="1702"/>
                  </a:lnTo>
                  <a:cubicBezTo>
                    <a:pt x="2049" y="1482"/>
                    <a:pt x="2206" y="1324"/>
                    <a:pt x="2395" y="1324"/>
                  </a:cubicBezTo>
                  <a:close/>
                  <a:moveTo>
                    <a:pt x="2458" y="1"/>
                  </a:moveTo>
                  <a:cubicBezTo>
                    <a:pt x="1104" y="1"/>
                    <a:pt x="1" y="1103"/>
                    <a:pt x="1" y="2427"/>
                  </a:cubicBezTo>
                  <a:cubicBezTo>
                    <a:pt x="1" y="3781"/>
                    <a:pt x="1104" y="4884"/>
                    <a:pt x="2458" y="4884"/>
                  </a:cubicBezTo>
                  <a:cubicBezTo>
                    <a:pt x="3782" y="4884"/>
                    <a:pt x="4884" y="3781"/>
                    <a:pt x="4884" y="2427"/>
                  </a:cubicBezTo>
                  <a:cubicBezTo>
                    <a:pt x="4853" y="1072"/>
                    <a:pt x="3782" y="1"/>
                    <a:pt x="245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6" name="子陵职场PPT17-2"/>
            <p:cNvSpPr/>
            <p:nvPr>
              <p:custDataLst>
                <p:tags r:id="rId22"/>
              </p:custDataLst>
            </p:nvPr>
          </p:nvSpPr>
          <p:spPr>
            <a:xfrm>
              <a:off x="3860400" y="3679375"/>
              <a:ext cx="260725" cy="173300"/>
            </a:xfrm>
            <a:custGeom>
              <a:avLst/>
              <a:gdLst/>
              <a:ahLst/>
              <a:cxnLst/>
              <a:rect l="l" t="t" r="r" b="b"/>
              <a:pathLst>
                <a:path w="10429" h="6932" extrusionOk="0">
                  <a:moveTo>
                    <a:pt x="2426" y="662"/>
                  </a:moveTo>
                  <a:cubicBezTo>
                    <a:pt x="2647" y="662"/>
                    <a:pt x="2804" y="819"/>
                    <a:pt x="2804" y="1008"/>
                  </a:cubicBezTo>
                  <a:cubicBezTo>
                    <a:pt x="2804" y="1197"/>
                    <a:pt x="2647" y="1355"/>
                    <a:pt x="2426" y="1355"/>
                  </a:cubicBezTo>
                  <a:lnTo>
                    <a:pt x="1733" y="1355"/>
                  </a:lnTo>
                  <a:cubicBezTo>
                    <a:pt x="1544" y="1355"/>
                    <a:pt x="1387" y="1197"/>
                    <a:pt x="1387" y="1008"/>
                  </a:cubicBezTo>
                  <a:cubicBezTo>
                    <a:pt x="1387" y="819"/>
                    <a:pt x="1544" y="662"/>
                    <a:pt x="1733" y="662"/>
                  </a:cubicBezTo>
                  <a:close/>
                  <a:moveTo>
                    <a:pt x="4537" y="662"/>
                  </a:moveTo>
                  <a:cubicBezTo>
                    <a:pt x="4726" y="662"/>
                    <a:pt x="4884" y="819"/>
                    <a:pt x="4884" y="1008"/>
                  </a:cubicBezTo>
                  <a:cubicBezTo>
                    <a:pt x="4884" y="1197"/>
                    <a:pt x="4695" y="1355"/>
                    <a:pt x="4537" y="1355"/>
                  </a:cubicBezTo>
                  <a:lnTo>
                    <a:pt x="3812" y="1355"/>
                  </a:lnTo>
                  <a:cubicBezTo>
                    <a:pt x="3623" y="1355"/>
                    <a:pt x="3466" y="1197"/>
                    <a:pt x="3466" y="1008"/>
                  </a:cubicBezTo>
                  <a:cubicBezTo>
                    <a:pt x="3466" y="819"/>
                    <a:pt x="3623" y="662"/>
                    <a:pt x="3812" y="662"/>
                  </a:cubicBezTo>
                  <a:close/>
                  <a:moveTo>
                    <a:pt x="6648" y="662"/>
                  </a:moveTo>
                  <a:cubicBezTo>
                    <a:pt x="6837" y="662"/>
                    <a:pt x="6994" y="819"/>
                    <a:pt x="6994" y="1008"/>
                  </a:cubicBezTo>
                  <a:cubicBezTo>
                    <a:pt x="6994" y="1197"/>
                    <a:pt x="6837" y="1355"/>
                    <a:pt x="6648" y="1355"/>
                  </a:cubicBezTo>
                  <a:lnTo>
                    <a:pt x="5955" y="1355"/>
                  </a:lnTo>
                  <a:cubicBezTo>
                    <a:pt x="5734" y="1355"/>
                    <a:pt x="5577" y="1197"/>
                    <a:pt x="5577" y="1008"/>
                  </a:cubicBezTo>
                  <a:cubicBezTo>
                    <a:pt x="5577" y="819"/>
                    <a:pt x="5734" y="662"/>
                    <a:pt x="5955" y="662"/>
                  </a:cubicBezTo>
                  <a:close/>
                  <a:moveTo>
                    <a:pt x="8727" y="662"/>
                  </a:moveTo>
                  <a:cubicBezTo>
                    <a:pt x="8948" y="662"/>
                    <a:pt x="9105" y="819"/>
                    <a:pt x="9105" y="1008"/>
                  </a:cubicBezTo>
                  <a:cubicBezTo>
                    <a:pt x="9105" y="1197"/>
                    <a:pt x="8948" y="1355"/>
                    <a:pt x="8727" y="1355"/>
                  </a:cubicBezTo>
                  <a:lnTo>
                    <a:pt x="8034" y="1355"/>
                  </a:lnTo>
                  <a:cubicBezTo>
                    <a:pt x="7845" y="1355"/>
                    <a:pt x="7688" y="1197"/>
                    <a:pt x="7688" y="1008"/>
                  </a:cubicBezTo>
                  <a:cubicBezTo>
                    <a:pt x="7688" y="819"/>
                    <a:pt x="7845" y="662"/>
                    <a:pt x="8034" y="662"/>
                  </a:cubicBezTo>
                  <a:close/>
                  <a:moveTo>
                    <a:pt x="2426" y="2080"/>
                  </a:moveTo>
                  <a:cubicBezTo>
                    <a:pt x="2647" y="2080"/>
                    <a:pt x="2804" y="2237"/>
                    <a:pt x="2804" y="2426"/>
                  </a:cubicBezTo>
                  <a:cubicBezTo>
                    <a:pt x="2804" y="2647"/>
                    <a:pt x="2647" y="2773"/>
                    <a:pt x="2426" y="2773"/>
                  </a:cubicBezTo>
                  <a:lnTo>
                    <a:pt x="1733" y="2773"/>
                  </a:lnTo>
                  <a:cubicBezTo>
                    <a:pt x="1544" y="2773"/>
                    <a:pt x="1387" y="2647"/>
                    <a:pt x="1387" y="2426"/>
                  </a:cubicBezTo>
                  <a:cubicBezTo>
                    <a:pt x="1387" y="2206"/>
                    <a:pt x="1544" y="2080"/>
                    <a:pt x="1733" y="2080"/>
                  </a:cubicBezTo>
                  <a:close/>
                  <a:moveTo>
                    <a:pt x="4537" y="2080"/>
                  </a:moveTo>
                  <a:cubicBezTo>
                    <a:pt x="4726" y="2080"/>
                    <a:pt x="4884" y="2237"/>
                    <a:pt x="4884" y="2426"/>
                  </a:cubicBezTo>
                  <a:cubicBezTo>
                    <a:pt x="4884" y="2647"/>
                    <a:pt x="4695" y="2773"/>
                    <a:pt x="4537" y="2773"/>
                  </a:cubicBezTo>
                  <a:lnTo>
                    <a:pt x="3812" y="2773"/>
                  </a:lnTo>
                  <a:cubicBezTo>
                    <a:pt x="3623" y="2773"/>
                    <a:pt x="3466" y="2647"/>
                    <a:pt x="3466" y="2426"/>
                  </a:cubicBezTo>
                  <a:cubicBezTo>
                    <a:pt x="3466" y="2206"/>
                    <a:pt x="3623" y="2080"/>
                    <a:pt x="3812" y="2080"/>
                  </a:cubicBezTo>
                  <a:close/>
                  <a:moveTo>
                    <a:pt x="6648" y="2080"/>
                  </a:moveTo>
                  <a:cubicBezTo>
                    <a:pt x="6837" y="2080"/>
                    <a:pt x="6994" y="2237"/>
                    <a:pt x="6994" y="2426"/>
                  </a:cubicBezTo>
                  <a:cubicBezTo>
                    <a:pt x="6994" y="2647"/>
                    <a:pt x="6837" y="2773"/>
                    <a:pt x="6648" y="2773"/>
                  </a:cubicBezTo>
                  <a:lnTo>
                    <a:pt x="5955" y="2773"/>
                  </a:lnTo>
                  <a:cubicBezTo>
                    <a:pt x="5734" y="2773"/>
                    <a:pt x="5577" y="2647"/>
                    <a:pt x="5577" y="2426"/>
                  </a:cubicBezTo>
                  <a:cubicBezTo>
                    <a:pt x="5577" y="2206"/>
                    <a:pt x="5734" y="2080"/>
                    <a:pt x="5955" y="2080"/>
                  </a:cubicBezTo>
                  <a:close/>
                  <a:moveTo>
                    <a:pt x="8727" y="2080"/>
                  </a:moveTo>
                  <a:cubicBezTo>
                    <a:pt x="8948" y="2080"/>
                    <a:pt x="9105" y="2237"/>
                    <a:pt x="9105" y="2426"/>
                  </a:cubicBezTo>
                  <a:cubicBezTo>
                    <a:pt x="9105" y="2647"/>
                    <a:pt x="8948" y="2773"/>
                    <a:pt x="8727" y="2773"/>
                  </a:cubicBezTo>
                  <a:lnTo>
                    <a:pt x="8034" y="2773"/>
                  </a:lnTo>
                  <a:cubicBezTo>
                    <a:pt x="7845" y="2773"/>
                    <a:pt x="7688" y="2647"/>
                    <a:pt x="7688" y="2426"/>
                  </a:cubicBezTo>
                  <a:cubicBezTo>
                    <a:pt x="7688" y="2206"/>
                    <a:pt x="7845" y="2080"/>
                    <a:pt x="8034" y="2080"/>
                  </a:cubicBezTo>
                  <a:close/>
                  <a:moveTo>
                    <a:pt x="2426" y="3466"/>
                  </a:moveTo>
                  <a:cubicBezTo>
                    <a:pt x="2647" y="3466"/>
                    <a:pt x="2804" y="3623"/>
                    <a:pt x="2804" y="3812"/>
                  </a:cubicBezTo>
                  <a:cubicBezTo>
                    <a:pt x="2804" y="4001"/>
                    <a:pt x="2647" y="4159"/>
                    <a:pt x="2426" y="4159"/>
                  </a:cubicBezTo>
                  <a:lnTo>
                    <a:pt x="1733" y="4159"/>
                  </a:lnTo>
                  <a:cubicBezTo>
                    <a:pt x="1544" y="4159"/>
                    <a:pt x="1387" y="4001"/>
                    <a:pt x="1387" y="3812"/>
                  </a:cubicBezTo>
                  <a:cubicBezTo>
                    <a:pt x="1387" y="3623"/>
                    <a:pt x="1544" y="3466"/>
                    <a:pt x="1733" y="3466"/>
                  </a:cubicBezTo>
                  <a:close/>
                  <a:moveTo>
                    <a:pt x="4537" y="3466"/>
                  </a:moveTo>
                  <a:cubicBezTo>
                    <a:pt x="4726" y="3466"/>
                    <a:pt x="4884" y="3623"/>
                    <a:pt x="4884" y="3812"/>
                  </a:cubicBezTo>
                  <a:cubicBezTo>
                    <a:pt x="4884" y="4001"/>
                    <a:pt x="4695" y="4159"/>
                    <a:pt x="4537" y="4159"/>
                  </a:cubicBezTo>
                  <a:lnTo>
                    <a:pt x="3812" y="4159"/>
                  </a:lnTo>
                  <a:cubicBezTo>
                    <a:pt x="3623" y="4159"/>
                    <a:pt x="3466" y="4001"/>
                    <a:pt x="3466" y="3812"/>
                  </a:cubicBezTo>
                  <a:cubicBezTo>
                    <a:pt x="3466" y="3623"/>
                    <a:pt x="3623" y="3466"/>
                    <a:pt x="3812" y="3466"/>
                  </a:cubicBezTo>
                  <a:close/>
                  <a:moveTo>
                    <a:pt x="6648" y="3466"/>
                  </a:moveTo>
                  <a:cubicBezTo>
                    <a:pt x="6837" y="3466"/>
                    <a:pt x="6994" y="3623"/>
                    <a:pt x="6994" y="3812"/>
                  </a:cubicBezTo>
                  <a:cubicBezTo>
                    <a:pt x="6994" y="4001"/>
                    <a:pt x="6837" y="4159"/>
                    <a:pt x="6648" y="4159"/>
                  </a:cubicBezTo>
                  <a:lnTo>
                    <a:pt x="5955" y="4159"/>
                  </a:lnTo>
                  <a:cubicBezTo>
                    <a:pt x="5734" y="4159"/>
                    <a:pt x="5577" y="4001"/>
                    <a:pt x="5577" y="3812"/>
                  </a:cubicBezTo>
                  <a:cubicBezTo>
                    <a:pt x="5577" y="3623"/>
                    <a:pt x="5734" y="3466"/>
                    <a:pt x="5955" y="3466"/>
                  </a:cubicBezTo>
                  <a:close/>
                  <a:moveTo>
                    <a:pt x="2426" y="4852"/>
                  </a:moveTo>
                  <a:cubicBezTo>
                    <a:pt x="2647" y="4852"/>
                    <a:pt x="2804" y="5010"/>
                    <a:pt x="2804" y="5199"/>
                  </a:cubicBezTo>
                  <a:cubicBezTo>
                    <a:pt x="2804" y="5388"/>
                    <a:pt x="2647" y="5545"/>
                    <a:pt x="2426" y="5545"/>
                  </a:cubicBezTo>
                  <a:lnTo>
                    <a:pt x="1733" y="5545"/>
                  </a:lnTo>
                  <a:cubicBezTo>
                    <a:pt x="1544" y="5545"/>
                    <a:pt x="1387" y="5388"/>
                    <a:pt x="1387" y="5199"/>
                  </a:cubicBezTo>
                  <a:cubicBezTo>
                    <a:pt x="1387" y="5010"/>
                    <a:pt x="1544" y="4852"/>
                    <a:pt x="1733" y="4852"/>
                  </a:cubicBezTo>
                  <a:close/>
                  <a:moveTo>
                    <a:pt x="4537" y="4852"/>
                  </a:moveTo>
                  <a:cubicBezTo>
                    <a:pt x="4726" y="4852"/>
                    <a:pt x="4884" y="5010"/>
                    <a:pt x="4884" y="5199"/>
                  </a:cubicBezTo>
                  <a:cubicBezTo>
                    <a:pt x="4884" y="5388"/>
                    <a:pt x="4695" y="5545"/>
                    <a:pt x="4537" y="5545"/>
                  </a:cubicBezTo>
                  <a:lnTo>
                    <a:pt x="3812" y="5545"/>
                  </a:lnTo>
                  <a:cubicBezTo>
                    <a:pt x="3623" y="5545"/>
                    <a:pt x="3466" y="5388"/>
                    <a:pt x="3466" y="5199"/>
                  </a:cubicBezTo>
                  <a:cubicBezTo>
                    <a:pt x="3466" y="5010"/>
                    <a:pt x="3623" y="4852"/>
                    <a:pt x="3812" y="4852"/>
                  </a:cubicBezTo>
                  <a:close/>
                  <a:moveTo>
                    <a:pt x="0" y="0"/>
                  </a:moveTo>
                  <a:lnTo>
                    <a:pt x="0" y="5892"/>
                  </a:lnTo>
                  <a:cubicBezTo>
                    <a:pt x="0" y="6459"/>
                    <a:pt x="473" y="6931"/>
                    <a:pt x="1071" y="6931"/>
                  </a:cubicBezTo>
                  <a:lnTo>
                    <a:pt x="6490" y="6931"/>
                  </a:lnTo>
                  <a:cubicBezTo>
                    <a:pt x="6364" y="6616"/>
                    <a:pt x="6301" y="6270"/>
                    <a:pt x="6301" y="5892"/>
                  </a:cubicBezTo>
                  <a:cubicBezTo>
                    <a:pt x="6301" y="5797"/>
                    <a:pt x="6333" y="5671"/>
                    <a:pt x="6333" y="5545"/>
                  </a:cubicBezTo>
                  <a:lnTo>
                    <a:pt x="5955" y="5545"/>
                  </a:lnTo>
                  <a:cubicBezTo>
                    <a:pt x="5734" y="5545"/>
                    <a:pt x="5577" y="5388"/>
                    <a:pt x="5577" y="5199"/>
                  </a:cubicBezTo>
                  <a:cubicBezTo>
                    <a:pt x="5577" y="5010"/>
                    <a:pt x="5734" y="4852"/>
                    <a:pt x="5955" y="4852"/>
                  </a:cubicBezTo>
                  <a:lnTo>
                    <a:pt x="6490" y="4852"/>
                  </a:lnTo>
                  <a:cubicBezTo>
                    <a:pt x="6931" y="3623"/>
                    <a:pt x="8066" y="2741"/>
                    <a:pt x="9420" y="2741"/>
                  </a:cubicBezTo>
                  <a:cubicBezTo>
                    <a:pt x="9767" y="2741"/>
                    <a:pt x="10113" y="2836"/>
                    <a:pt x="10428" y="2962"/>
                  </a:cubicBezTo>
                  <a:lnTo>
                    <a:pt x="10428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21" name="子陵职场PPT17-3"/>
            <p:cNvSpPr/>
            <p:nvPr>
              <p:custDataLst>
                <p:tags r:id="rId23"/>
              </p:custDataLst>
            </p:nvPr>
          </p:nvSpPr>
          <p:spPr>
            <a:xfrm>
              <a:off x="3859600" y="3591950"/>
              <a:ext cx="261525" cy="70900"/>
            </a:xfrm>
            <a:custGeom>
              <a:avLst/>
              <a:gdLst/>
              <a:ahLst/>
              <a:cxnLst/>
              <a:rect l="l" t="t" r="r" b="b"/>
              <a:pathLst>
                <a:path w="10461" h="2836" extrusionOk="0">
                  <a:moveTo>
                    <a:pt x="1734" y="0"/>
                  </a:moveTo>
                  <a:cubicBezTo>
                    <a:pt x="1513" y="0"/>
                    <a:pt x="1356" y="158"/>
                    <a:pt x="1356" y="347"/>
                  </a:cubicBezTo>
                  <a:lnTo>
                    <a:pt x="1356" y="693"/>
                  </a:lnTo>
                  <a:lnTo>
                    <a:pt x="1009" y="693"/>
                  </a:lnTo>
                  <a:cubicBezTo>
                    <a:pt x="410" y="693"/>
                    <a:pt x="1" y="1166"/>
                    <a:pt x="1" y="1733"/>
                  </a:cubicBezTo>
                  <a:lnTo>
                    <a:pt x="1" y="2836"/>
                  </a:lnTo>
                  <a:lnTo>
                    <a:pt x="10429" y="2836"/>
                  </a:lnTo>
                  <a:lnTo>
                    <a:pt x="10429" y="1733"/>
                  </a:lnTo>
                  <a:lnTo>
                    <a:pt x="10460" y="1733"/>
                  </a:lnTo>
                  <a:cubicBezTo>
                    <a:pt x="10460" y="1134"/>
                    <a:pt x="9988" y="693"/>
                    <a:pt x="9421" y="693"/>
                  </a:cubicBezTo>
                  <a:lnTo>
                    <a:pt x="9074" y="693"/>
                  </a:lnTo>
                  <a:lnTo>
                    <a:pt x="9074" y="347"/>
                  </a:lnTo>
                  <a:cubicBezTo>
                    <a:pt x="9074" y="158"/>
                    <a:pt x="8917" y="0"/>
                    <a:pt x="8728" y="0"/>
                  </a:cubicBezTo>
                  <a:cubicBezTo>
                    <a:pt x="8539" y="0"/>
                    <a:pt x="8381" y="158"/>
                    <a:pt x="8381" y="347"/>
                  </a:cubicBezTo>
                  <a:lnTo>
                    <a:pt x="8381" y="693"/>
                  </a:lnTo>
                  <a:lnTo>
                    <a:pt x="6995" y="693"/>
                  </a:lnTo>
                  <a:lnTo>
                    <a:pt x="6995" y="347"/>
                  </a:lnTo>
                  <a:cubicBezTo>
                    <a:pt x="6995" y="158"/>
                    <a:pt x="6837" y="0"/>
                    <a:pt x="6648" y="0"/>
                  </a:cubicBezTo>
                  <a:cubicBezTo>
                    <a:pt x="6459" y="0"/>
                    <a:pt x="6302" y="158"/>
                    <a:pt x="6302" y="347"/>
                  </a:cubicBezTo>
                  <a:lnTo>
                    <a:pt x="6302" y="693"/>
                  </a:lnTo>
                  <a:lnTo>
                    <a:pt x="4159" y="693"/>
                  </a:lnTo>
                  <a:lnTo>
                    <a:pt x="4159" y="347"/>
                  </a:lnTo>
                  <a:cubicBezTo>
                    <a:pt x="4159" y="158"/>
                    <a:pt x="4002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693"/>
                  </a:ln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子陵职场PPT2"/>
          <p:cNvSpPr/>
          <p:nvPr/>
        </p:nvSpPr>
        <p:spPr>
          <a:xfrm>
            <a:off x="4445" y="26035"/>
            <a:ext cx="12215495" cy="683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子陵职场PPT3"/>
          <p:cNvSpPr/>
          <p:nvPr/>
        </p:nvSpPr>
        <p:spPr>
          <a:xfrm rot="19620000">
            <a:off x="1550787" y="-655613"/>
            <a:ext cx="1036320" cy="461332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7265">
                <a:moveTo>
                  <a:pt x="0" y="0"/>
                </a:moveTo>
                <a:lnTo>
                  <a:pt x="1632" y="1060"/>
                </a:lnTo>
                <a:lnTo>
                  <a:pt x="1632" y="7265"/>
                </a:lnTo>
                <a:lnTo>
                  <a:pt x="0" y="726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34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子陵职场PPT4"/>
          <p:cNvSpPr/>
          <p:nvPr/>
        </p:nvSpPr>
        <p:spPr>
          <a:xfrm rot="5400000">
            <a:off x="-900430" y="4309745"/>
            <a:ext cx="3241040" cy="1478915"/>
          </a:xfrm>
          <a:prstGeom prst="triangle">
            <a:avLst/>
          </a:pr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" name="子陵职场PPT5"/>
          <p:cNvSpPr/>
          <p:nvPr/>
        </p:nvSpPr>
        <p:spPr>
          <a:xfrm rot="19620000">
            <a:off x="3345180" y="-610870"/>
            <a:ext cx="1036320" cy="40874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6506">
                <a:moveTo>
                  <a:pt x="0" y="0"/>
                </a:moveTo>
                <a:lnTo>
                  <a:pt x="1632" y="1060"/>
                </a:lnTo>
                <a:lnTo>
                  <a:pt x="1632" y="6506"/>
                </a:lnTo>
                <a:lnTo>
                  <a:pt x="0" y="650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34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1" name="子陵职场PPT6"/>
          <p:cNvSpPr/>
          <p:nvPr/>
        </p:nvSpPr>
        <p:spPr>
          <a:xfrm rot="19620000">
            <a:off x="10378211" y="-685347"/>
            <a:ext cx="1474195" cy="347221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22" h="5468">
                <a:moveTo>
                  <a:pt x="0" y="0"/>
                </a:moveTo>
                <a:lnTo>
                  <a:pt x="1002" y="651"/>
                </a:lnTo>
                <a:lnTo>
                  <a:pt x="2322" y="5252"/>
                </a:lnTo>
                <a:lnTo>
                  <a:pt x="1568" y="54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34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6" name="子陵职场PPT7"/>
          <p:cNvSpPr/>
          <p:nvPr/>
        </p:nvSpPr>
        <p:spPr>
          <a:xfrm>
            <a:off x="9123629" y="1904875"/>
            <a:ext cx="3126156" cy="4348937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23" h="6849">
                <a:moveTo>
                  <a:pt x="1534" y="0"/>
                </a:moveTo>
                <a:lnTo>
                  <a:pt x="4923" y="3764"/>
                </a:lnTo>
                <a:lnTo>
                  <a:pt x="4923" y="6849"/>
                </a:lnTo>
                <a:lnTo>
                  <a:pt x="0" y="1381"/>
                </a:lnTo>
                <a:lnTo>
                  <a:pt x="1534" y="0"/>
                </a:lnTo>
                <a:close/>
              </a:path>
            </a:pathLst>
          </a:cu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43" name="子陵职场PPT8"/>
          <p:cNvSpPr/>
          <p:nvPr/>
        </p:nvSpPr>
        <p:spPr>
          <a:xfrm>
            <a:off x="8418144" y="4523615"/>
            <a:ext cx="3071467" cy="23293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37" h="3668">
                <a:moveTo>
                  <a:pt x="1534" y="0"/>
                </a:moveTo>
                <a:lnTo>
                  <a:pt x="4837" y="3668"/>
                </a:lnTo>
                <a:lnTo>
                  <a:pt x="2059" y="3668"/>
                </a:lnTo>
                <a:lnTo>
                  <a:pt x="0" y="1381"/>
                </a:lnTo>
                <a:lnTo>
                  <a:pt x="1534" y="0"/>
                </a:lnTo>
                <a:close/>
              </a:path>
            </a:pathLst>
          </a:custGeom>
          <a:gradFill>
            <a:gsLst>
              <a:gs pos="36000">
                <a:srgbClr val="F7F7F7">
                  <a:alpha val="84000"/>
                </a:srgbClr>
              </a:gs>
              <a:gs pos="99000">
                <a:srgbClr val="F7F7F7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65" name="子陵职场PPT9"/>
          <p:cNvSpPr/>
          <p:nvPr/>
        </p:nvSpPr>
        <p:spPr>
          <a:xfrm>
            <a:off x="6097270" y="5020945"/>
            <a:ext cx="6137275" cy="1845310"/>
          </a:xfrm>
          <a:custGeom>
            <a:avLst/>
            <a:gdLst>
              <a:gd name="connsiteX0" fmla="*/ 3938 w 12469"/>
              <a:gd name="connsiteY0" fmla="*/ 0 h 2906"/>
              <a:gd name="connsiteX1" fmla="*/ 12469 w 12469"/>
              <a:gd name="connsiteY1" fmla="*/ 0 h 2906"/>
              <a:gd name="connsiteX2" fmla="*/ 12469 w 12469"/>
              <a:gd name="connsiteY2" fmla="*/ 2906 h 2906"/>
              <a:gd name="connsiteX3" fmla="*/ 0 w 12469"/>
              <a:gd name="connsiteY3" fmla="*/ 2906 h 2906"/>
              <a:gd name="connsiteX4" fmla="*/ 3938 w 12469"/>
              <a:gd name="connsiteY4" fmla="*/ 0 h 2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9" h="2906">
                <a:moveTo>
                  <a:pt x="3938" y="0"/>
                </a:moveTo>
                <a:lnTo>
                  <a:pt x="12469" y="0"/>
                </a:lnTo>
                <a:lnTo>
                  <a:pt x="12469" y="2906"/>
                </a:lnTo>
                <a:lnTo>
                  <a:pt x="0" y="2906"/>
                </a:lnTo>
                <a:lnTo>
                  <a:pt x="3938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80000"/>
                  <a:lumOff val="20000"/>
                  <a:alpha val="100000"/>
                </a:schemeClr>
              </a:gs>
              <a:gs pos="9200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6" name="子陵职场PPT10"/>
          <p:cNvSpPr/>
          <p:nvPr/>
        </p:nvSpPr>
        <p:spPr bwMode="auto">
          <a:xfrm>
            <a:off x="2054860" y="4629150"/>
            <a:ext cx="10194925" cy="1505585"/>
          </a:xfrm>
          <a:custGeom>
            <a:avLst/>
            <a:gdLst>
              <a:gd name="connsiteX0" fmla="*/ 1701 w 16055"/>
              <a:gd name="connsiteY0" fmla="*/ 20 h 2371"/>
              <a:gd name="connsiteX1" fmla="*/ 16055 w 16055"/>
              <a:gd name="connsiteY1" fmla="*/ 0 h 2371"/>
              <a:gd name="connsiteX2" fmla="*/ 16055 w 16055"/>
              <a:gd name="connsiteY2" fmla="*/ 2371 h 2371"/>
              <a:gd name="connsiteX3" fmla="*/ 0 w 16055"/>
              <a:gd name="connsiteY3" fmla="*/ 2351 h 2371"/>
              <a:gd name="connsiteX4" fmla="*/ 1701 w 16055"/>
              <a:gd name="connsiteY4" fmla="*/ 20 h 2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55" h="2371">
                <a:moveTo>
                  <a:pt x="1701" y="20"/>
                </a:moveTo>
                <a:lnTo>
                  <a:pt x="16055" y="0"/>
                </a:lnTo>
                <a:lnTo>
                  <a:pt x="16055" y="2371"/>
                </a:lnTo>
                <a:lnTo>
                  <a:pt x="0" y="2351"/>
                </a:lnTo>
                <a:lnTo>
                  <a:pt x="1701" y="20"/>
                </a:lnTo>
                <a:close/>
              </a:path>
            </a:pathLst>
          </a:custGeom>
          <a:gradFill flip="none" rotWithShape="1">
            <a:gsLst>
              <a:gs pos="80000">
                <a:schemeClr val="accent3"/>
              </a:gs>
              <a:gs pos="20000">
                <a:schemeClr val="accent3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1049">
            <a:solidFill>
              <a:schemeClr val="bg1"/>
            </a:solidFill>
          </a:ln>
          <a:effectLst>
            <a:outerShdw blurRad="294640" dist="73660" dir="5400000" sx="99000" sy="99000" algn="t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6070" tIns="53035" rIns="106070" bIns="53035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90" b="1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sym typeface="+mn-ea"/>
            </a:endParaRPr>
          </a:p>
        </p:txBody>
      </p:sp>
      <p:grpSp>
        <p:nvGrpSpPr>
          <p:cNvPr id="56" name="子陵职场PPT11"/>
          <p:cNvGrpSpPr/>
          <p:nvPr/>
        </p:nvGrpSpPr>
        <p:grpSpPr>
          <a:xfrm>
            <a:off x="3204845" y="2286000"/>
            <a:ext cx="2892425" cy="667385"/>
            <a:chOff x="5850" y="9068"/>
            <a:chExt cx="4555" cy="1051"/>
          </a:xfrm>
        </p:grpSpPr>
        <p:sp>
          <p:nvSpPr>
            <p:cNvPr id="53" name="子陵职场PPT11-1"/>
            <p:cNvSpPr/>
            <p:nvPr/>
          </p:nvSpPr>
          <p:spPr>
            <a:xfrm>
              <a:off x="5850" y="9068"/>
              <a:ext cx="4555" cy="93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80000"/>
                    <a:lumOff val="20000"/>
                    <a:alpha val="100000"/>
                  </a:schemeClr>
                </a:gs>
                <a:gs pos="92000">
                  <a:schemeClr val="accent2">
                    <a:alpha val="10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2400">
                <a:sym typeface="+mn-ea"/>
              </a:endParaRPr>
            </a:p>
          </p:txBody>
        </p:sp>
        <p:sp>
          <p:nvSpPr>
            <p:cNvPr id="55" name="子陵职场PPT11-2"/>
            <p:cNvSpPr txBox="1"/>
            <p:nvPr/>
          </p:nvSpPr>
          <p:spPr>
            <a:xfrm>
              <a:off x="6231" y="9191"/>
              <a:ext cx="3675" cy="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  <a:buClrTx/>
                <a:buSzTx/>
                <a:buFontTx/>
              </a:pPr>
              <a:r>
                <a:rPr lang="en-US" sz="3600" b="1">
                  <a:solidFill>
                    <a:schemeClr val="bg1"/>
                  </a:solidFill>
                  <a:effectLst/>
                  <a:latin typeface="HarmonyOS Sans SC Black" panose="00000A00000000000000" charset="-122"/>
                  <a:ea typeface="HarmonyOS Sans SC Black" panose="00000A00000000000000" charset="-122"/>
                  <a:cs typeface="HarmonyOS Sans SC Black" panose="00000A00000000000000" charset="-122"/>
                  <a:sym typeface="+mn-ea"/>
                </a:rPr>
                <a:t>PART 01</a:t>
              </a:r>
              <a:endParaRPr lang="en-US" sz="3600" b="1">
                <a:solidFill>
                  <a:schemeClr val="bg1"/>
                </a:solidFill>
                <a:effectLst/>
                <a:latin typeface="HarmonyOS Sans SC Black" panose="00000A00000000000000" charset="-122"/>
                <a:ea typeface="HarmonyOS Sans SC Black" panose="00000A00000000000000" charset="-122"/>
                <a:cs typeface="HarmonyOS Sans SC Black" panose="00000A00000000000000" charset="-122"/>
                <a:sym typeface="+mn-ea"/>
              </a:endParaRPr>
            </a:p>
          </p:txBody>
        </p:sp>
      </p:grpSp>
      <p:sp>
        <p:nvSpPr>
          <p:cNvPr id="15" name="子陵职场PPT12"/>
          <p:cNvSpPr txBox="1"/>
          <p:nvPr>
            <p:custDataLst>
              <p:tags r:id="rId1"/>
            </p:custDataLst>
          </p:nvPr>
        </p:nvSpPr>
        <p:spPr>
          <a:xfrm>
            <a:off x="2316480" y="2917190"/>
            <a:ext cx="7710805" cy="1369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10000"/>
              </a:lnSpc>
              <a:buClrTx/>
              <a:buSzTx/>
              <a:buFontTx/>
            </a:pPr>
            <a:r>
              <a:rPr lang="en-US" altLang="zh-CN" sz="7200" b="1">
                <a:solidFill>
                  <a:srgbClr val="3D3838"/>
                </a:solidFill>
                <a:effectLst/>
                <a:latin typeface="+mj-ea"/>
                <a:ea typeface="+mj-ea"/>
                <a:sym typeface="+mn-ea"/>
              </a:rPr>
              <a:t>2025</a:t>
            </a:r>
            <a:r>
              <a:rPr lang="zh-CN" altLang="en-US" sz="7200" b="1">
                <a:solidFill>
                  <a:srgbClr val="3D3838"/>
                </a:solidFill>
                <a:effectLst/>
                <a:latin typeface="+mj-ea"/>
                <a:ea typeface="+mj-ea"/>
                <a:sym typeface="+mn-ea"/>
              </a:rPr>
              <a:t>年度工作总结</a:t>
            </a:r>
            <a:endParaRPr lang="zh-CN" altLang="en-US" sz="7200" b="1">
              <a:solidFill>
                <a:srgbClr val="3D3838"/>
              </a:solidFill>
              <a:effectLst/>
              <a:latin typeface="+mj-ea"/>
              <a:ea typeface="+mj-ea"/>
              <a:sym typeface="+mn-ea"/>
            </a:endParaRPr>
          </a:p>
        </p:txBody>
      </p:sp>
      <p:sp>
        <p:nvSpPr>
          <p:cNvPr id="22" name="子陵职场PPT15"/>
          <p:cNvSpPr/>
          <p:nvPr/>
        </p:nvSpPr>
        <p:spPr>
          <a:xfrm rot="19620000">
            <a:off x="5778500" y="-137160"/>
            <a:ext cx="1036320" cy="26422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7265">
                <a:moveTo>
                  <a:pt x="0" y="0"/>
                </a:moveTo>
                <a:lnTo>
                  <a:pt x="1632" y="1060"/>
                </a:lnTo>
                <a:lnTo>
                  <a:pt x="1632" y="7265"/>
                </a:lnTo>
                <a:lnTo>
                  <a:pt x="0" y="726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子陵职场PPT16"/>
          <p:cNvSpPr/>
          <p:nvPr/>
        </p:nvSpPr>
        <p:spPr>
          <a:xfrm rot="19620000">
            <a:off x="7494905" y="-53340"/>
            <a:ext cx="1036320" cy="193611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6506">
                <a:moveTo>
                  <a:pt x="0" y="0"/>
                </a:moveTo>
                <a:lnTo>
                  <a:pt x="1632" y="1060"/>
                </a:lnTo>
                <a:lnTo>
                  <a:pt x="1632" y="6506"/>
                </a:lnTo>
                <a:lnTo>
                  <a:pt x="0" y="650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5" name="子陵职场PPT17"/>
          <p:cNvGrpSpPr/>
          <p:nvPr/>
        </p:nvGrpSpPr>
        <p:grpSpPr>
          <a:xfrm flipH="1">
            <a:off x="-55880" y="-603250"/>
            <a:ext cx="10082530" cy="3655060"/>
            <a:chOff x="2725" y="-1104"/>
            <a:chExt cx="16566" cy="6265"/>
          </a:xfrm>
        </p:grpSpPr>
        <p:grpSp>
          <p:nvGrpSpPr>
            <p:cNvPr id="6" name="组合 5"/>
            <p:cNvGrpSpPr/>
            <p:nvPr/>
          </p:nvGrpSpPr>
          <p:grpSpPr>
            <a:xfrm>
              <a:off x="2725" y="-25"/>
              <a:ext cx="16566" cy="5186"/>
              <a:chOff x="9145" y="5726"/>
              <a:chExt cx="16566" cy="5186"/>
            </a:xfrm>
          </p:grpSpPr>
          <p:sp>
            <p:nvSpPr>
              <p:cNvPr id="7" name="子陵职场PPT17-1"/>
              <p:cNvSpPr/>
              <p:nvPr/>
            </p:nvSpPr>
            <p:spPr>
              <a:xfrm>
                <a:off x="17263" y="5726"/>
                <a:ext cx="8220" cy="3825"/>
              </a:xfrm>
              <a:custGeom>
                <a:avLst/>
                <a:gdLst>
                  <a:gd name="connsiteX0" fmla="*/ 0 w 7695"/>
                  <a:gd name="connsiteY0" fmla="*/ 0 h 3270"/>
                  <a:gd name="connsiteX1" fmla="*/ 7695 w 7695"/>
                  <a:gd name="connsiteY1" fmla="*/ 19 h 3270"/>
                  <a:gd name="connsiteX2" fmla="*/ 7695 w 7695"/>
                  <a:gd name="connsiteY2" fmla="*/ 3270 h 3270"/>
                  <a:gd name="connsiteX3" fmla="*/ 2565 w 7695"/>
                  <a:gd name="connsiteY3" fmla="*/ 2595 h 3270"/>
                  <a:gd name="connsiteX4" fmla="*/ 0 w 7695"/>
                  <a:gd name="connsiteY4" fmla="*/ 0 h 3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95" h="3270">
                    <a:moveTo>
                      <a:pt x="0" y="0"/>
                    </a:moveTo>
                    <a:lnTo>
                      <a:pt x="7695" y="19"/>
                    </a:lnTo>
                    <a:lnTo>
                      <a:pt x="7695" y="3270"/>
                    </a:lnTo>
                    <a:cubicBezTo>
                      <a:pt x="4110" y="3255"/>
                      <a:pt x="3285" y="3270"/>
                      <a:pt x="2565" y="259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>
                <a:outerShdw blurRad="63500" sx="102000" sy="102000" algn="ctr" rotWithShape="0">
                  <a:srgbClr val="3D3838">
                    <a:alpha val="10000"/>
                  </a:srgb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子陵职场PPT17-2"/>
              <p:cNvSpPr/>
              <p:nvPr/>
            </p:nvSpPr>
            <p:spPr>
              <a:xfrm>
                <a:off x="18016" y="5785"/>
                <a:ext cx="7638" cy="3211"/>
              </a:xfrm>
              <a:custGeom>
                <a:avLst/>
                <a:gdLst>
                  <a:gd name="connsiteX0" fmla="*/ 0 w 7695"/>
                  <a:gd name="connsiteY0" fmla="*/ 0 h 3270"/>
                  <a:gd name="connsiteX1" fmla="*/ 7695 w 7695"/>
                  <a:gd name="connsiteY1" fmla="*/ 19 h 3270"/>
                  <a:gd name="connsiteX2" fmla="*/ 7695 w 7695"/>
                  <a:gd name="connsiteY2" fmla="*/ 3270 h 3270"/>
                  <a:gd name="connsiteX3" fmla="*/ 2565 w 7695"/>
                  <a:gd name="connsiteY3" fmla="*/ 2595 h 3270"/>
                  <a:gd name="connsiteX4" fmla="*/ 0 w 7695"/>
                  <a:gd name="connsiteY4" fmla="*/ 0 h 3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95" h="3270">
                    <a:moveTo>
                      <a:pt x="0" y="0"/>
                    </a:moveTo>
                    <a:lnTo>
                      <a:pt x="7695" y="19"/>
                    </a:lnTo>
                    <a:lnTo>
                      <a:pt x="7695" y="3270"/>
                    </a:lnTo>
                    <a:cubicBezTo>
                      <a:pt x="4110" y="3255"/>
                      <a:pt x="3285" y="3270"/>
                      <a:pt x="2565" y="2595"/>
                    </a:cubicBez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子陵职场PPT17-3"/>
              <p:cNvSpPr/>
              <p:nvPr/>
            </p:nvSpPr>
            <p:spPr>
              <a:xfrm>
                <a:off x="9145" y="5726"/>
                <a:ext cx="16516" cy="5186"/>
              </a:xfrm>
              <a:custGeom>
                <a:avLst/>
                <a:gdLst>
                  <a:gd name="connsiteX0" fmla="*/ 0 w 16516"/>
                  <a:gd name="connsiteY0" fmla="*/ 0 h 5186"/>
                  <a:gd name="connsiteX1" fmla="*/ 16516 w 16516"/>
                  <a:gd name="connsiteY1" fmla="*/ 0 h 5186"/>
                  <a:gd name="connsiteX2" fmla="*/ 16508 w 16516"/>
                  <a:gd name="connsiteY2" fmla="*/ 5186 h 5186"/>
                  <a:gd name="connsiteX3" fmla="*/ 11775 w 16516"/>
                  <a:gd name="connsiteY3" fmla="*/ 934 h 5186"/>
                  <a:gd name="connsiteX4" fmla="*/ 0 w 16516"/>
                  <a:gd name="connsiteY4" fmla="*/ 0 h 5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16" h="5186">
                    <a:moveTo>
                      <a:pt x="0" y="0"/>
                    </a:moveTo>
                    <a:lnTo>
                      <a:pt x="16516" y="0"/>
                    </a:lnTo>
                    <a:lnTo>
                      <a:pt x="16508" y="5186"/>
                    </a:lnTo>
                    <a:cubicBezTo>
                      <a:pt x="14508" y="3320"/>
                      <a:pt x="13258" y="2084"/>
                      <a:pt x="11775" y="934"/>
                    </a:cubicBezTo>
                    <a:cubicBezTo>
                      <a:pt x="11125" y="334"/>
                      <a:pt x="491" y="1337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子陵职场PPT17-4"/>
              <p:cNvSpPr/>
              <p:nvPr/>
            </p:nvSpPr>
            <p:spPr>
              <a:xfrm rot="10800000">
                <a:off x="22695" y="5726"/>
                <a:ext cx="3016" cy="2633"/>
              </a:xfrm>
              <a:custGeom>
                <a:avLst/>
                <a:gdLst>
                  <a:gd name="connsiteX0" fmla="*/ 27 w 3016"/>
                  <a:gd name="connsiteY0" fmla="*/ 2623 h 2633"/>
                  <a:gd name="connsiteX1" fmla="*/ 0 w 3016"/>
                  <a:gd name="connsiteY1" fmla="*/ 0 h 2633"/>
                  <a:gd name="connsiteX2" fmla="*/ 3016 w 3016"/>
                  <a:gd name="connsiteY2" fmla="*/ 2633 h 2633"/>
                  <a:gd name="connsiteX3" fmla="*/ 27 w 3016"/>
                  <a:gd name="connsiteY3" fmla="*/ 2623 h 2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16" h="2633">
                    <a:moveTo>
                      <a:pt x="27" y="2623"/>
                    </a:moveTo>
                    <a:lnTo>
                      <a:pt x="0" y="0"/>
                    </a:lnTo>
                    <a:lnTo>
                      <a:pt x="3016" y="2633"/>
                    </a:lnTo>
                    <a:lnTo>
                      <a:pt x="27" y="262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80000"/>
                      <a:lumOff val="20000"/>
                      <a:alpha val="100000"/>
                    </a:schemeClr>
                  </a:gs>
                  <a:gs pos="92000">
                    <a:schemeClr val="accent2">
                      <a:alpha val="100000"/>
                    </a:scheme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</p:grpSp>
        <p:sp>
          <p:nvSpPr>
            <p:cNvPr id="14" name="子陵职场PPT17-5"/>
            <p:cNvSpPr/>
            <p:nvPr/>
          </p:nvSpPr>
          <p:spPr>
            <a:xfrm rot="19620000">
              <a:off x="16368" y="-1104"/>
              <a:ext cx="2322" cy="546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22" h="5468">
                  <a:moveTo>
                    <a:pt x="0" y="0"/>
                  </a:moveTo>
                  <a:lnTo>
                    <a:pt x="1002" y="651"/>
                  </a:lnTo>
                  <a:lnTo>
                    <a:pt x="2322" y="5252"/>
                  </a:lnTo>
                  <a:lnTo>
                    <a:pt x="1568" y="54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F7F7F7"/>
                </a:gs>
                <a:gs pos="99000">
                  <a:srgbClr val="F7F7F7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182745" y="5020945"/>
            <a:ext cx="6616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4000" b="1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沉淀与成长</a:t>
            </a:r>
            <a:r>
              <a:rPr lang="en-US" altLang="zh-CN" sz="4000" b="1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   </a:t>
            </a:r>
            <a:r>
              <a:rPr lang="zh-CN" altLang="en-US" sz="4000" b="1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蓄力再出发</a:t>
            </a:r>
            <a:endParaRPr lang="zh-CN" altLang="en-US" sz="4000" b="1">
              <a:solidFill>
                <a:schemeClr val="bg1"/>
              </a:solidFill>
              <a:effectLst/>
              <a:latin typeface="+mj-ea"/>
              <a:ea typeface="+mj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21066"/>
          <a:stretch>
            <a:fillRect/>
          </a:stretch>
        </p:blipFill>
        <p:spPr>
          <a:xfrm>
            <a:off x="10168890" y="21590"/>
            <a:ext cx="2023110" cy="748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>
          <a:xfrm>
            <a:off x="809625" y="241935"/>
            <a:ext cx="4690745" cy="589280"/>
          </a:xfrm>
        </p:spPr>
        <p:txBody>
          <a:bodyPr>
            <a:normAutofit/>
          </a:bodyPr>
          <a:lstStyle/>
          <a:p>
            <a:r>
              <a:rPr lang="zh-CN" altLang="en-US"/>
              <a:t>部门</a:t>
            </a:r>
            <a:r>
              <a:rPr lang="en-US" altLang="zh-CN"/>
              <a:t>/</a:t>
            </a:r>
            <a:r>
              <a:rPr lang="zh-CN" altLang="en-US"/>
              <a:t>岗位职责</a:t>
            </a:r>
            <a:r>
              <a:rPr lang="zh-CN" altLang="en-US"/>
              <a:t>定位</a:t>
            </a:r>
            <a:endParaRPr lang="zh-CN" altLang="en-US"/>
          </a:p>
        </p:txBody>
      </p:sp>
      <p:grpSp>
        <p:nvGrpSpPr>
          <p:cNvPr id="42" name="子陵职场PPT2"/>
          <p:cNvGrpSpPr/>
          <p:nvPr/>
        </p:nvGrpSpPr>
        <p:grpSpPr>
          <a:xfrm>
            <a:off x="4272915" y="1261745"/>
            <a:ext cx="3759835" cy="2937510"/>
            <a:chOff x="6604" y="1848"/>
            <a:chExt cx="5921" cy="4626"/>
          </a:xfrm>
        </p:grpSpPr>
        <p:sp>
          <p:nvSpPr>
            <p:cNvPr id="86" name="子陵职场PPT2-1"/>
            <p:cNvSpPr/>
            <p:nvPr>
              <p:custDataLst>
                <p:tags r:id="rId1"/>
              </p:custDataLst>
            </p:nvPr>
          </p:nvSpPr>
          <p:spPr>
            <a:xfrm>
              <a:off x="7733" y="2304"/>
              <a:ext cx="3717" cy="3717"/>
            </a:xfrm>
            <a:prstGeom prst="ellipse">
              <a:avLst/>
            </a:prstGeom>
            <a:noFill/>
            <a:ln w="38100">
              <a:solidFill>
                <a:schemeClr val="accent1">
                  <a:lumMod val="20000"/>
                  <a:lumOff val="80000"/>
                </a:schemeClr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47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Arial" panose="020B0604020202020204" pitchFamily="34" charset="0"/>
              </a:endParaRPr>
            </a:p>
          </p:txBody>
        </p:sp>
        <p:sp>
          <p:nvSpPr>
            <p:cNvPr id="88" name="子陵职场PPT2-2"/>
            <p:cNvSpPr/>
            <p:nvPr/>
          </p:nvSpPr>
          <p:spPr>
            <a:xfrm>
              <a:off x="7290" y="1848"/>
              <a:ext cx="4527" cy="4522"/>
            </a:xfrm>
            <a:prstGeom prst="arc">
              <a:avLst>
                <a:gd name="adj1" fmla="val 11085257"/>
                <a:gd name="adj2" fmla="val 21274670"/>
              </a:avLst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Arial" panose="020B0604020202020204" pitchFamily="34" charset="0"/>
              </a:endParaRPr>
            </a:p>
          </p:txBody>
        </p:sp>
        <p:sp>
          <p:nvSpPr>
            <p:cNvPr id="89" name="子陵职场PPT2-3"/>
            <p:cNvSpPr/>
            <p:nvPr/>
          </p:nvSpPr>
          <p:spPr>
            <a:xfrm flipV="1">
              <a:off x="7312" y="1952"/>
              <a:ext cx="4527" cy="4522"/>
            </a:xfrm>
            <a:prstGeom prst="arc">
              <a:avLst>
                <a:gd name="adj1" fmla="val 10878977"/>
                <a:gd name="adj2" fmla="val 21498200"/>
              </a:avLst>
            </a:prstGeom>
            <a:ln w="635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Arial" panose="020B0604020202020204" pitchFamily="34" charset="0"/>
              </a:endParaRPr>
            </a:p>
          </p:txBody>
        </p:sp>
        <p:sp>
          <p:nvSpPr>
            <p:cNvPr id="90" name="子陵职场PPT2-4"/>
            <p:cNvSpPr/>
            <p:nvPr>
              <p:custDataLst>
                <p:tags r:id="rId2"/>
              </p:custDataLst>
            </p:nvPr>
          </p:nvSpPr>
          <p:spPr>
            <a:xfrm>
              <a:off x="11729" y="3863"/>
              <a:ext cx="170" cy="17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Arial" panose="020B0604020202020204" pitchFamily="34" charset="0"/>
              </a:endParaRPr>
            </a:p>
          </p:txBody>
        </p:sp>
        <p:cxnSp>
          <p:nvCxnSpPr>
            <p:cNvPr id="91" name="子陵职场PPT2-5"/>
            <p:cNvCxnSpPr/>
            <p:nvPr/>
          </p:nvCxnSpPr>
          <p:spPr>
            <a:xfrm>
              <a:off x="11783" y="4281"/>
              <a:ext cx="742" cy="7"/>
            </a:xfrm>
            <a:prstGeom prst="straightConnector1">
              <a:avLst/>
            </a:prstGeom>
            <a:ln w="635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子陵职场PPT2-6"/>
            <p:cNvSpPr/>
            <p:nvPr>
              <p:custDataLst>
                <p:tags r:id="rId3"/>
              </p:custDataLst>
            </p:nvPr>
          </p:nvSpPr>
          <p:spPr>
            <a:xfrm>
              <a:off x="7221" y="4146"/>
              <a:ext cx="170" cy="1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Arial" panose="020B0604020202020204" pitchFamily="34" charset="0"/>
              </a:endParaRPr>
            </a:p>
          </p:txBody>
        </p:sp>
        <p:cxnSp>
          <p:nvCxnSpPr>
            <p:cNvPr id="93" name="子陵职场PPT2-7"/>
            <p:cNvCxnSpPr/>
            <p:nvPr/>
          </p:nvCxnSpPr>
          <p:spPr>
            <a:xfrm flipH="1">
              <a:off x="6604" y="3915"/>
              <a:ext cx="742" cy="7"/>
            </a:xfrm>
            <a:prstGeom prst="straightConnector1">
              <a:avLst/>
            </a:prstGeom>
            <a:ln w="635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子陵职场PPT2-8"/>
            <p:cNvSpPr/>
            <p:nvPr/>
          </p:nvSpPr>
          <p:spPr>
            <a:xfrm>
              <a:off x="8090" y="2585"/>
              <a:ext cx="3004" cy="3005"/>
            </a:xfrm>
            <a:prstGeom prst="ellipse">
              <a:avLst/>
            </a:prstGeom>
            <a:gradFill>
              <a:gsLst>
                <a:gs pos="80000">
                  <a:schemeClr val="accent1"/>
                </a:gs>
                <a:gs pos="20000">
                  <a:schemeClr val="accent1">
                    <a:lumMod val="60000"/>
                    <a:lumOff val="40000"/>
                  </a:schemeClr>
                </a:gs>
              </a:gsLst>
              <a:lin ang="2700000" scaled="1"/>
            </a:gradFill>
            <a:ln w="76200" cmpd="sng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36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j-lt"/>
                  <a:cs typeface="HarmonyOS Sans SC" panose="00000500000000000000" charset="-122"/>
                  <a:sym typeface="+mn-ea"/>
                </a:rPr>
                <a:t>职责定位</a:t>
              </a:r>
              <a:endParaRPr lang="zh-CN" altLang="en-US" sz="36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</p:grpSp>
      <p:sp>
        <p:nvSpPr>
          <p:cNvPr id="222" name="子陵职场PPT3"/>
          <p:cNvSpPr/>
          <p:nvPr/>
        </p:nvSpPr>
        <p:spPr>
          <a:xfrm flipH="1">
            <a:off x="10081406" y="1001889"/>
            <a:ext cx="1502611" cy="3896574"/>
          </a:xfrm>
          <a:custGeom>
            <a:avLst/>
            <a:gdLst>
              <a:gd name="connsiteX0" fmla="*/ 1397121 w 1502611"/>
              <a:gd name="connsiteY0" fmla="*/ 0 h 3896574"/>
              <a:gd name="connsiteX1" fmla="*/ 318870 w 1502611"/>
              <a:gd name="connsiteY1" fmla="*/ 0 h 3896574"/>
              <a:gd name="connsiteX2" fmla="*/ 293909 w 1502611"/>
              <a:gd name="connsiteY2" fmla="*/ 65971 h 3896574"/>
              <a:gd name="connsiteX3" fmla="*/ 0 w 1502611"/>
              <a:gd name="connsiteY3" fmla="*/ 1842912 h 3896574"/>
              <a:gd name="connsiteX4" fmla="*/ 239382 w 1502611"/>
              <a:gd name="connsiteY4" fmla="*/ 3451458 h 3896574"/>
              <a:gd name="connsiteX5" fmla="*/ 399582 w 1502611"/>
              <a:gd name="connsiteY5" fmla="*/ 3896574 h 3896574"/>
              <a:gd name="connsiteX6" fmla="*/ 1502611 w 1502611"/>
              <a:gd name="connsiteY6" fmla="*/ 3896574 h 3896574"/>
              <a:gd name="connsiteX7" fmla="*/ 1443577 w 1502611"/>
              <a:gd name="connsiteY7" fmla="*/ 3789426 h 3896574"/>
              <a:gd name="connsiteX8" fmla="*/ 1000833 w 1502611"/>
              <a:gd name="connsiteY8" fmla="*/ 1842912 h 3896574"/>
              <a:gd name="connsiteX9" fmla="*/ 1343089 w 1502611"/>
              <a:gd name="connsiteY9" fmla="*/ 120498 h 3896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02611" h="3896574">
                <a:moveTo>
                  <a:pt x="1397121" y="0"/>
                </a:moveTo>
                <a:lnTo>
                  <a:pt x="318870" y="0"/>
                </a:lnTo>
                <a:lnTo>
                  <a:pt x="293909" y="65971"/>
                </a:lnTo>
                <a:cubicBezTo>
                  <a:pt x="103386" y="623304"/>
                  <a:pt x="0" y="1221035"/>
                  <a:pt x="0" y="1842912"/>
                </a:cubicBezTo>
                <a:cubicBezTo>
                  <a:pt x="0" y="2402602"/>
                  <a:pt x="83743" y="2942733"/>
                  <a:pt x="239382" y="3451458"/>
                </a:cubicBezTo>
                <a:lnTo>
                  <a:pt x="399582" y="3896574"/>
                </a:lnTo>
                <a:lnTo>
                  <a:pt x="1502611" y="3896574"/>
                </a:lnTo>
                <a:lnTo>
                  <a:pt x="1443577" y="3789426"/>
                </a:lnTo>
                <a:cubicBezTo>
                  <a:pt x="1159840" y="3200577"/>
                  <a:pt x="1000833" y="2540313"/>
                  <a:pt x="1000833" y="1842912"/>
                </a:cubicBezTo>
                <a:cubicBezTo>
                  <a:pt x="1000833" y="1232686"/>
                  <a:pt x="1122572" y="650894"/>
                  <a:pt x="1343089" y="120498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98452">
                <a:schemeClr val="accent2">
                  <a:alpha val="0"/>
                </a:schemeClr>
              </a:gs>
              <a:gs pos="6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HarmonyOS Sans SC" panose="00000500000000000000" charset="-122"/>
            </a:endParaRPr>
          </a:p>
        </p:txBody>
      </p:sp>
      <p:sp>
        <p:nvSpPr>
          <p:cNvPr id="223" name="子陵职场PPT4"/>
          <p:cNvSpPr/>
          <p:nvPr/>
        </p:nvSpPr>
        <p:spPr>
          <a:xfrm>
            <a:off x="561555" y="1001889"/>
            <a:ext cx="1502612" cy="3896574"/>
          </a:xfrm>
          <a:custGeom>
            <a:avLst/>
            <a:gdLst>
              <a:gd name="connsiteX0" fmla="*/ 318870 w 1502612"/>
              <a:gd name="connsiteY0" fmla="*/ 0 h 3896574"/>
              <a:gd name="connsiteX1" fmla="*/ 1397121 w 1502612"/>
              <a:gd name="connsiteY1" fmla="*/ 0 h 3896574"/>
              <a:gd name="connsiteX2" fmla="*/ 1343089 w 1502612"/>
              <a:gd name="connsiteY2" fmla="*/ 120498 h 3896574"/>
              <a:gd name="connsiteX3" fmla="*/ 1000833 w 1502612"/>
              <a:gd name="connsiteY3" fmla="*/ 1842912 h 3896574"/>
              <a:gd name="connsiteX4" fmla="*/ 1443577 w 1502612"/>
              <a:gd name="connsiteY4" fmla="*/ 3789426 h 3896574"/>
              <a:gd name="connsiteX5" fmla="*/ 1502612 w 1502612"/>
              <a:gd name="connsiteY5" fmla="*/ 3896574 h 3896574"/>
              <a:gd name="connsiteX6" fmla="*/ 399582 w 1502612"/>
              <a:gd name="connsiteY6" fmla="*/ 3896574 h 3896574"/>
              <a:gd name="connsiteX7" fmla="*/ 239383 w 1502612"/>
              <a:gd name="connsiteY7" fmla="*/ 3451458 h 3896574"/>
              <a:gd name="connsiteX8" fmla="*/ 0 w 1502612"/>
              <a:gd name="connsiteY8" fmla="*/ 1842912 h 3896574"/>
              <a:gd name="connsiteX9" fmla="*/ 293909 w 1502612"/>
              <a:gd name="connsiteY9" fmla="*/ 65971 h 3896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02612" h="3896574">
                <a:moveTo>
                  <a:pt x="318870" y="0"/>
                </a:moveTo>
                <a:lnTo>
                  <a:pt x="1397121" y="0"/>
                </a:lnTo>
                <a:lnTo>
                  <a:pt x="1343089" y="120498"/>
                </a:lnTo>
                <a:cubicBezTo>
                  <a:pt x="1122572" y="650894"/>
                  <a:pt x="1000833" y="1232686"/>
                  <a:pt x="1000833" y="1842912"/>
                </a:cubicBezTo>
                <a:cubicBezTo>
                  <a:pt x="1000833" y="2540313"/>
                  <a:pt x="1159840" y="3200577"/>
                  <a:pt x="1443577" y="3789426"/>
                </a:cubicBezTo>
                <a:lnTo>
                  <a:pt x="1502612" y="3896574"/>
                </a:lnTo>
                <a:lnTo>
                  <a:pt x="399582" y="3896574"/>
                </a:lnTo>
                <a:lnTo>
                  <a:pt x="239383" y="3451458"/>
                </a:lnTo>
                <a:cubicBezTo>
                  <a:pt x="83743" y="2942733"/>
                  <a:pt x="0" y="2402602"/>
                  <a:pt x="0" y="1842912"/>
                </a:cubicBezTo>
                <a:cubicBezTo>
                  <a:pt x="0" y="1221035"/>
                  <a:pt x="103386" y="623304"/>
                  <a:pt x="293909" y="65971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98452">
                <a:schemeClr val="accent1">
                  <a:alpha val="0"/>
                </a:schemeClr>
              </a:gs>
              <a:gs pos="60000">
                <a:schemeClr val="accent1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HarmonyOS Sans SC" panose="00000500000000000000" charset="-122"/>
            </a:endParaRPr>
          </a:p>
        </p:txBody>
      </p:sp>
      <p:sp>
        <p:nvSpPr>
          <p:cNvPr id="17" name="子陵职场PPT5"/>
          <p:cNvSpPr/>
          <p:nvPr>
            <p:custDataLst>
              <p:tags r:id="rId4"/>
            </p:custDataLst>
          </p:nvPr>
        </p:nvSpPr>
        <p:spPr>
          <a:xfrm>
            <a:off x="416560" y="4629785"/>
            <a:ext cx="3599815" cy="1961515"/>
          </a:xfrm>
          <a:prstGeom prst="roundRect">
            <a:avLst>
              <a:gd name="adj" fmla="val 4827"/>
            </a:avLst>
          </a:prstGeom>
          <a:solidFill>
            <a:schemeClr val="bg1"/>
          </a:solidFill>
          <a:ln>
            <a:solidFill>
              <a:schemeClr val="accent1">
                <a:alpha val="7000"/>
              </a:schemeClr>
            </a:solidFill>
          </a:ln>
          <a:effectLst>
            <a:outerShdw blurRad="241300" dir="5400000" sx="102000" sy="102000" algn="ctr" rotWithShape="0">
              <a:schemeClr val="accent1"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3" name="子陵职场PPT6"/>
          <p:cNvSpPr/>
          <p:nvPr>
            <p:custDataLst>
              <p:tags r:id="rId5"/>
            </p:custDataLst>
          </p:nvPr>
        </p:nvSpPr>
        <p:spPr>
          <a:xfrm>
            <a:off x="4321810" y="4629785"/>
            <a:ext cx="3599815" cy="1961515"/>
          </a:xfrm>
          <a:prstGeom prst="roundRect">
            <a:avLst>
              <a:gd name="adj" fmla="val 4827"/>
            </a:avLst>
          </a:prstGeom>
          <a:solidFill>
            <a:schemeClr val="bg1"/>
          </a:solidFill>
          <a:ln w="19050" cap="flat" cmpd="sng" algn="ctr">
            <a:solidFill>
              <a:schemeClr val="accent2">
                <a:alpha val="12000"/>
              </a:schemeClr>
            </a:solidFill>
            <a:prstDash val="solid"/>
            <a:miter lim="800000"/>
          </a:ln>
          <a:effectLst>
            <a:outerShdw blurRad="215900" dist="63500" dir="5400000" sx="101000" sy="101000" algn="t" rotWithShape="0">
              <a:srgbClr val="FFB11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Roboto Regular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Roboto Regular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Roboto Regular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Roboto Regular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Roboto Regular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Roboto Regular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Roboto Regular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Roboto Regular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Roboto Regular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200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5" name="子陵职场PPT7"/>
          <p:cNvSpPr/>
          <p:nvPr>
            <p:custDataLst>
              <p:tags r:id="rId6"/>
            </p:custDataLst>
          </p:nvPr>
        </p:nvSpPr>
        <p:spPr>
          <a:xfrm>
            <a:off x="8227060" y="4629785"/>
            <a:ext cx="3599815" cy="1961515"/>
          </a:xfrm>
          <a:prstGeom prst="roundRect">
            <a:avLst>
              <a:gd name="adj" fmla="val 4827"/>
            </a:avLst>
          </a:prstGeom>
          <a:solidFill>
            <a:schemeClr val="bg1"/>
          </a:solidFill>
          <a:ln>
            <a:solidFill>
              <a:schemeClr val="accent1">
                <a:alpha val="7000"/>
              </a:schemeClr>
            </a:solidFill>
          </a:ln>
          <a:effectLst>
            <a:outerShdw blurRad="241300" dir="5400000" sx="102000" sy="102000" algn="ctr" rotWithShape="0">
              <a:schemeClr val="accent1"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11" name="子陵职场PPT8"/>
          <p:cNvSpPr/>
          <p:nvPr>
            <p:custDataLst>
              <p:tags r:id="rId7"/>
            </p:custDataLst>
          </p:nvPr>
        </p:nvSpPr>
        <p:spPr>
          <a:xfrm>
            <a:off x="416560" y="5194935"/>
            <a:ext cx="3599815" cy="1388745"/>
          </a:xfrm>
          <a:prstGeom prst="roundRect">
            <a:avLst>
              <a:gd name="adj" fmla="val 8379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0" scaled="0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15" name="子陵职场PPT9"/>
          <p:cNvSpPr/>
          <p:nvPr>
            <p:custDataLst>
              <p:tags r:id="rId8"/>
            </p:custDataLst>
          </p:nvPr>
        </p:nvSpPr>
        <p:spPr>
          <a:xfrm>
            <a:off x="4321810" y="5195570"/>
            <a:ext cx="3590290" cy="1388110"/>
          </a:xfrm>
          <a:prstGeom prst="roundRect">
            <a:avLst>
              <a:gd name="adj" fmla="val 8379"/>
            </a:avLst>
          </a:prstGeom>
          <a:gradFill>
            <a:gsLst>
              <a:gs pos="0">
                <a:schemeClr val="accent2">
                  <a:lumMod val="9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77800" dist="63500" dir="2700000" sx="99000" sy="99000" algn="tl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sp>
        <p:nvSpPr>
          <p:cNvPr id="16" name="子陵职场PPT10"/>
          <p:cNvSpPr/>
          <p:nvPr>
            <p:custDataLst>
              <p:tags r:id="rId9"/>
            </p:custDataLst>
          </p:nvPr>
        </p:nvSpPr>
        <p:spPr>
          <a:xfrm>
            <a:off x="8217535" y="5195570"/>
            <a:ext cx="3616960" cy="1388110"/>
          </a:xfrm>
          <a:prstGeom prst="roundRect">
            <a:avLst>
              <a:gd name="adj" fmla="val 8379"/>
            </a:avLst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3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77800" dist="63500" dir="2700000" sx="99000" sy="99000" algn="tl" rotWithShape="0">
              <a:schemeClr val="accent3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grpSp>
        <p:nvGrpSpPr>
          <p:cNvPr id="29" name="子陵职场PPT13"/>
          <p:cNvGrpSpPr/>
          <p:nvPr>
            <p:custDataLst>
              <p:tags r:id="rId10"/>
            </p:custDataLst>
          </p:nvPr>
        </p:nvGrpSpPr>
        <p:grpSpPr>
          <a:xfrm>
            <a:off x="991235" y="1230630"/>
            <a:ext cx="436245" cy="383540"/>
            <a:chOff x="1925" y="2000"/>
            <a:chExt cx="687" cy="604"/>
          </a:xfrm>
        </p:grpSpPr>
        <p:sp>
          <p:nvSpPr>
            <p:cNvPr id="20" name="子陵职场PPT13-1"/>
            <p:cNvSpPr/>
            <p:nvPr>
              <p:custDataLst>
                <p:tags r:id="rId11"/>
              </p:custDataLst>
            </p:nvPr>
          </p:nvSpPr>
          <p:spPr>
            <a:xfrm>
              <a:off x="2007" y="2000"/>
              <a:ext cx="454" cy="45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6350" cap="flat" cmpd="sng" algn="ctr">
              <a:noFill/>
              <a:prstDash val="solid"/>
              <a:miter lim="800000"/>
            </a:ln>
            <a:effectLst>
              <a:outerShdw blurRad="215900" dist="63500" dir="2700000" algn="tl" rotWithShape="0">
                <a:schemeClr val="accent1">
                  <a:alpha val="35000"/>
                </a:schemeClr>
              </a:outerShdw>
            </a:effectLst>
          </p:spPr>
          <p:txBody>
            <a:bodyPr vert="horz" wrap="square" lIns="216000" rIns="0" numCol="1" spcCol="0" rtlCol="0" fromWordArt="0" anchor="ctr" anchorCtr="0" forceAA="0" compatLnSpc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9pPr>
            </a:lstStyle>
            <a:p>
              <a:pPr lvl="0" algn="ctr">
                <a:buClrTx/>
                <a:buSzTx/>
                <a:buFontTx/>
                <a:defRPr/>
              </a:pPr>
              <a:endParaRPr lang="en-US" altLang="zh-CN" sz="1400" b="1" kern="0" dirty="0">
                <a:solidFill>
                  <a:prstClr val="white"/>
                </a:solidFill>
                <a:latin typeface="+mn-ea"/>
                <a:ea typeface="+mn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25" name="子陵职场PPT13-2"/>
            <p:cNvSpPr txBox="1"/>
            <p:nvPr>
              <p:custDataLst>
                <p:tags r:id="rId12"/>
              </p:custDataLst>
            </p:nvPr>
          </p:nvSpPr>
          <p:spPr>
            <a:xfrm>
              <a:off x="1925" y="2024"/>
              <a:ext cx="687" cy="58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90000"/>
                </a:lnSpc>
                <a:buClrTx/>
                <a:buSzTx/>
                <a:buFontTx/>
              </a:pPr>
              <a:r>
                <a:rPr lang="en-US" altLang="zh-CN" sz="1400" b="1">
                  <a:solidFill>
                    <a:schemeClr val="bg1"/>
                  </a:solidFill>
                  <a:effectLst/>
                  <a:latin typeface="+mj-ea"/>
                  <a:ea typeface="+mj-ea"/>
                  <a:cs typeface="HarmonyOS Sans SC" panose="00000500000000000000" charset="-122"/>
                  <a:sym typeface="+mn-ea"/>
                </a:rPr>
                <a:t>01</a:t>
              </a:r>
              <a:endParaRPr lang="en-US" altLang="zh-CN" sz="1400" b="1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  <p:grpSp>
        <p:nvGrpSpPr>
          <p:cNvPr id="34" name="子陵职场PPT16"/>
          <p:cNvGrpSpPr/>
          <p:nvPr>
            <p:custDataLst>
              <p:tags r:id="rId13"/>
            </p:custDataLst>
          </p:nvPr>
        </p:nvGrpSpPr>
        <p:grpSpPr>
          <a:xfrm>
            <a:off x="626110" y="2372360"/>
            <a:ext cx="422910" cy="383540"/>
            <a:chOff x="1925" y="2000"/>
            <a:chExt cx="687" cy="604"/>
          </a:xfrm>
        </p:grpSpPr>
        <p:sp>
          <p:nvSpPr>
            <p:cNvPr id="35" name="子陵职场PPT16-1"/>
            <p:cNvSpPr/>
            <p:nvPr>
              <p:custDataLst>
                <p:tags r:id="rId14"/>
              </p:custDataLst>
            </p:nvPr>
          </p:nvSpPr>
          <p:spPr>
            <a:xfrm>
              <a:off x="2007" y="2000"/>
              <a:ext cx="454" cy="45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6350" cap="flat" cmpd="sng" algn="ctr">
              <a:noFill/>
              <a:prstDash val="solid"/>
              <a:miter lim="800000"/>
            </a:ln>
            <a:effectLst>
              <a:outerShdw blurRad="215900" dist="63500" dir="2700000" algn="tl" rotWithShape="0">
                <a:schemeClr val="accent1">
                  <a:alpha val="35000"/>
                </a:schemeClr>
              </a:outerShdw>
            </a:effectLst>
          </p:spPr>
          <p:txBody>
            <a:bodyPr vert="horz" wrap="square" lIns="216000" rIns="0" numCol="1" spcCol="0" rtlCol="0" fromWordArt="0" anchor="ctr" anchorCtr="0" forceAA="0" compatLnSpc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9pPr>
            </a:lstStyle>
            <a:p>
              <a:pPr lvl="0" algn="ctr">
                <a:buClrTx/>
                <a:buSzTx/>
                <a:buFontTx/>
                <a:defRPr/>
              </a:pPr>
              <a:endParaRPr lang="en-US" altLang="zh-CN" sz="1400" b="1" kern="0" dirty="0">
                <a:solidFill>
                  <a:prstClr val="white"/>
                </a:solidFill>
                <a:latin typeface="+mn-ea"/>
                <a:ea typeface="+mn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36" name="子陵职场PPT16-2"/>
            <p:cNvSpPr txBox="1"/>
            <p:nvPr>
              <p:custDataLst>
                <p:tags r:id="rId15"/>
              </p:custDataLst>
            </p:nvPr>
          </p:nvSpPr>
          <p:spPr>
            <a:xfrm>
              <a:off x="1925" y="2024"/>
              <a:ext cx="687" cy="58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90000"/>
                </a:lnSpc>
                <a:buClrTx/>
                <a:buSzTx/>
                <a:buFontTx/>
              </a:pPr>
              <a:r>
                <a:rPr lang="en-US" altLang="zh-CN" sz="1400" b="1">
                  <a:solidFill>
                    <a:schemeClr val="bg1"/>
                  </a:solidFill>
                  <a:effectLst/>
                  <a:latin typeface="+mj-ea"/>
                  <a:ea typeface="+mj-ea"/>
                  <a:cs typeface="HarmonyOS Sans SC" panose="00000500000000000000" charset="-122"/>
                  <a:sym typeface="+mn-ea"/>
                </a:rPr>
                <a:t>02</a:t>
              </a:r>
              <a:endParaRPr lang="en-US" altLang="zh-CN" sz="1400" b="1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  <p:sp>
        <p:nvSpPr>
          <p:cNvPr id="37" name="子陵职场PPT17"/>
          <p:cNvSpPr txBox="1"/>
          <p:nvPr>
            <p:custDataLst>
              <p:tags r:id="rId16"/>
            </p:custDataLst>
          </p:nvPr>
        </p:nvSpPr>
        <p:spPr>
          <a:xfrm>
            <a:off x="1331595" y="3416300"/>
            <a:ext cx="1814195" cy="426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1400" b="1" dirty="0">
              <a:gradFill>
                <a:gsLst>
                  <a:gs pos="10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</a:gsLst>
                <a:path path="circle">
                  <a:fillToRect r="100000" b="100000"/>
                </a:path>
              </a:gra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grpSp>
        <p:nvGrpSpPr>
          <p:cNvPr id="39" name="子陵职场PPT19"/>
          <p:cNvGrpSpPr/>
          <p:nvPr>
            <p:custDataLst>
              <p:tags r:id="rId17"/>
            </p:custDataLst>
          </p:nvPr>
        </p:nvGrpSpPr>
        <p:grpSpPr>
          <a:xfrm>
            <a:off x="965835" y="3514090"/>
            <a:ext cx="422910" cy="383540"/>
            <a:chOff x="1925" y="2000"/>
            <a:chExt cx="687" cy="604"/>
          </a:xfrm>
        </p:grpSpPr>
        <p:sp>
          <p:nvSpPr>
            <p:cNvPr id="40" name="子陵职场PPT19-1"/>
            <p:cNvSpPr/>
            <p:nvPr>
              <p:custDataLst>
                <p:tags r:id="rId18"/>
              </p:custDataLst>
            </p:nvPr>
          </p:nvSpPr>
          <p:spPr>
            <a:xfrm>
              <a:off x="2007" y="2000"/>
              <a:ext cx="454" cy="45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6350" cap="flat" cmpd="sng" algn="ctr">
              <a:noFill/>
              <a:prstDash val="solid"/>
              <a:miter lim="800000"/>
            </a:ln>
            <a:effectLst>
              <a:outerShdw blurRad="215900" dist="63500" dir="2700000" algn="tl" rotWithShape="0">
                <a:schemeClr val="accent1">
                  <a:alpha val="35000"/>
                </a:schemeClr>
              </a:outerShdw>
            </a:effectLst>
          </p:spPr>
          <p:txBody>
            <a:bodyPr vert="horz" wrap="square" lIns="216000" rIns="0" numCol="1" spcCol="0" rtlCol="0" fromWordArt="0" anchor="ctr" anchorCtr="0" forceAA="0" compatLnSpc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9pPr>
            </a:lstStyle>
            <a:p>
              <a:pPr lvl="0" algn="ctr">
                <a:buClrTx/>
                <a:buSzTx/>
                <a:buFontTx/>
                <a:defRPr/>
              </a:pPr>
              <a:endParaRPr lang="en-US" altLang="zh-CN" sz="1400" b="1" kern="0" dirty="0">
                <a:solidFill>
                  <a:prstClr val="white"/>
                </a:solidFill>
                <a:latin typeface="+mn-ea"/>
                <a:ea typeface="+mn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41" name="子陵职场PPT19-2"/>
            <p:cNvSpPr txBox="1"/>
            <p:nvPr>
              <p:custDataLst>
                <p:tags r:id="rId19"/>
              </p:custDataLst>
            </p:nvPr>
          </p:nvSpPr>
          <p:spPr>
            <a:xfrm>
              <a:off x="1925" y="2024"/>
              <a:ext cx="687" cy="58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90000"/>
                </a:lnSpc>
                <a:buClrTx/>
                <a:buSzTx/>
                <a:buFontTx/>
              </a:pPr>
              <a:r>
                <a:rPr lang="en-US" altLang="zh-CN" sz="1400" b="1">
                  <a:solidFill>
                    <a:schemeClr val="bg1"/>
                  </a:solidFill>
                  <a:effectLst/>
                  <a:latin typeface="+mj-ea"/>
                  <a:ea typeface="+mj-ea"/>
                  <a:cs typeface="HarmonyOS Sans SC" panose="00000500000000000000" charset="-122"/>
                  <a:sym typeface="+mn-ea"/>
                </a:rPr>
                <a:t>03</a:t>
              </a:r>
              <a:endParaRPr lang="en-US" altLang="zh-CN" sz="1400" b="1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  <p:sp>
        <p:nvSpPr>
          <p:cNvPr id="46" name="子陵职场PPT22"/>
          <p:cNvSpPr/>
          <p:nvPr>
            <p:custDataLst>
              <p:tags r:id="rId20"/>
            </p:custDataLst>
          </p:nvPr>
        </p:nvSpPr>
        <p:spPr>
          <a:xfrm>
            <a:off x="10728960" y="1230630"/>
            <a:ext cx="288290" cy="288290"/>
          </a:xfrm>
          <a:prstGeom prst="roundRect">
            <a:avLst/>
          </a:prstGeom>
          <a:gradFill>
            <a:gsLst>
              <a:gs pos="0">
                <a:schemeClr val="accent2">
                  <a:lumMod val="9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77800" dist="63500" dir="2700000" sx="99000" sy="99000" algn="tl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+mn-ea"/>
            </a:endParaRPr>
          </a:p>
        </p:txBody>
      </p:sp>
      <p:sp>
        <p:nvSpPr>
          <p:cNvPr id="47" name="子陵职场PPT23"/>
          <p:cNvSpPr txBox="1"/>
          <p:nvPr>
            <p:custDataLst>
              <p:tags r:id="rId21"/>
            </p:custDataLst>
          </p:nvPr>
        </p:nvSpPr>
        <p:spPr>
          <a:xfrm>
            <a:off x="10676890" y="1254125"/>
            <a:ext cx="436245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1400" b="1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  <a:sym typeface="+mn-ea"/>
              </a:rPr>
              <a:t>04</a:t>
            </a:r>
            <a:endParaRPr lang="en-US" altLang="zh-CN" sz="1400" b="1">
              <a:solidFill>
                <a:schemeClr val="bg1"/>
              </a:solidFill>
              <a:effectLst/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51" name="子陵职场PPT26"/>
          <p:cNvSpPr/>
          <p:nvPr>
            <p:custDataLst>
              <p:tags r:id="rId22"/>
            </p:custDataLst>
          </p:nvPr>
        </p:nvSpPr>
        <p:spPr>
          <a:xfrm>
            <a:off x="11067415" y="2383155"/>
            <a:ext cx="279400" cy="288290"/>
          </a:xfrm>
          <a:prstGeom prst="roundRect">
            <a:avLst/>
          </a:prstGeom>
          <a:gradFill>
            <a:gsLst>
              <a:gs pos="0">
                <a:schemeClr val="accent2">
                  <a:lumMod val="9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77800" dist="63500" dir="2700000" sx="99000" sy="99000" algn="tl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+mn-ea"/>
            </a:endParaRPr>
          </a:p>
        </p:txBody>
      </p:sp>
      <p:sp>
        <p:nvSpPr>
          <p:cNvPr id="52" name="子陵职场PPT27"/>
          <p:cNvSpPr txBox="1"/>
          <p:nvPr>
            <p:custDataLst>
              <p:tags r:id="rId23"/>
            </p:custDataLst>
          </p:nvPr>
        </p:nvSpPr>
        <p:spPr>
          <a:xfrm>
            <a:off x="11017250" y="2406650"/>
            <a:ext cx="42291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1400" b="1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  <a:sym typeface="+mn-ea"/>
              </a:rPr>
              <a:t>05</a:t>
            </a:r>
            <a:endParaRPr lang="en-US" altLang="zh-CN" sz="1400" b="1">
              <a:solidFill>
                <a:schemeClr val="bg1"/>
              </a:solidFill>
              <a:effectLst/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53" name="子陵职场PPT28"/>
          <p:cNvSpPr txBox="1"/>
          <p:nvPr>
            <p:custDataLst>
              <p:tags r:id="rId24"/>
            </p:custDataLst>
          </p:nvPr>
        </p:nvSpPr>
        <p:spPr>
          <a:xfrm>
            <a:off x="8430895" y="3437890"/>
            <a:ext cx="2310765" cy="810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b="1" dirty="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2"/>
                  </a:gs>
                </a:gsLst>
                <a:lin ang="10800000" scaled="0"/>
              </a:gradFill>
              <a:effectLst/>
              <a:latin typeface="+mj-ea"/>
              <a:ea typeface="+mj-ea"/>
              <a:cs typeface="HarmonyOS Sans SC" panose="00000500000000000000" charset="-122"/>
              <a:sym typeface="+mn-ea"/>
            </a:endParaRPr>
          </a:p>
          <a:p>
            <a:pPr lv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b="1" dirty="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2"/>
                  </a:gs>
                </a:gsLst>
                <a:lin ang="10800000" scaled="0"/>
              </a:gradFill>
              <a:effectLst/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56" name="子陵职场PPT30"/>
          <p:cNvSpPr/>
          <p:nvPr>
            <p:custDataLst>
              <p:tags r:id="rId25"/>
            </p:custDataLst>
          </p:nvPr>
        </p:nvSpPr>
        <p:spPr>
          <a:xfrm>
            <a:off x="10779125" y="3514090"/>
            <a:ext cx="279400" cy="288290"/>
          </a:xfrm>
          <a:prstGeom prst="roundRect">
            <a:avLst/>
          </a:prstGeom>
          <a:gradFill>
            <a:gsLst>
              <a:gs pos="0">
                <a:schemeClr val="accent2">
                  <a:lumMod val="9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77800" dist="63500" dir="2700000" sx="99000" sy="99000" algn="tl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+mn-ea"/>
            </a:endParaRPr>
          </a:p>
        </p:txBody>
      </p:sp>
      <p:sp>
        <p:nvSpPr>
          <p:cNvPr id="57" name="子陵职场PPT31"/>
          <p:cNvSpPr txBox="1"/>
          <p:nvPr>
            <p:custDataLst>
              <p:tags r:id="rId26"/>
            </p:custDataLst>
          </p:nvPr>
        </p:nvSpPr>
        <p:spPr>
          <a:xfrm>
            <a:off x="10728960" y="3537585"/>
            <a:ext cx="42291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1400" b="1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  <a:sym typeface="+mn-ea"/>
              </a:rPr>
              <a:t>06</a:t>
            </a:r>
            <a:endParaRPr lang="en-US" altLang="zh-CN" sz="1400" b="1">
              <a:solidFill>
                <a:schemeClr val="bg1"/>
              </a:solidFill>
              <a:effectLst/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76" name="子陵职场PPT32"/>
          <p:cNvSpPr txBox="1"/>
          <p:nvPr/>
        </p:nvSpPr>
        <p:spPr>
          <a:xfrm>
            <a:off x="1189355" y="4673600"/>
            <a:ext cx="195643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en-US" altLang="zh-CN" sz="2600" b="1" dirty="0">
                <a:gradFill>
                  <a:gsLst>
                    <a:gs pos="100000">
                      <a:schemeClr val="accent1">
                        <a:lumMod val="75000"/>
                      </a:schemeClr>
                    </a:gs>
                    <a:gs pos="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cs typeface="HarmonyOS Sans SC" panose="00000500000000000000" charset="-122"/>
                <a:sym typeface="+mn-ea"/>
              </a:rPr>
              <a:t>  </a:t>
            </a:r>
            <a:endParaRPr lang="zh-CN" altLang="en-US" sz="2000" b="1" dirty="0">
              <a:gradFill>
                <a:gsLst>
                  <a:gs pos="10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</a:gsLst>
                <a:path path="circle">
                  <a:fillToRect r="100000" b="100000"/>
                </a:path>
              </a:gradFill>
              <a:cs typeface="HarmonyOS Sans SC" panose="00000500000000000000" charset="-122"/>
              <a:sym typeface="+mn-ea"/>
            </a:endParaRPr>
          </a:p>
        </p:txBody>
      </p:sp>
      <p:sp>
        <p:nvSpPr>
          <p:cNvPr id="60" name="子陵职场PPT36"/>
          <p:cNvSpPr txBox="1"/>
          <p:nvPr>
            <p:custDataLst>
              <p:tags r:id="rId27"/>
            </p:custDataLst>
          </p:nvPr>
        </p:nvSpPr>
        <p:spPr>
          <a:xfrm>
            <a:off x="4469130" y="5304155"/>
            <a:ext cx="3316605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rPr>
              <a:t>。</a:t>
            </a:r>
            <a:endParaRPr lang="en-US" altLang="zh-CN" sz="1400" dirty="0">
              <a:solidFill>
                <a:schemeClr val="bg1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子陵职场PPT1"/>
          <p:cNvGrpSpPr/>
          <p:nvPr/>
        </p:nvGrpSpPr>
        <p:grpSpPr>
          <a:xfrm>
            <a:off x="3753485" y="1373505"/>
            <a:ext cx="4545965" cy="4545965"/>
            <a:chOff x="5960" y="3577"/>
            <a:chExt cx="4928" cy="4928"/>
          </a:xfrm>
        </p:grpSpPr>
        <p:sp>
          <p:nvSpPr>
            <p:cNvPr id="11" name="子陵职场PPT1-1"/>
            <p:cNvSpPr/>
            <p:nvPr/>
          </p:nvSpPr>
          <p:spPr>
            <a:xfrm>
              <a:off x="5960" y="3577"/>
              <a:ext cx="4928" cy="4928"/>
            </a:xfrm>
            <a:prstGeom prst="ellipse">
              <a:avLst/>
            </a:prstGeom>
            <a:solidFill>
              <a:schemeClr val="accent1">
                <a:alpha val="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HarmonyOS Sans SC" panose="00000500000000000000" charset="-122"/>
              </a:endParaRPr>
            </a:p>
          </p:txBody>
        </p:sp>
        <p:sp>
          <p:nvSpPr>
            <p:cNvPr id="18" name="子陵职场PPT1-2"/>
            <p:cNvSpPr/>
            <p:nvPr/>
          </p:nvSpPr>
          <p:spPr>
            <a:xfrm>
              <a:off x="6409" y="4026"/>
              <a:ext cx="4030" cy="403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HarmonyOS Sans SC" panose="00000500000000000000" charset="-122"/>
              </a:endParaRPr>
            </a:p>
          </p:txBody>
        </p:sp>
      </p:grpSp>
      <p:sp>
        <p:nvSpPr>
          <p:cNvPr id="51" name="子陵职场PPT2"/>
          <p:cNvSpPr/>
          <p:nvPr/>
        </p:nvSpPr>
        <p:spPr>
          <a:xfrm rot="16200000">
            <a:off x="5677431" y="477315"/>
            <a:ext cx="5953757" cy="6171463"/>
          </a:xfrm>
          <a:prstGeom prst="triangle">
            <a:avLst/>
          </a:prstGeom>
          <a:gradFill flip="none" rotWithShape="1">
            <a:gsLst>
              <a:gs pos="100000">
                <a:schemeClr val="accent2">
                  <a:alpha val="0"/>
                </a:schemeClr>
              </a:gs>
              <a:gs pos="20000">
                <a:schemeClr val="accent2">
                  <a:lumMod val="60000"/>
                  <a:lumOff val="40000"/>
                  <a:alpha val="10000"/>
                </a:schemeClr>
              </a:gs>
            </a:gsLst>
            <a:lin ang="5400000"/>
          </a:gradFill>
          <a:ln>
            <a:noFill/>
          </a:ln>
          <a:effectLst>
            <a:outerShdw blurRad="215900" dist="63500" dir="5400000" sx="99000" sy="99000" algn="t" rotWithShape="0">
              <a:schemeClr val="accent2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2000" b="1" dirty="0">
              <a:cs typeface="HarmonyOS Sans SC" panose="00000500000000000000" charset="-122"/>
              <a:sym typeface="+mn-ea"/>
            </a:endParaRPr>
          </a:p>
        </p:txBody>
      </p:sp>
      <p:sp>
        <p:nvSpPr>
          <p:cNvPr id="49" name="子陵职场PPT3"/>
          <p:cNvSpPr/>
          <p:nvPr/>
        </p:nvSpPr>
        <p:spPr>
          <a:xfrm rot="5400000" flipH="1">
            <a:off x="163830" y="473075"/>
            <a:ext cx="6182995" cy="6409690"/>
          </a:xfrm>
          <a:prstGeom prst="triangle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80000"/>
                  <a:lumOff val="20000"/>
                  <a:alpha val="13000"/>
                </a:schemeClr>
              </a:gs>
            </a:gsLst>
            <a:lin ang="16200000" scaled="1"/>
            <a:tileRect/>
          </a:gradFill>
          <a:ln w="38100">
            <a:noFill/>
          </a:ln>
          <a:effectLst>
            <a:outerShdw blurRad="215900" dist="63500" dir="5400000" sx="108000" sy="108000" algn="ctr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2" name="子陵职场PPT4"/>
          <p:cNvSpPr>
            <a:spLocks noGrp="1"/>
          </p:cNvSpPr>
          <p:nvPr>
            <p:ph type="title"/>
          </p:nvPr>
        </p:nvSpPr>
        <p:spPr>
          <a:xfrm>
            <a:off x="842010" y="241935"/>
            <a:ext cx="4559300" cy="589280"/>
          </a:xfrm>
        </p:spPr>
        <p:txBody>
          <a:bodyPr>
            <a:normAutofit/>
          </a:bodyPr>
          <a:lstStyle/>
          <a:p>
            <a:r>
              <a:rPr lang="zh-CN" altLang="en-US"/>
              <a:t>工作成果</a:t>
            </a:r>
            <a:endParaRPr lang="zh-CN" altLang="en-US"/>
          </a:p>
        </p:txBody>
      </p:sp>
      <p:sp>
        <p:nvSpPr>
          <p:cNvPr id="91" name="子陵职场PPT5"/>
          <p:cNvSpPr/>
          <p:nvPr/>
        </p:nvSpPr>
        <p:spPr>
          <a:xfrm>
            <a:off x="6867525" y="2955925"/>
            <a:ext cx="1680210" cy="1314450"/>
          </a:xfrm>
          <a:prstGeom prst="rightArrow">
            <a:avLst/>
          </a:prstGeom>
          <a:gradFill flip="none" rotWithShape="1">
            <a:gsLst>
              <a:gs pos="8000">
                <a:schemeClr val="accent2">
                  <a:alpha val="0"/>
                </a:schemeClr>
              </a:gs>
              <a:gs pos="69000">
                <a:schemeClr val="accent2"/>
              </a:gs>
            </a:gsLst>
            <a:lin ang="0" scaled="1"/>
            <a:tileRect/>
          </a:gradFill>
          <a:ln w="28575">
            <a:gradFill>
              <a:gsLst>
                <a:gs pos="0">
                  <a:schemeClr val="bg1"/>
                </a:gs>
                <a:gs pos="95000">
                  <a:schemeClr val="bg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63500" sx="99000" sy="99000" algn="l" rotWithShape="0">
              <a:schemeClr val="accent2"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>
              <a:defRPr/>
            </a:pPr>
            <a:endParaRPr kumimoji="1"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6" name="子陵职场PPT6"/>
          <p:cNvSpPr/>
          <p:nvPr/>
        </p:nvSpPr>
        <p:spPr>
          <a:xfrm flipH="1">
            <a:off x="3477895" y="2955925"/>
            <a:ext cx="1747520" cy="1366520"/>
          </a:xfrm>
          <a:prstGeom prst="rightArrow">
            <a:avLst/>
          </a:prstGeom>
          <a:gradFill flip="none" rotWithShape="1">
            <a:gsLst>
              <a:gs pos="20000">
                <a:schemeClr val="accent1">
                  <a:alpha val="100000"/>
                </a:schemeClr>
              </a:gs>
              <a:gs pos="100000">
                <a:schemeClr val="accent1">
                  <a:lumMod val="80000"/>
                  <a:lumOff val="20000"/>
                  <a:alpha val="23000"/>
                </a:schemeClr>
              </a:gs>
            </a:gsLst>
            <a:lin ang="10800000" scaled="1"/>
          </a:gradFill>
          <a:ln w="38100">
            <a:solidFill>
              <a:schemeClr val="bg1">
                <a:alpha val="21000"/>
              </a:schemeClr>
            </a:solidFill>
          </a:ln>
          <a:effectLst>
            <a:outerShdw blurRad="215900" dist="123190" dir="5400000" sx="108000" sy="108000" algn="ctr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  <a:cs typeface="HarmonyOS Sans SC" panose="00000500000000000000" charset="-122"/>
              <a:sym typeface="+mn-lt"/>
            </a:endParaRPr>
          </a:p>
        </p:txBody>
      </p:sp>
      <p:sp>
        <p:nvSpPr>
          <p:cNvPr id="31" name="子陵职场PPT7"/>
          <p:cNvSpPr/>
          <p:nvPr/>
        </p:nvSpPr>
        <p:spPr>
          <a:xfrm>
            <a:off x="4754880" y="2381250"/>
            <a:ext cx="2550160" cy="2552065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0" scaled="1"/>
          </a:gra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32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HarmonyOS Sans SC" panose="00000500000000000000" charset="-122"/>
              <a:sym typeface="+mn-ea"/>
            </a:endParaRPr>
          </a:p>
        </p:txBody>
      </p:sp>
      <p:sp>
        <p:nvSpPr>
          <p:cNvPr id="32" name="子陵职场PPT8"/>
          <p:cNvSpPr/>
          <p:nvPr/>
        </p:nvSpPr>
        <p:spPr>
          <a:xfrm>
            <a:off x="5095875" y="2734945"/>
            <a:ext cx="1850390" cy="1852930"/>
          </a:xfrm>
          <a:prstGeom prst="ellipse">
            <a:avLst/>
          </a:prstGeom>
          <a:solidFill>
            <a:schemeClr val="bg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2000" b="1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lin ang="0" scaled="0"/>
              </a:gradFill>
              <a:effectLst/>
              <a:latin typeface="+mj-ea"/>
              <a:ea typeface="+mj-ea"/>
              <a:cs typeface="HarmonyOS Sans SC" panose="00000500000000000000" charset="-122"/>
              <a:sym typeface="+mn-ea"/>
            </a:endParaRPr>
          </a:p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220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lin ang="0" scaled="0"/>
              </a:gradFill>
              <a:effectLst/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grpSp>
        <p:nvGrpSpPr>
          <p:cNvPr id="5394" name="子陵职场PPT9"/>
          <p:cNvGrpSpPr/>
          <p:nvPr/>
        </p:nvGrpSpPr>
        <p:grpSpPr>
          <a:xfrm>
            <a:off x="5808980" y="2941320"/>
            <a:ext cx="434975" cy="434340"/>
            <a:chOff x="5642475" y="1435075"/>
            <a:chExt cx="481975" cy="481825"/>
          </a:xfrm>
          <a:solidFill>
            <a:schemeClr val="bg1"/>
          </a:solidFill>
        </p:grpSpPr>
        <p:sp>
          <p:nvSpPr>
            <p:cNvPr id="5395" name="子陵职场PPT9-1"/>
            <p:cNvSpPr/>
            <p:nvPr/>
          </p:nvSpPr>
          <p:spPr>
            <a:xfrm>
              <a:off x="5642475" y="1435075"/>
              <a:ext cx="481975" cy="340675"/>
            </a:xfrm>
            <a:custGeom>
              <a:avLst/>
              <a:gdLst/>
              <a:ahLst/>
              <a:cxnLst/>
              <a:rect l="l" t="t" r="r" b="b"/>
              <a:pathLst>
                <a:path w="19279" h="13627" extrusionOk="0">
                  <a:moveTo>
                    <a:pt x="2262" y="2259"/>
                  </a:moveTo>
                  <a:cubicBezTo>
                    <a:pt x="2883" y="2259"/>
                    <a:pt x="3428" y="2765"/>
                    <a:pt x="3428" y="3389"/>
                  </a:cubicBezTo>
                  <a:lnTo>
                    <a:pt x="3428" y="7342"/>
                  </a:lnTo>
                  <a:cubicBezTo>
                    <a:pt x="3428" y="7366"/>
                    <a:pt x="3434" y="7394"/>
                    <a:pt x="3434" y="7418"/>
                  </a:cubicBezTo>
                  <a:lnTo>
                    <a:pt x="1636" y="6246"/>
                  </a:lnTo>
                  <a:cubicBezTo>
                    <a:pt x="1320" y="6035"/>
                    <a:pt x="1130" y="5683"/>
                    <a:pt x="1133" y="5304"/>
                  </a:cubicBezTo>
                  <a:lnTo>
                    <a:pt x="1133" y="3389"/>
                  </a:lnTo>
                  <a:cubicBezTo>
                    <a:pt x="1133" y="2765"/>
                    <a:pt x="1636" y="2259"/>
                    <a:pt x="2262" y="2259"/>
                  </a:cubicBezTo>
                  <a:close/>
                  <a:moveTo>
                    <a:pt x="17017" y="2259"/>
                  </a:moveTo>
                  <a:cubicBezTo>
                    <a:pt x="17641" y="2259"/>
                    <a:pt x="18147" y="2765"/>
                    <a:pt x="18147" y="3389"/>
                  </a:cubicBezTo>
                  <a:lnTo>
                    <a:pt x="18147" y="5307"/>
                  </a:lnTo>
                  <a:cubicBezTo>
                    <a:pt x="18147" y="5683"/>
                    <a:pt x="17957" y="6035"/>
                    <a:pt x="17644" y="6246"/>
                  </a:cubicBezTo>
                  <a:lnTo>
                    <a:pt x="15843" y="7421"/>
                  </a:lnTo>
                  <a:cubicBezTo>
                    <a:pt x="15843" y="7394"/>
                    <a:pt x="15849" y="7369"/>
                    <a:pt x="15849" y="7342"/>
                  </a:cubicBezTo>
                  <a:lnTo>
                    <a:pt x="15849" y="3389"/>
                  </a:lnTo>
                  <a:cubicBezTo>
                    <a:pt x="15849" y="2765"/>
                    <a:pt x="16394" y="2259"/>
                    <a:pt x="17017" y="2259"/>
                  </a:cubicBezTo>
                  <a:close/>
                  <a:moveTo>
                    <a:pt x="9638" y="2284"/>
                  </a:moveTo>
                  <a:cubicBezTo>
                    <a:pt x="9845" y="2284"/>
                    <a:pt x="10051" y="2381"/>
                    <a:pt x="10146" y="2576"/>
                  </a:cubicBezTo>
                  <a:lnTo>
                    <a:pt x="10883" y="4069"/>
                  </a:lnTo>
                  <a:lnTo>
                    <a:pt x="12534" y="4310"/>
                  </a:lnTo>
                  <a:cubicBezTo>
                    <a:pt x="12994" y="4376"/>
                    <a:pt x="13181" y="4945"/>
                    <a:pt x="12847" y="5274"/>
                  </a:cubicBezTo>
                  <a:lnTo>
                    <a:pt x="11651" y="6439"/>
                  </a:lnTo>
                  <a:lnTo>
                    <a:pt x="11934" y="8080"/>
                  </a:lnTo>
                  <a:cubicBezTo>
                    <a:pt x="11996" y="8445"/>
                    <a:pt x="11705" y="8742"/>
                    <a:pt x="11376" y="8742"/>
                  </a:cubicBezTo>
                  <a:cubicBezTo>
                    <a:pt x="11290" y="8742"/>
                    <a:pt x="11201" y="8721"/>
                    <a:pt x="11115" y="8676"/>
                  </a:cubicBezTo>
                  <a:lnTo>
                    <a:pt x="9637" y="7899"/>
                  </a:lnTo>
                  <a:lnTo>
                    <a:pt x="8161" y="8676"/>
                  </a:lnTo>
                  <a:cubicBezTo>
                    <a:pt x="8076" y="8721"/>
                    <a:pt x="7987" y="8742"/>
                    <a:pt x="7900" y="8742"/>
                  </a:cubicBezTo>
                  <a:cubicBezTo>
                    <a:pt x="7571" y="8742"/>
                    <a:pt x="7280" y="8445"/>
                    <a:pt x="7342" y="8080"/>
                  </a:cubicBezTo>
                  <a:lnTo>
                    <a:pt x="7625" y="6439"/>
                  </a:lnTo>
                  <a:lnTo>
                    <a:pt x="6430" y="5271"/>
                  </a:lnTo>
                  <a:cubicBezTo>
                    <a:pt x="6279" y="5120"/>
                    <a:pt x="6222" y="4897"/>
                    <a:pt x="6288" y="4692"/>
                  </a:cubicBezTo>
                  <a:cubicBezTo>
                    <a:pt x="6355" y="4488"/>
                    <a:pt x="6532" y="4340"/>
                    <a:pt x="6743" y="4310"/>
                  </a:cubicBezTo>
                  <a:lnTo>
                    <a:pt x="8393" y="4069"/>
                  </a:lnTo>
                  <a:lnTo>
                    <a:pt x="9131" y="2576"/>
                  </a:lnTo>
                  <a:cubicBezTo>
                    <a:pt x="9226" y="2381"/>
                    <a:pt x="9432" y="2284"/>
                    <a:pt x="9638" y="2284"/>
                  </a:cubicBezTo>
                  <a:close/>
                  <a:moveTo>
                    <a:pt x="3994" y="1"/>
                  </a:moveTo>
                  <a:cubicBezTo>
                    <a:pt x="3681" y="1"/>
                    <a:pt x="3428" y="254"/>
                    <a:pt x="3428" y="567"/>
                  </a:cubicBezTo>
                  <a:lnTo>
                    <a:pt x="3428" y="1443"/>
                  </a:lnTo>
                  <a:cubicBezTo>
                    <a:pt x="3072" y="1242"/>
                    <a:pt x="2669" y="1133"/>
                    <a:pt x="2262" y="1130"/>
                  </a:cubicBezTo>
                  <a:cubicBezTo>
                    <a:pt x="1013" y="1130"/>
                    <a:pt x="4" y="2142"/>
                    <a:pt x="4" y="3389"/>
                  </a:cubicBezTo>
                  <a:lnTo>
                    <a:pt x="4" y="5307"/>
                  </a:lnTo>
                  <a:cubicBezTo>
                    <a:pt x="1" y="6060"/>
                    <a:pt x="380" y="6767"/>
                    <a:pt x="1010" y="7186"/>
                  </a:cubicBezTo>
                  <a:lnTo>
                    <a:pt x="3681" y="8941"/>
                  </a:lnTo>
                  <a:cubicBezTo>
                    <a:pt x="3690" y="8947"/>
                    <a:pt x="3702" y="8944"/>
                    <a:pt x="3714" y="8950"/>
                  </a:cubicBezTo>
                  <a:cubicBezTo>
                    <a:pt x="4129" y="10107"/>
                    <a:pt x="5006" y="11037"/>
                    <a:pt x="6297" y="11642"/>
                  </a:cubicBezTo>
                  <a:cubicBezTo>
                    <a:pt x="7137" y="12034"/>
                    <a:pt x="7692" y="12817"/>
                    <a:pt x="7866" y="13627"/>
                  </a:cubicBezTo>
                  <a:lnTo>
                    <a:pt x="11386" y="13627"/>
                  </a:lnTo>
                  <a:cubicBezTo>
                    <a:pt x="11504" y="12844"/>
                    <a:pt x="11949" y="12067"/>
                    <a:pt x="12648" y="11676"/>
                  </a:cubicBezTo>
                  <a:cubicBezTo>
                    <a:pt x="14003" y="10908"/>
                    <a:pt x="15027" y="10101"/>
                    <a:pt x="15521" y="8965"/>
                  </a:cubicBezTo>
                  <a:cubicBezTo>
                    <a:pt x="15545" y="8953"/>
                    <a:pt x="15575" y="8956"/>
                    <a:pt x="15599" y="8941"/>
                  </a:cubicBezTo>
                  <a:lnTo>
                    <a:pt x="18273" y="7186"/>
                  </a:lnTo>
                  <a:cubicBezTo>
                    <a:pt x="18899" y="6767"/>
                    <a:pt x="19279" y="6063"/>
                    <a:pt x="19279" y="5307"/>
                  </a:cubicBezTo>
                  <a:lnTo>
                    <a:pt x="19279" y="3389"/>
                  </a:lnTo>
                  <a:cubicBezTo>
                    <a:pt x="19276" y="2142"/>
                    <a:pt x="18267" y="1130"/>
                    <a:pt x="17020" y="1130"/>
                  </a:cubicBezTo>
                  <a:cubicBezTo>
                    <a:pt x="16611" y="1133"/>
                    <a:pt x="16207" y="1242"/>
                    <a:pt x="15852" y="1443"/>
                  </a:cubicBezTo>
                  <a:lnTo>
                    <a:pt x="15852" y="567"/>
                  </a:lnTo>
                  <a:cubicBezTo>
                    <a:pt x="15852" y="254"/>
                    <a:pt x="15599" y="1"/>
                    <a:pt x="15289" y="1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32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5396" name="子陵职场PPT9-2"/>
            <p:cNvSpPr/>
            <p:nvPr/>
          </p:nvSpPr>
          <p:spPr>
            <a:xfrm>
              <a:off x="5756375" y="1803975"/>
              <a:ext cx="254100" cy="112925"/>
            </a:xfrm>
            <a:custGeom>
              <a:avLst/>
              <a:gdLst/>
              <a:ahLst/>
              <a:cxnLst/>
              <a:rect l="l" t="t" r="r" b="b"/>
              <a:pathLst>
                <a:path w="10164" h="4517" extrusionOk="0">
                  <a:moveTo>
                    <a:pt x="2259" y="0"/>
                  </a:moveTo>
                  <a:cubicBezTo>
                    <a:pt x="1636" y="0"/>
                    <a:pt x="1130" y="506"/>
                    <a:pt x="1130" y="1129"/>
                  </a:cubicBezTo>
                  <a:lnTo>
                    <a:pt x="1130" y="1695"/>
                  </a:lnTo>
                  <a:lnTo>
                    <a:pt x="2825" y="1695"/>
                  </a:lnTo>
                  <a:cubicBezTo>
                    <a:pt x="3136" y="1695"/>
                    <a:pt x="3389" y="1945"/>
                    <a:pt x="3389" y="2258"/>
                  </a:cubicBezTo>
                  <a:cubicBezTo>
                    <a:pt x="3389" y="2572"/>
                    <a:pt x="3136" y="2825"/>
                    <a:pt x="2825" y="2825"/>
                  </a:cubicBezTo>
                  <a:lnTo>
                    <a:pt x="567" y="2825"/>
                  </a:lnTo>
                  <a:cubicBezTo>
                    <a:pt x="254" y="2825"/>
                    <a:pt x="1" y="3075"/>
                    <a:pt x="1" y="3388"/>
                  </a:cubicBezTo>
                  <a:lnTo>
                    <a:pt x="1" y="3954"/>
                  </a:lnTo>
                  <a:cubicBezTo>
                    <a:pt x="1" y="4264"/>
                    <a:pt x="254" y="4517"/>
                    <a:pt x="567" y="4517"/>
                  </a:cubicBezTo>
                  <a:lnTo>
                    <a:pt x="9601" y="4517"/>
                  </a:lnTo>
                  <a:cubicBezTo>
                    <a:pt x="9911" y="4517"/>
                    <a:pt x="10164" y="4264"/>
                    <a:pt x="10164" y="3954"/>
                  </a:cubicBezTo>
                  <a:lnTo>
                    <a:pt x="10164" y="3388"/>
                  </a:lnTo>
                  <a:cubicBezTo>
                    <a:pt x="10164" y="3075"/>
                    <a:pt x="9911" y="2825"/>
                    <a:pt x="9601" y="2825"/>
                  </a:cubicBezTo>
                  <a:lnTo>
                    <a:pt x="7342" y="2825"/>
                  </a:lnTo>
                  <a:cubicBezTo>
                    <a:pt x="7029" y="2825"/>
                    <a:pt x="6776" y="2572"/>
                    <a:pt x="6776" y="2258"/>
                  </a:cubicBezTo>
                  <a:cubicBezTo>
                    <a:pt x="6776" y="1945"/>
                    <a:pt x="7029" y="1695"/>
                    <a:pt x="7342" y="1695"/>
                  </a:cubicBezTo>
                  <a:lnTo>
                    <a:pt x="9035" y="1695"/>
                  </a:lnTo>
                  <a:lnTo>
                    <a:pt x="9035" y="1129"/>
                  </a:lnTo>
                  <a:cubicBezTo>
                    <a:pt x="9035" y="506"/>
                    <a:pt x="8529" y="0"/>
                    <a:pt x="7905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32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5397" name="子陵职场PPT9-3"/>
            <p:cNvSpPr/>
            <p:nvPr/>
          </p:nvSpPr>
          <p:spPr>
            <a:xfrm>
              <a:off x="5843400" y="1537550"/>
              <a:ext cx="79975" cy="76125"/>
            </a:xfrm>
            <a:custGeom>
              <a:avLst/>
              <a:gdLst/>
              <a:ahLst/>
              <a:cxnLst/>
              <a:rect l="l" t="t" r="r" b="b"/>
              <a:pathLst>
                <a:path w="3199" h="3045" extrusionOk="0">
                  <a:moveTo>
                    <a:pt x="1603" y="0"/>
                  </a:moveTo>
                  <a:lnTo>
                    <a:pt x="1238" y="738"/>
                  </a:lnTo>
                  <a:cubicBezTo>
                    <a:pt x="1157" y="904"/>
                    <a:pt x="998" y="1018"/>
                    <a:pt x="814" y="1045"/>
                  </a:cubicBezTo>
                  <a:lnTo>
                    <a:pt x="1" y="1163"/>
                  </a:lnTo>
                  <a:lnTo>
                    <a:pt x="588" y="1735"/>
                  </a:lnTo>
                  <a:cubicBezTo>
                    <a:pt x="721" y="1864"/>
                    <a:pt x="784" y="2051"/>
                    <a:pt x="751" y="2235"/>
                  </a:cubicBezTo>
                  <a:lnTo>
                    <a:pt x="612" y="3045"/>
                  </a:lnTo>
                  <a:lnTo>
                    <a:pt x="1338" y="2662"/>
                  </a:lnTo>
                  <a:cubicBezTo>
                    <a:pt x="1421" y="2619"/>
                    <a:pt x="1511" y="2597"/>
                    <a:pt x="1601" y="2597"/>
                  </a:cubicBezTo>
                  <a:cubicBezTo>
                    <a:pt x="1691" y="2597"/>
                    <a:pt x="1781" y="2619"/>
                    <a:pt x="1862" y="2662"/>
                  </a:cubicBezTo>
                  <a:lnTo>
                    <a:pt x="2588" y="3045"/>
                  </a:lnTo>
                  <a:lnTo>
                    <a:pt x="2452" y="2235"/>
                  </a:lnTo>
                  <a:cubicBezTo>
                    <a:pt x="2419" y="2051"/>
                    <a:pt x="2479" y="1864"/>
                    <a:pt x="2612" y="1735"/>
                  </a:cubicBezTo>
                  <a:lnTo>
                    <a:pt x="3199" y="1163"/>
                  </a:lnTo>
                  <a:lnTo>
                    <a:pt x="2389" y="1045"/>
                  </a:lnTo>
                  <a:cubicBezTo>
                    <a:pt x="2205" y="1018"/>
                    <a:pt x="2045" y="904"/>
                    <a:pt x="1964" y="735"/>
                  </a:cubicBezTo>
                  <a:lnTo>
                    <a:pt x="1603" y="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32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</p:grpSp>
      <p:sp>
        <p:nvSpPr>
          <p:cNvPr id="98" name="子陵职场PPT10"/>
          <p:cNvSpPr/>
          <p:nvPr/>
        </p:nvSpPr>
        <p:spPr>
          <a:xfrm>
            <a:off x="615315" y="1648460"/>
            <a:ext cx="1483995" cy="3467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77800" dist="88900" dir="2700000" sx="99000" sy="99000" algn="tl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>
              <a:cs typeface="HarmonyOS Sans SC" panose="00000500000000000000" charset="-122"/>
              <a:sym typeface="+mn-ea"/>
            </a:endParaRPr>
          </a:p>
        </p:txBody>
      </p:sp>
      <p:sp>
        <p:nvSpPr>
          <p:cNvPr id="57" name="子陵职场PPT12"/>
          <p:cNvSpPr/>
          <p:nvPr/>
        </p:nvSpPr>
        <p:spPr>
          <a:xfrm>
            <a:off x="615315" y="2919730"/>
            <a:ext cx="1483995" cy="3467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77800" dist="88900" dir="2700000" sx="99000" sy="99000" algn="tl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>
              <a:cs typeface="HarmonyOS Sans SC" panose="00000500000000000000" charset="-122"/>
              <a:sym typeface="+mn-ea"/>
            </a:endParaRPr>
          </a:p>
        </p:txBody>
      </p:sp>
      <p:sp>
        <p:nvSpPr>
          <p:cNvPr id="59" name="子陵职场PPT14"/>
          <p:cNvSpPr/>
          <p:nvPr/>
        </p:nvSpPr>
        <p:spPr>
          <a:xfrm>
            <a:off x="615315" y="4191000"/>
            <a:ext cx="1483995" cy="3467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77800" dist="88900" dir="2700000" sx="99000" sy="99000" algn="tl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>
              <a:cs typeface="HarmonyOS Sans SC" panose="00000500000000000000" charset="-122"/>
              <a:sym typeface="+mn-ea"/>
            </a:endParaRPr>
          </a:p>
        </p:txBody>
      </p:sp>
      <p:sp>
        <p:nvSpPr>
          <p:cNvPr id="61" name="子陵职场PPT16"/>
          <p:cNvSpPr/>
          <p:nvPr/>
        </p:nvSpPr>
        <p:spPr>
          <a:xfrm>
            <a:off x="9896475" y="1648460"/>
            <a:ext cx="1543050" cy="3467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85000"/>
                  <a:lumOff val="15000"/>
                </a:schemeClr>
              </a:gs>
              <a:gs pos="70000">
                <a:schemeClr val="accent2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77800" dist="88900" dir="5400000" algn="t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400" dirty="0">
              <a:solidFill>
                <a:srgbClr val="FFFFFF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63" name="子陵职场PPT18"/>
          <p:cNvSpPr/>
          <p:nvPr/>
        </p:nvSpPr>
        <p:spPr>
          <a:xfrm>
            <a:off x="9896475" y="2919730"/>
            <a:ext cx="1543050" cy="3467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85000"/>
                  <a:lumOff val="15000"/>
                </a:schemeClr>
              </a:gs>
              <a:gs pos="70000">
                <a:schemeClr val="accent2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77800" dist="88900" dir="5400000" algn="t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400" dirty="0">
              <a:solidFill>
                <a:srgbClr val="FFFFFF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65" name="子陵职场PPT20"/>
          <p:cNvSpPr/>
          <p:nvPr/>
        </p:nvSpPr>
        <p:spPr>
          <a:xfrm>
            <a:off x="9896475" y="4191000"/>
            <a:ext cx="1543050" cy="3467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85000"/>
                  <a:lumOff val="15000"/>
                </a:schemeClr>
              </a:gs>
              <a:gs pos="70000">
                <a:schemeClr val="accent2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77800" dist="88900" dir="5400000" algn="t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400" dirty="0">
              <a:solidFill>
                <a:srgbClr val="FFFFFF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67" name="子陵职场PPT24"/>
          <p:cNvSpPr txBox="1"/>
          <p:nvPr/>
        </p:nvSpPr>
        <p:spPr>
          <a:xfrm>
            <a:off x="5234305" y="3459480"/>
            <a:ext cx="1578610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80000"/>
                        <a:lumOff val="20000"/>
                      </a:schemeClr>
                    </a:gs>
                  </a:gsLst>
                  <a:lin ang="0" scaled="0"/>
                </a:gradFill>
                <a:effectLst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rPr>
              <a:t>工作成果</a:t>
            </a:r>
            <a:endParaRPr lang="zh-CN" altLang="en-US" sz="240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lin ang="0" scaled="0"/>
              </a:gradFill>
              <a:effectLst/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grpSp>
        <p:nvGrpSpPr>
          <p:cNvPr id="83" name="子陵职场PPT25"/>
          <p:cNvGrpSpPr/>
          <p:nvPr/>
        </p:nvGrpSpPr>
        <p:grpSpPr>
          <a:xfrm>
            <a:off x="3479165" y="6051550"/>
            <a:ext cx="5068570" cy="412750"/>
            <a:chOff x="5478" y="9581"/>
            <a:chExt cx="7982" cy="650"/>
          </a:xfrm>
        </p:grpSpPr>
        <p:sp>
          <p:nvSpPr>
            <p:cNvPr id="74" name="子陵职场PPT25-1"/>
            <p:cNvSpPr/>
            <p:nvPr/>
          </p:nvSpPr>
          <p:spPr>
            <a:xfrm>
              <a:off x="5478" y="9581"/>
              <a:ext cx="7982" cy="650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32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75" name="子陵职场PPT25-2"/>
            <p:cNvSpPr txBox="1"/>
            <p:nvPr/>
          </p:nvSpPr>
          <p:spPr>
            <a:xfrm>
              <a:off x="9306" y="9745"/>
              <a:ext cx="560" cy="33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rPr>
                <a:t>协作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77" name="子陵职场PPT25-3"/>
            <p:cNvSpPr txBox="1"/>
            <p:nvPr/>
          </p:nvSpPr>
          <p:spPr>
            <a:xfrm>
              <a:off x="6642" y="9745"/>
              <a:ext cx="560" cy="33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rPr>
                <a:t>创新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78" name="子陵职场PPT25-4"/>
            <p:cNvSpPr txBox="1"/>
            <p:nvPr/>
          </p:nvSpPr>
          <p:spPr>
            <a:xfrm>
              <a:off x="11998" y="9745"/>
              <a:ext cx="560" cy="33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rPr>
                <a:t>进取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grpSp>
          <p:nvGrpSpPr>
            <p:cNvPr id="80" name="组合 79"/>
            <p:cNvGrpSpPr/>
            <p:nvPr/>
          </p:nvGrpSpPr>
          <p:grpSpPr>
            <a:xfrm>
              <a:off x="8160" y="9581"/>
              <a:ext cx="2880" cy="649"/>
              <a:chOff x="5113191" y="5896891"/>
              <a:chExt cx="1828801" cy="961109"/>
            </a:xfrm>
          </p:grpSpPr>
          <p:sp>
            <p:nvSpPr>
              <p:cNvPr id="81" name="子陵职场PPT25-5"/>
              <p:cNvSpPr/>
              <p:nvPr/>
            </p:nvSpPr>
            <p:spPr>
              <a:xfrm>
                <a:off x="5113191" y="5896891"/>
                <a:ext cx="55085" cy="961109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01010"/>
                  </a:solidFill>
                  <a:effectLst/>
                  <a:uLnTx/>
                  <a:uFillTx/>
                  <a:latin typeface="HarmonyOS Sans SC" panose="00000500000000000000" charset="-122"/>
                  <a:ea typeface="HarmonyOS Sans SC" panose="00000500000000000000" charset="-122"/>
                  <a:cs typeface="+mn-ea"/>
                </a:endParaRPr>
              </a:p>
            </p:txBody>
          </p:sp>
          <p:sp>
            <p:nvSpPr>
              <p:cNvPr id="82" name="子陵职场PPT25-6"/>
              <p:cNvSpPr/>
              <p:nvPr/>
            </p:nvSpPr>
            <p:spPr>
              <a:xfrm>
                <a:off x="6886907" y="5896891"/>
                <a:ext cx="55085" cy="961109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01010"/>
                  </a:solidFill>
                  <a:effectLst/>
                  <a:uLnTx/>
                  <a:uFillTx/>
                  <a:latin typeface="HarmonyOS Sans SC" panose="00000500000000000000" charset="-122"/>
                  <a:ea typeface="HarmonyOS Sans SC" panose="00000500000000000000" charset="-122"/>
                  <a:cs typeface="+mn-ea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>
          <a:xfrm>
            <a:off x="784860" y="241935"/>
            <a:ext cx="4610100" cy="589280"/>
          </a:xfrm>
        </p:spPr>
        <p:txBody>
          <a:bodyPr>
            <a:normAutofit/>
          </a:bodyPr>
          <a:lstStyle/>
          <a:p>
            <a:r>
              <a:t>年度</a:t>
            </a:r>
            <a:r>
              <a:rPr lang="en-US" altLang="zh-CN"/>
              <a:t>/</a:t>
            </a:r>
            <a:r>
              <a:t>月度计划完成情况</a:t>
            </a:r>
          </a:p>
        </p:txBody>
      </p:sp>
      <p:sp>
        <p:nvSpPr>
          <p:cNvPr id="24" name="子陵职场PPT2"/>
          <p:cNvSpPr/>
          <p:nvPr/>
        </p:nvSpPr>
        <p:spPr>
          <a:xfrm>
            <a:off x="425450" y="1284605"/>
            <a:ext cx="5871845" cy="4770000"/>
          </a:xfrm>
          <a:custGeom>
            <a:avLst/>
            <a:gdLst>
              <a:gd name="connsiteX0" fmla="*/ 243 w 9247"/>
              <a:gd name="connsiteY0" fmla="*/ 12 h 8253"/>
              <a:gd name="connsiteX1" fmla="*/ 9071 w 9247"/>
              <a:gd name="connsiteY1" fmla="*/ 0 h 8253"/>
              <a:gd name="connsiteX2" fmla="*/ 9215 w 9247"/>
              <a:gd name="connsiteY2" fmla="*/ 407 h 8253"/>
              <a:gd name="connsiteX3" fmla="*/ 7719 w 9247"/>
              <a:gd name="connsiteY3" fmla="*/ 7915 h 8253"/>
              <a:gd name="connsiteX4" fmla="*/ 7454 w 9247"/>
              <a:gd name="connsiteY4" fmla="*/ 8253 h 8253"/>
              <a:gd name="connsiteX5" fmla="*/ 243 w 9247"/>
              <a:gd name="connsiteY5" fmla="*/ 8246 h 8253"/>
              <a:gd name="connsiteX6" fmla="*/ 0 w 9247"/>
              <a:gd name="connsiteY6" fmla="*/ 7945 h 8253"/>
              <a:gd name="connsiteX7" fmla="*/ 0 w 9247"/>
              <a:gd name="connsiteY7" fmla="*/ 313 h 8253"/>
              <a:gd name="connsiteX8" fmla="*/ 243 w 9247"/>
              <a:gd name="connsiteY8" fmla="*/ 12 h 8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47" h="8253">
                <a:moveTo>
                  <a:pt x="243" y="12"/>
                </a:moveTo>
                <a:lnTo>
                  <a:pt x="9071" y="0"/>
                </a:lnTo>
                <a:cubicBezTo>
                  <a:pt x="9271" y="0"/>
                  <a:pt x="9271" y="211"/>
                  <a:pt x="9215" y="407"/>
                </a:cubicBezTo>
                <a:lnTo>
                  <a:pt x="7719" y="7915"/>
                </a:lnTo>
                <a:cubicBezTo>
                  <a:pt x="7674" y="8173"/>
                  <a:pt x="7644" y="8253"/>
                  <a:pt x="7454" y="8253"/>
                </a:cubicBezTo>
                <a:lnTo>
                  <a:pt x="243" y="8246"/>
                </a:lnTo>
                <a:cubicBezTo>
                  <a:pt x="109" y="8246"/>
                  <a:pt x="0" y="8111"/>
                  <a:pt x="0" y="7945"/>
                </a:cubicBezTo>
                <a:lnTo>
                  <a:pt x="0" y="313"/>
                </a:lnTo>
                <a:cubicBezTo>
                  <a:pt x="0" y="147"/>
                  <a:pt x="109" y="12"/>
                  <a:pt x="243" y="12"/>
                </a:cubicBezTo>
                <a:close/>
              </a:path>
            </a:pathLst>
          </a:custGeom>
          <a:gradFill flip="none" rotWithShape="1">
            <a:gsLst>
              <a:gs pos="48000">
                <a:schemeClr val="bg1"/>
              </a:gs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2700000" scaled="1"/>
            <a:tileRect/>
          </a:gradFill>
          <a:ln w="635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101600" sx="102000" sy="102000" algn="ctr" rotWithShape="0">
              <a:schemeClr val="accent1">
                <a:lumMod val="20000"/>
                <a:lumOff val="80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1400" dirty="0">
              <a:solidFill>
                <a:schemeClr val="bg2">
                  <a:lumMod val="25000"/>
                </a:schemeClr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4" name="子陵职场PPT3"/>
          <p:cNvSpPr/>
          <p:nvPr/>
        </p:nvSpPr>
        <p:spPr>
          <a:xfrm>
            <a:off x="5621655" y="1573530"/>
            <a:ext cx="6164580" cy="4770120"/>
          </a:xfrm>
          <a:custGeom>
            <a:avLst/>
            <a:gdLst>
              <a:gd name="connsiteX0" fmla="*/ 1831 w 9707"/>
              <a:gd name="connsiteY0" fmla="*/ 2 h 8276"/>
              <a:gd name="connsiteX1" fmla="*/ 9339 w 9707"/>
              <a:gd name="connsiteY1" fmla="*/ 0 h 8276"/>
              <a:gd name="connsiteX2" fmla="*/ 9708 w 9707"/>
              <a:gd name="connsiteY2" fmla="*/ 301 h 8276"/>
              <a:gd name="connsiteX3" fmla="*/ 9708 w 9707"/>
              <a:gd name="connsiteY3" fmla="*/ 7932 h 8276"/>
              <a:gd name="connsiteX4" fmla="*/ 9339 w 9707"/>
              <a:gd name="connsiteY4" fmla="*/ 8233 h 8276"/>
              <a:gd name="connsiteX5" fmla="*/ 243 w 9707"/>
              <a:gd name="connsiteY5" fmla="*/ 8276 h 8276"/>
              <a:gd name="connsiteX6" fmla="*/ 24 w 9707"/>
              <a:gd name="connsiteY6" fmla="*/ 7946 h 8276"/>
              <a:gd name="connsiteX7" fmla="*/ 1512 w 9707"/>
              <a:gd name="connsiteY7" fmla="*/ 362 h 8276"/>
              <a:gd name="connsiteX8" fmla="*/ 1831 w 9707"/>
              <a:gd name="connsiteY8" fmla="*/ 2 h 8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08" h="8276">
                <a:moveTo>
                  <a:pt x="1831" y="2"/>
                </a:moveTo>
                <a:lnTo>
                  <a:pt x="9339" y="0"/>
                </a:lnTo>
                <a:cubicBezTo>
                  <a:pt x="9543" y="0"/>
                  <a:pt x="9708" y="135"/>
                  <a:pt x="9708" y="301"/>
                </a:cubicBezTo>
                <a:lnTo>
                  <a:pt x="9708" y="7932"/>
                </a:lnTo>
                <a:cubicBezTo>
                  <a:pt x="9708" y="8098"/>
                  <a:pt x="9543" y="8233"/>
                  <a:pt x="9339" y="8233"/>
                </a:cubicBezTo>
                <a:lnTo>
                  <a:pt x="243" y="8276"/>
                </a:lnTo>
                <a:cubicBezTo>
                  <a:pt x="-37" y="8256"/>
                  <a:pt x="-17" y="8196"/>
                  <a:pt x="24" y="7946"/>
                </a:cubicBezTo>
                <a:lnTo>
                  <a:pt x="1512" y="362"/>
                </a:lnTo>
                <a:cubicBezTo>
                  <a:pt x="1570" y="62"/>
                  <a:pt x="1570" y="12"/>
                  <a:pt x="1831" y="2"/>
                </a:cubicBezTo>
                <a:close/>
              </a:path>
            </a:pathLst>
          </a:custGeom>
          <a:gradFill flip="none" rotWithShape="1">
            <a:gsLst>
              <a:gs pos="48000">
                <a:schemeClr val="bg1"/>
              </a:gs>
              <a:gs pos="100000">
                <a:schemeClr val="accent2">
                  <a:lumMod val="5000"/>
                  <a:lumOff val="95000"/>
                </a:schemeClr>
              </a:gs>
              <a:gs pos="0">
                <a:schemeClr val="accent2">
                  <a:lumMod val="5000"/>
                  <a:lumOff val="95000"/>
                </a:schemeClr>
              </a:gs>
            </a:gsLst>
            <a:lin ang="2700000" scaled="1"/>
            <a:tileRect/>
          </a:gradFill>
          <a:ln w="6350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>
            <a:outerShdw blurRad="101600" sx="102000" sy="102000" algn="ctr" rotWithShape="0">
              <a:schemeClr val="accent2">
                <a:lumMod val="20000"/>
                <a:lumOff val="80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1400" dirty="0">
              <a:solidFill>
                <a:schemeClr val="bg2">
                  <a:lumMod val="25000"/>
                </a:schemeClr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8" name="子陵职场PPT4"/>
          <p:cNvSpPr/>
          <p:nvPr/>
        </p:nvSpPr>
        <p:spPr>
          <a:xfrm>
            <a:off x="5299075" y="3185795"/>
            <a:ext cx="1393825" cy="1394460"/>
          </a:xfrm>
          <a:prstGeom prst="ellipse">
            <a:avLst/>
          </a:prstGeom>
          <a:gradFill>
            <a:gsLst>
              <a:gs pos="80000">
                <a:schemeClr val="accent1"/>
              </a:gs>
              <a:gs pos="2000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  <a:ln w="76200" cmpd="sng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4400" i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rPr>
              <a:t>VS</a:t>
            </a:r>
            <a:endParaRPr lang="en-US" altLang="zh-CN" sz="4400" i="1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HarmonyOS Sans SC" panose="00000500000000000000" charset="-122"/>
              <a:sym typeface="+mn-ea"/>
            </a:endParaRPr>
          </a:p>
        </p:txBody>
      </p:sp>
      <p:grpSp>
        <p:nvGrpSpPr>
          <p:cNvPr id="1575" name="子陵职场PPT5"/>
          <p:cNvGrpSpPr/>
          <p:nvPr/>
        </p:nvGrpSpPr>
        <p:grpSpPr>
          <a:xfrm>
            <a:off x="2764155" y="1057910"/>
            <a:ext cx="3185795" cy="527050"/>
            <a:chOff x="4496946" y="2962952"/>
            <a:chExt cx="602116" cy="105197"/>
          </a:xfrm>
        </p:grpSpPr>
        <p:sp>
          <p:nvSpPr>
            <p:cNvPr id="1576" name="子陵职场PPT5-1"/>
            <p:cNvSpPr/>
            <p:nvPr/>
          </p:nvSpPr>
          <p:spPr>
            <a:xfrm>
              <a:off x="4583864" y="2962952"/>
              <a:ext cx="515198" cy="105197"/>
            </a:xfrm>
            <a:custGeom>
              <a:avLst/>
              <a:gdLst>
                <a:gd name="connsiteX0" fmla="*/ 559 w 5525"/>
                <a:gd name="connsiteY0" fmla="*/ 0 h 1068"/>
                <a:gd name="connsiteX1" fmla="*/ 0 w 5525"/>
                <a:gd name="connsiteY1" fmla="*/ 1056 h 1068"/>
                <a:gd name="connsiteX2" fmla="*/ 4948 w 5525"/>
                <a:gd name="connsiteY2" fmla="*/ 1068 h 1068"/>
                <a:gd name="connsiteX3" fmla="*/ 5525 w 5525"/>
                <a:gd name="connsiteY3" fmla="*/ 0 h 1068"/>
                <a:gd name="connsiteX4" fmla="*/ 559 w 5525"/>
                <a:gd name="connsiteY4" fmla="*/ 0 h 1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5" h="1068" extrusionOk="0">
                  <a:moveTo>
                    <a:pt x="559" y="0"/>
                  </a:moveTo>
                  <a:lnTo>
                    <a:pt x="0" y="1056"/>
                  </a:lnTo>
                  <a:lnTo>
                    <a:pt x="4948" y="1068"/>
                  </a:lnTo>
                  <a:lnTo>
                    <a:pt x="5525" y="0"/>
                  </a:lnTo>
                  <a:lnTo>
                    <a:pt x="559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70000">
                  <a:schemeClr val="accent1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24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armonyOS Sans SC Black" panose="00000A00000000000000" charset="-122"/>
                  <a:ea typeface="HarmonyOS Sans SC Black" panose="00000A00000000000000" charset="-122"/>
                  <a:cs typeface="HarmonyOS Sans SC" panose="00000500000000000000" charset="-122"/>
                  <a:sym typeface="+mn-ea"/>
                </a:rPr>
                <a:t>目标计划</a:t>
              </a: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578" name="子陵职场PPT5-2"/>
            <p:cNvSpPr/>
            <p:nvPr/>
          </p:nvSpPr>
          <p:spPr>
            <a:xfrm>
              <a:off x="4496946" y="2963133"/>
              <a:ext cx="79920" cy="104031"/>
            </a:xfrm>
            <a:custGeom>
              <a:avLst/>
              <a:gdLst/>
              <a:ahLst/>
              <a:cxnLst/>
              <a:rect l="l" t="t" r="r" b="b"/>
              <a:pathLst>
                <a:path w="1770" h="2304" extrusionOk="0">
                  <a:moveTo>
                    <a:pt x="1227" y="1"/>
                  </a:moveTo>
                  <a:lnTo>
                    <a:pt x="0" y="2304"/>
                  </a:lnTo>
                  <a:lnTo>
                    <a:pt x="542" y="2304"/>
                  </a:lnTo>
                  <a:lnTo>
                    <a:pt x="1770" y="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70000">
                  <a:schemeClr val="accent1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16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579" name="子陵职场PPT5-3"/>
            <p:cNvSpPr/>
            <p:nvPr/>
          </p:nvSpPr>
          <p:spPr>
            <a:xfrm>
              <a:off x="4537628" y="2963133"/>
              <a:ext cx="79965" cy="104031"/>
            </a:xfrm>
            <a:custGeom>
              <a:avLst/>
              <a:gdLst/>
              <a:ahLst/>
              <a:cxnLst/>
              <a:rect l="l" t="t" r="r" b="b"/>
              <a:pathLst>
                <a:path w="1771" h="2304" extrusionOk="0">
                  <a:moveTo>
                    <a:pt x="1229" y="1"/>
                  </a:moveTo>
                  <a:lnTo>
                    <a:pt x="1" y="2304"/>
                  </a:lnTo>
                  <a:lnTo>
                    <a:pt x="544" y="2304"/>
                  </a:lnTo>
                  <a:lnTo>
                    <a:pt x="1770" y="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70000">
                  <a:schemeClr val="accent1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16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</p:grpSp>
      <p:grpSp>
        <p:nvGrpSpPr>
          <p:cNvPr id="5" name="子陵职场PPT6"/>
          <p:cNvGrpSpPr/>
          <p:nvPr/>
        </p:nvGrpSpPr>
        <p:grpSpPr>
          <a:xfrm>
            <a:off x="6159643" y="6062345"/>
            <a:ext cx="3161689" cy="527050"/>
            <a:chOff x="4583864" y="2962952"/>
            <a:chExt cx="597560" cy="105197"/>
          </a:xfrm>
        </p:grpSpPr>
        <p:sp>
          <p:nvSpPr>
            <p:cNvPr id="6" name="子陵职场PPT6-1"/>
            <p:cNvSpPr/>
            <p:nvPr/>
          </p:nvSpPr>
          <p:spPr>
            <a:xfrm>
              <a:off x="4583864" y="2962952"/>
              <a:ext cx="515198" cy="105197"/>
            </a:xfrm>
            <a:custGeom>
              <a:avLst/>
              <a:gdLst>
                <a:gd name="connsiteX0" fmla="*/ 559 w 5525"/>
                <a:gd name="connsiteY0" fmla="*/ 0 h 1068"/>
                <a:gd name="connsiteX1" fmla="*/ 0 w 5525"/>
                <a:gd name="connsiteY1" fmla="*/ 1056 h 1068"/>
                <a:gd name="connsiteX2" fmla="*/ 4948 w 5525"/>
                <a:gd name="connsiteY2" fmla="*/ 1068 h 1068"/>
                <a:gd name="connsiteX3" fmla="*/ 5525 w 5525"/>
                <a:gd name="connsiteY3" fmla="*/ 0 h 1068"/>
                <a:gd name="connsiteX4" fmla="*/ 559 w 5525"/>
                <a:gd name="connsiteY4" fmla="*/ 0 h 1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5" h="1068" extrusionOk="0">
                  <a:moveTo>
                    <a:pt x="559" y="0"/>
                  </a:moveTo>
                  <a:lnTo>
                    <a:pt x="0" y="1056"/>
                  </a:lnTo>
                  <a:lnTo>
                    <a:pt x="4948" y="1068"/>
                  </a:lnTo>
                  <a:lnTo>
                    <a:pt x="5525" y="0"/>
                  </a:lnTo>
                  <a:lnTo>
                    <a:pt x="559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85000"/>
                    <a:lumOff val="15000"/>
                  </a:schemeClr>
                </a:gs>
                <a:gs pos="70000">
                  <a:schemeClr val="accent2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2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24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armonyOS Sans SC Black" panose="00000A00000000000000" charset="-122"/>
                  <a:ea typeface="HarmonyOS Sans SC Black" panose="00000A00000000000000" charset="-122"/>
                  <a:cs typeface="HarmonyOS Sans SC" panose="00000500000000000000" charset="-122"/>
                  <a:sym typeface="+mn-ea"/>
                </a:rPr>
                <a:t>完成情况</a:t>
              </a: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7" name="子陵职场PPT6-2"/>
            <p:cNvSpPr/>
            <p:nvPr/>
          </p:nvSpPr>
          <p:spPr>
            <a:xfrm>
              <a:off x="5060777" y="2963133"/>
              <a:ext cx="79920" cy="104031"/>
            </a:xfrm>
            <a:custGeom>
              <a:avLst/>
              <a:gdLst/>
              <a:ahLst/>
              <a:cxnLst/>
              <a:rect l="l" t="t" r="r" b="b"/>
              <a:pathLst>
                <a:path w="1770" h="2304" extrusionOk="0">
                  <a:moveTo>
                    <a:pt x="1227" y="1"/>
                  </a:moveTo>
                  <a:lnTo>
                    <a:pt x="0" y="2304"/>
                  </a:lnTo>
                  <a:lnTo>
                    <a:pt x="542" y="2304"/>
                  </a:lnTo>
                  <a:lnTo>
                    <a:pt x="1770" y="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85000"/>
                    <a:lumOff val="15000"/>
                  </a:schemeClr>
                </a:gs>
                <a:gs pos="70000">
                  <a:schemeClr val="accent2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2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 sz="1600" dirty="0">
                <a:solidFill>
                  <a:srgbClr val="FFFFFF"/>
                </a:solidFill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9" name="子陵职场PPT6-3"/>
            <p:cNvSpPr/>
            <p:nvPr/>
          </p:nvSpPr>
          <p:spPr>
            <a:xfrm>
              <a:off x="5101459" y="2963133"/>
              <a:ext cx="79965" cy="104031"/>
            </a:xfrm>
            <a:custGeom>
              <a:avLst/>
              <a:gdLst/>
              <a:ahLst/>
              <a:cxnLst/>
              <a:rect l="l" t="t" r="r" b="b"/>
              <a:pathLst>
                <a:path w="1771" h="2304" extrusionOk="0">
                  <a:moveTo>
                    <a:pt x="1229" y="1"/>
                  </a:moveTo>
                  <a:lnTo>
                    <a:pt x="1" y="2304"/>
                  </a:lnTo>
                  <a:lnTo>
                    <a:pt x="544" y="2304"/>
                  </a:lnTo>
                  <a:lnTo>
                    <a:pt x="1770" y="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85000"/>
                    <a:lumOff val="15000"/>
                  </a:schemeClr>
                </a:gs>
                <a:gs pos="70000">
                  <a:schemeClr val="accent2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2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 sz="1600" dirty="0">
                <a:solidFill>
                  <a:srgbClr val="FFFFFF"/>
                </a:solidFill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</p:grpSp>
      <p:sp>
        <p:nvSpPr>
          <p:cNvPr id="76" name="子陵职场PPT8"/>
          <p:cNvSpPr txBox="1"/>
          <p:nvPr/>
        </p:nvSpPr>
        <p:spPr>
          <a:xfrm>
            <a:off x="3943350" y="1943100"/>
            <a:ext cx="16783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b="1" dirty="0">
                <a:gradFill>
                  <a:gsLst>
                    <a:gs pos="100000">
                      <a:schemeClr val="accent1">
                        <a:lumMod val="75000"/>
                      </a:schemeClr>
                    </a:gs>
                    <a:gs pos="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cs typeface="HarmonyOS Sans SC" panose="00000500000000000000" charset="-122"/>
                <a:sym typeface="+mn-ea"/>
              </a:rPr>
              <a:t>计划</a:t>
            </a:r>
            <a:endParaRPr lang="zh-CN" altLang="en-US" b="1" dirty="0">
              <a:gradFill>
                <a:gsLst>
                  <a:gs pos="10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</a:gsLst>
                <a:path path="circle">
                  <a:fillToRect r="100000" b="100000"/>
                </a:path>
              </a:gradFill>
              <a:cs typeface="HarmonyOS Sans SC" panose="00000500000000000000" charset="-122"/>
              <a:sym typeface="+mn-ea"/>
            </a:endParaRPr>
          </a:p>
        </p:txBody>
      </p:sp>
      <p:grpSp>
        <p:nvGrpSpPr>
          <p:cNvPr id="5272" name="子陵职场PPT13"/>
          <p:cNvGrpSpPr/>
          <p:nvPr/>
        </p:nvGrpSpPr>
        <p:grpSpPr>
          <a:xfrm>
            <a:off x="708025" y="1344930"/>
            <a:ext cx="687705" cy="763270"/>
            <a:chOff x="3300325" y="249875"/>
            <a:chExt cx="433725" cy="480900"/>
          </a:xfrm>
        </p:grpSpPr>
        <p:sp>
          <p:nvSpPr>
            <p:cNvPr id="5273" name="子陵职场PPT13-1"/>
            <p:cNvSpPr/>
            <p:nvPr/>
          </p:nvSpPr>
          <p:spPr>
            <a:xfrm>
              <a:off x="3610875" y="334550"/>
              <a:ext cx="56475" cy="28250"/>
            </a:xfrm>
            <a:custGeom>
              <a:avLst/>
              <a:gdLst/>
              <a:ahLst/>
              <a:cxnLst/>
              <a:rect l="l" t="t" r="r" b="b"/>
              <a:pathLst>
                <a:path w="2259" h="1130" extrusionOk="0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70000">
                  <a:schemeClr val="accent1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5274" name="子陵职场PPT13-2"/>
            <p:cNvSpPr/>
            <p:nvPr/>
          </p:nvSpPr>
          <p:spPr>
            <a:xfrm>
              <a:off x="346767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70000">
                  <a:schemeClr val="accent1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5275" name="子陵职场PPT13-3"/>
            <p:cNvSpPr/>
            <p:nvPr/>
          </p:nvSpPr>
          <p:spPr>
            <a:xfrm>
              <a:off x="356652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70000">
                  <a:schemeClr val="accent1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5276" name="子陵职场PPT13-4"/>
            <p:cNvSpPr/>
            <p:nvPr/>
          </p:nvSpPr>
          <p:spPr>
            <a:xfrm>
              <a:off x="3413250" y="334550"/>
              <a:ext cx="56500" cy="28250"/>
            </a:xfrm>
            <a:custGeom>
              <a:avLst/>
              <a:gdLst/>
              <a:ahLst/>
              <a:cxnLst/>
              <a:rect l="l" t="t" r="r" b="b"/>
              <a:pathLst>
                <a:path w="2260" h="1130" extrusionOk="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70000">
                  <a:schemeClr val="accent1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5277" name="子陵职场PPT13-5"/>
            <p:cNvSpPr/>
            <p:nvPr/>
          </p:nvSpPr>
          <p:spPr>
            <a:xfrm>
              <a:off x="3300325" y="476675"/>
              <a:ext cx="84725" cy="254100"/>
            </a:xfrm>
            <a:custGeom>
              <a:avLst/>
              <a:gdLst/>
              <a:ahLst/>
              <a:cxnLst/>
              <a:rect l="l" t="t" r="r" b="b"/>
              <a:pathLst>
                <a:path w="3389" h="10164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70000">
                  <a:schemeClr val="accent1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5278" name="子陵职场PPT13-6"/>
            <p:cNvSpPr/>
            <p:nvPr/>
          </p:nvSpPr>
          <p:spPr>
            <a:xfrm>
              <a:off x="3413250" y="335525"/>
              <a:ext cx="320800" cy="395250"/>
            </a:xfrm>
            <a:custGeom>
              <a:avLst/>
              <a:gdLst/>
              <a:ahLst/>
              <a:cxnLst/>
              <a:rect l="l" t="t" r="r" b="b"/>
              <a:pathLst>
                <a:path w="12832" h="15810" extrusionOk="0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70000">
                  <a:schemeClr val="accent1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</p:grpSp>
      <p:grpSp>
        <p:nvGrpSpPr>
          <p:cNvPr id="5558" name="子陵职场PPT14"/>
          <p:cNvGrpSpPr/>
          <p:nvPr/>
        </p:nvGrpSpPr>
        <p:grpSpPr>
          <a:xfrm>
            <a:off x="10871200" y="5452745"/>
            <a:ext cx="763200" cy="763200"/>
            <a:chOff x="5049725" y="3806450"/>
            <a:chExt cx="481825" cy="481825"/>
          </a:xfrm>
        </p:grpSpPr>
        <p:sp>
          <p:nvSpPr>
            <p:cNvPr id="5559" name="子陵职场PPT14-1"/>
            <p:cNvSpPr/>
            <p:nvPr/>
          </p:nvSpPr>
          <p:spPr>
            <a:xfrm>
              <a:off x="5361150" y="3976800"/>
              <a:ext cx="28250" cy="28275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85000"/>
                    <a:lumOff val="15000"/>
                  </a:schemeClr>
                </a:gs>
                <a:gs pos="70000">
                  <a:schemeClr val="accent2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2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5560" name="子陵职场PPT14-2"/>
            <p:cNvSpPr/>
            <p:nvPr/>
          </p:nvSpPr>
          <p:spPr>
            <a:xfrm>
              <a:off x="5191775" y="3976800"/>
              <a:ext cx="28250" cy="28275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7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85000"/>
                    <a:lumOff val="15000"/>
                  </a:schemeClr>
                </a:gs>
                <a:gs pos="70000">
                  <a:schemeClr val="accent2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2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5561" name="子陵职场PPT14-3"/>
            <p:cNvSpPr/>
            <p:nvPr/>
          </p:nvSpPr>
          <p:spPr>
            <a:xfrm>
              <a:off x="5049725" y="3806450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6249" y="5686"/>
                  </a:moveTo>
                  <a:cubicBezTo>
                    <a:pt x="6932" y="5686"/>
                    <a:pt x="7549" y="6098"/>
                    <a:pt x="7811" y="6730"/>
                  </a:cubicBezTo>
                  <a:cubicBezTo>
                    <a:pt x="8073" y="7363"/>
                    <a:pt x="7929" y="8092"/>
                    <a:pt x="7444" y="8576"/>
                  </a:cubicBezTo>
                  <a:cubicBezTo>
                    <a:pt x="7120" y="8901"/>
                    <a:pt x="6686" y="9073"/>
                    <a:pt x="6246" y="9073"/>
                  </a:cubicBezTo>
                  <a:cubicBezTo>
                    <a:pt x="6028" y="9073"/>
                    <a:pt x="5808" y="9031"/>
                    <a:pt x="5598" y="8944"/>
                  </a:cubicBezTo>
                  <a:cubicBezTo>
                    <a:pt x="4966" y="8682"/>
                    <a:pt x="4553" y="8064"/>
                    <a:pt x="4553" y="7378"/>
                  </a:cubicBezTo>
                  <a:cubicBezTo>
                    <a:pt x="4553" y="6441"/>
                    <a:pt x="5312" y="5686"/>
                    <a:pt x="6249" y="5686"/>
                  </a:cubicBezTo>
                  <a:close/>
                  <a:moveTo>
                    <a:pt x="13024" y="5683"/>
                  </a:moveTo>
                  <a:cubicBezTo>
                    <a:pt x="13242" y="5683"/>
                    <a:pt x="13462" y="5725"/>
                    <a:pt x="13671" y="5812"/>
                  </a:cubicBezTo>
                  <a:cubicBezTo>
                    <a:pt x="14304" y="6074"/>
                    <a:pt x="14716" y="6691"/>
                    <a:pt x="14716" y="7378"/>
                  </a:cubicBezTo>
                  <a:cubicBezTo>
                    <a:pt x="14716" y="8314"/>
                    <a:pt x="13957" y="9070"/>
                    <a:pt x="13024" y="9073"/>
                  </a:cubicBezTo>
                  <a:cubicBezTo>
                    <a:pt x="12337" y="9073"/>
                    <a:pt x="11720" y="8658"/>
                    <a:pt x="11458" y="8025"/>
                  </a:cubicBezTo>
                  <a:cubicBezTo>
                    <a:pt x="11196" y="7393"/>
                    <a:pt x="11341" y="6664"/>
                    <a:pt x="11825" y="6179"/>
                  </a:cubicBezTo>
                  <a:cubicBezTo>
                    <a:pt x="12150" y="5855"/>
                    <a:pt x="12583" y="5683"/>
                    <a:pt x="13024" y="5683"/>
                  </a:cubicBezTo>
                  <a:close/>
                  <a:moveTo>
                    <a:pt x="9636" y="10196"/>
                  </a:moveTo>
                  <a:cubicBezTo>
                    <a:pt x="11955" y="10196"/>
                    <a:pt x="13981" y="11765"/>
                    <a:pt x="14557" y="14012"/>
                  </a:cubicBezTo>
                  <a:cubicBezTo>
                    <a:pt x="14635" y="14316"/>
                    <a:pt x="14454" y="14623"/>
                    <a:pt x="14153" y="14701"/>
                  </a:cubicBezTo>
                  <a:cubicBezTo>
                    <a:pt x="14107" y="14713"/>
                    <a:pt x="14060" y="14718"/>
                    <a:pt x="14014" y="14718"/>
                  </a:cubicBezTo>
                  <a:cubicBezTo>
                    <a:pt x="13760" y="14718"/>
                    <a:pt x="13530" y="14550"/>
                    <a:pt x="13464" y="14295"/>
                  </a:cubicBezTo>
                  <a:cubicBezTo>
                    <a:pt x="13015" y="12548"/>
                    <a:pt x="11440" y="11326"/>
                    <a:pt x="9636" y="11326"/>
                  </a:cubicBezTo>
                  <a:cubicBezTo>
                    <a:pt x="7833" y="11326"/>
                    <a:pt x="6258" y="12548"/>
                    <a:pt x="5809" y="14295"/>
                  </a:cubicBezTo>
                  <a:cubicBezTo>
                    <a:pt x="5743" y="14550"/>
                    <a:pt x="5512" y="14718"/>
                    <a:pt x="5260" y="14718"/>
                  </a:cubicBezTo>
                  <a:cubicBezTo>
                    <a:pt x="5215" y="14718"/>
                    <a:pt x="5169" y="14713"/>
                    <a:pt x="5122" y="14701"/>
                  </a:cubicBezTo>
                  <a:cubicBezTo>
                    <a:pt x="4818" y="14623"/>
                    <a:pt x="4638" y="14316"/>
                    <a:pt x="4716" y="14012"/>
                  </a:cubicBezTo>
                  <a:cubicBezTo>
                    <a:pt x="5291" y="11765"/>
                    <a:pt x="7318" y="10196"/>
                    <a:pt x="9636" y="10196"/>
                  </a:cubicBezTo>
                  <a:close/>
                  <a:moveTo>
                    <a:pt x="9636" y="0"/>
                  </a:moveTo>
                  <a:cubicBezTo>
                    <a:pt x="4342" y="0"/>
                    <a:pt x="0" y="4343"/>
                    <a:pt x="0" y="9636"/>
                  </a:cubicBezTo>
                  <a:cubicBezTo>
                    <a:pt x="0" y="14930"/>
                    <a:pt x="4342" y="19272"/>
                    <a:pt x="9636" y="19272"/>
                  </a:cubicBezTo>
                  <a:cubicBezTo>
                    <a:pt x="14927" y="19272"/>
                    <a:pt x="19272" y="14930"/>
                    <a:pt x="19272" y="9636"/>
                  </a:cubicBezTo>
                  <a:cubicBezTo>
                    <a:pt x="19272" y="4343"/>
                    <a:pt x="14927" y="0"/>
                    <a:pt x="963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85000"/>
                    <a:lumOff val="15000"/>
                  </a:schemeClr>
                </a:gs>
                <a:gs pos="70000">
                  <a:schemeClr val="accent2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2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</p:grpSp>
      <p:sp>
        <p:nvSpPr>
          <p:cNvPr id="97" name="子陵职场PPT16"/>
          <p:cNvSpPr txBox="1"/>
          <p:nvPr/>
        </p:nvSpPr>
        <p:spPr>
          <a:xfrm>
            <a:off x="6993890" y="1739900"/>
            <a:ext cx="20935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b="1"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100000">
                      <a:schemeClr val="accent2"/>
                    </a:gs>
                  </a:gsLst>
                  <a:lin ang="10800000" scaled="0"/>
                </a:gradFill>
                <a:effectLst>
                  <a:outerShdw blurRad="228600" dist="114300" dir="5400000" algn="t" rotWithShape="0">
                    <a:schemeClr val="accent2">
                      <a:lumMod val="75000"/>
                      <a:alpha val="10000"/>
                    </a:schemeClr>
                  </a:outerShdw>
                </a:effectLst>
                <a:latin typeface="+mj-ea"/>
                <a:ea typeface="+mj-ea"/>
                <a:cs typeface="HarmonyOS Sans SC" panose="00000500000000000000" charset="-122"/>
                <a:sym typeface="+mn-ea"/>
              </a:rPr>
              <a:t>结果</a:t>
            </a:r>
            <a:endParaRPr lang="zh-CN" altLang="en-US" b="1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2"/>
                  </a:gs>
                </a:gsLst>
                <a:lin ang="10800000" scaled="0"/>
              </a:gradFill>
              <a:effectLst>
                <a:outerShdw blurRad="228600" dist="114300" dir="5400000" algn="t" rotWithShape="0">
                  <a:schemeClr val="accent2">
                    <a:lumMod val="75000"/>
                    <a:alpha val="10000"/>
                  </a:schemeClr>
                </a:outerShdw>
              </a:effectLst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子陵职场PPT1"/>
          <p:cNvSpPr/>
          <p:nvPr>
            <p:custDataLst>
              <p:tags r:id="rId1"/>
            </p:custDataLst>
          </p:nvPr>
        </p:nvSpPr>
        <p:spPr>
          <a:xfrm>
            <a:off x="356235" y="4109720"/>
            <a:ext cx="11527790" cy="2340000"/>
          </a:xfrm>
          <a:prstGeom prst="round2DiagRect">
            <a:avLst>
              <a:gd name="adj1" fmla="val 6103"/>
              <a:gd name="adj2" fmla="val 0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HarmonyOS Sans SC" panose="00000500000000000000" charset="-122"/>
            </a:endParaRPr>
          </a:p>
        </p:txBody>
      </p:sp>
      <p:sp>
        <p:nvSpPr>
          <p:cNvPr id="2" name="子陵职场PPT2"/>
          <p:cNvSpPr>
            <a:spLocks noGrp="1"/>
          </p:cNvSpPr>
          <p:nvPr>
            <p:ph type="title"/>
          </p:nvPr>
        </p:nvSpPr>
        <p:spPr>
          <a:xfrm>
            <a:off x="809625" y="241935"/>
            <a:ext cx="5735320" cy="589280"/>
          </a:xfrm>
        </p:spPr>
        <p:txBody>
          <a:bodyPr>
            <a:normAutofit/>
          </a:bodyPr>
          <a:lstStyle/>
          <a:p>
            <a:r>
              <a:rPr>
                <a:sym typeface="+mn-ea"/>
              </a:rPr>
              <a:t>存在的问题、经验教训</a:t>
            </a:r>
            <a:endParaRPr lang="zh-CN" altLang="en-US"/>
          </a:p>
        </p:txBody>
      </p:sp>
      <p:sp>
        <p:nvSpPr>
          <p:cNvPr id="45" name="子陵职场PPT3"/>
          <p:cNvSpPr/>
          <p:nvPr/>
        </p:nvSpPr>
        <p:spPr>
          <a:xfrm>
            <a:off x="239395" y="3684905"/>
            <a:ext cx="11664000" cy="144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70000">
                <a:schemeClr val="bg1">
                  <a:lumMod val="9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00" dirty="0">
              <a:solidFill>
                <a:srgbClr val="FFFFFF"/>
              </a:solidFill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41" name="子陵职场PPT4"/>
          <p:cNvSpPr/>
          <p:nvPr>
            <p:custDataLst>
              <p:tags r:id="rId2"/>
            </p:custDataLst>
          </p:nvPr>
        </p:nvSpPr>
        <p:spPr>
          <a:xfrm>
            <a:off x="2216786" y="3507741"/>
            <a:ext cx="487680" cy="488315"/>
          </a:xfrm>
          <a:prstGeom prst="ellipse">
            <a:avLst/>
          </a:prstGeom>
          <a:gradFill flip="none" rotWithShape="1">
            <a:gsLst>
              <a:gs pos="80000">
                <a:schemeClr val="accent3">
                  <a:lumMod val="89000"/>
                </a:schemeClr>
              </a:gs>
              <a:gs pos="20000">
                <a:schemeClr val="accent3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/>
            </a:solidFill>
          </a:ln>
          <a:effectLst>
            <a:outerShdw blurRad="177800" dist="114300" dir="5400000" sx="99000" sy="99000" algn="t" rotWithShape="0">
              <a:schemeClr val="accent3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000" b="1" dirty="0">
                <a:cs typeface="HarmonyOS Sans SC" panose="00000500000000000000" charset="-122"/>
                <a:sym typeface="+mn-ea"/>
              </a:rPr>
              <a:t>1</a:t>
            </a:r>
            <a:endParaRPr lang="en-US" altLang="zh-CN" sz="2000" b="1" dirty="0">
              <a:cs typeface="HarmonyOS Sans SC" panose="00000500000000000000" charset="-122"/>
              <a:sym typeface="+mn-ea"/>
            </a:endParaRPr>
          </a:p>
        </p:txBody>
      </p:sp>
      <p:sp>
        <p:nvSpPr>
          <p:cNvPr id="43" name="子陵职场PPT5"/>
          <p:cNvSpPr/>
          <p:nvPr>
            <p:custDataLst>
              <p:tags r:id="rId3"/>
            </p:custDataLst>
          </p:nvPr>
        </p:nvSpPr>
        <p:spPr>
          <a:xfrm>
            <a:off x="4881246" y="3507741"/>
            <a:ext cx="487680" cy="488315"/>
          </a:xfrm>
          <a:prstGeom prst="ellipse">
            <a:avLst/>
          </a:prstGeom>
          <a:gradFill flip="none" rotWithShape="1">
            <a:gsLst>
              <a:gs pos="80000">
                <a:schemeClr val="accent1"/>
              </a:gs>
              <a:gs pos="20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/>
            </a:solidFill>
          </a:ln>
          <a:effectLst>
            <a:outerShdw blurRad="177800" dist="114300" dir="5400000" sx="99000" sy="99000" algn="t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000" b="1" dirty="0">
                <a:cs typeface="HarmonyOS Sans SC" panose="00000500000000000000" charset="-122"/>
                <a:sym typeface="+mn-ea"/>
              </a:rPr>
              <a:t>2</a:t>
            </a:r>
            <a:endParaRPr lang="en-US" altLang="zh-CN" sz="2000" b="1" dirty="0">
              <a:cs typeface="HarmonyOS Sans SC" panose="00000500000000000000" charset="-122"/>
              <a:sym typeface="+mn-ea"/>
            </a:endParaRPr>
          </a:p>
        </p:txBody>
      </p:sp>
      <p:sp>
        <p:nvSpPr>
          <p:cNvPr id="8" name="子陵职场PPT6"/>
          <p:cNvSpPr/>
          <p:nvPr>
            <p:custDataLst>
              <p:tags r:id="rId4"/>
            </p:custDataLst>
          </p:nvPr>
        </p:nvSpPr>
        <p:spPr>
          <a:xfrm>
            <a:off x="7545706" y="3507741"/>
            <a:ext cx="487680" cy="488315"/>
          </a:xfrm>
          <a:prstGeom prst="ellipse">
            <a:avLst/>
          </a:prstGeom>
          <a:gradFill flip="none" rotWithShape="1">
            <a:gsLst>
              <a:gs pos="80000">
                <a:schemeClr val="accent2">
                  <a:lumMod val="89000"/>
                </a:schemeClr>
              </a:gs>
              <a:gs pos="20000">
                <a:schemeClr val="accent2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/>
            </a:solidFill>
          </a:ln>
          <a:effectLst>
            <a:outerShdw blurRad="177800" dist="114300" dir="5400000" sx="99000" sy="99000" algn="t" rotWithShape="0">
              <a:schemeClr val="accent2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000" b="1" dirty="0">
                <a:cs typeface="HarmonyOS Sans SC" panose="00000500000000000000" charset="-122"/>
                <a:sym typeface="+mn-ea"/>
              </a:rPr>
              <a:t>3</a:t>
            </a:r>
            <a:endParaRPr lang="en-US" altLang="zh-CN" sz="2000" b="1" dirty="0">
              <a:cs typeface="HarmonyOS Sans SC" panose="00000500000000000000" charset="-122"/>
              <a:sym typeface="+mn-ea"/>
            </a:endParaRPr>
          </a:p>
        </p:txBody>
      </p:sp>
      <p:sp>
        <p:nvSpPr>
          <p:cNvPr id="1224" name="子陵职场PPT7"/>
          <p:cNvSpPr/>
          <p:nvPr>
            <p:custDataLst>
              <p:tags r:id="rId5"/>
            </p:custDataLst>
          </p:nvPr>
        </p:nvSpPr>
        <p:spPr>
          <a:xfrm>
            <a:off x="356870" y="1050925"/>
            <a:ext cx="11527155" cy="2339975"/>
          </a:xfrm>
          <a:prstGeom prst="round2DiagRect">
            <a:avLst>
              <a:gd name="adj1" fmla="val 5780"/>
              <a:gd name="adj2" fmla="val 0"/>
            </a:avLst>
          </a:prstGeom>
          <a:solidFill>
            <a:schemeClr val="accent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HarmonyOS Sans SC" panose="00000500000000000000" charset="-122"/>
              <a:sym typeface="HarmonyOS Sans SC" panose="00000500000000000000" charset="-122"/>
            </a:endParaRPr>
          </a:p>
        </p:txBody>
      </p:sp>
      <p:sp>
        <p:nvSpPr>
          <p:cNvPr id="12" name="子陵职场PPT8"/>
          <p:cNvSpPr/>
          <p:nvPr/>
        </p:nvSpPr>
        <p:spPr>
          <a:xfrm rot="5400000">
            <a:off x="-454025" y="1862455"/>
            <a:ext cx="2338705" cy="716280"/>
          </a:xfrm>
          <a:prstGeom prst="round2Same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</a:gradFill>
          <a:ln w="38100">
            <a:solidFill>
              <a:schemeClr val="bg1"/>
            </a:solidFill>
          </a:ln>
          <a:effectLst>
            <a:outerShdw blurRad="177800" dist="63500" dir="2700000" sx="99000" sy="99000" algn="tl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+mn-ea"/>
            </a:endParaRPr>
          </a:p>
        </p:txBody>
      </p:sp>
      <p:sp>
        <p:nvSpPr>
          <p:cNvPr id="14" name="子陵职场PPT9"/>
          <p:cNvSpPr/>
          <p:nvPr/>
        </p:nvSpPr>
        <p:spPr bwMode="auto">
          <a:xfrm rot="5400000">
            <a:off x="-454025" y="4934585"/>
            <a:ext cx="2338705" cy="716280"/>
          </a:xfrm>
          <a:prstGeom prst="round2Same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15" name="子陵职场PPT10"/>
          <p:cNvSpPr txBox="1"/>
          <p:nvPr/>
        </p:nvSpPr>
        <p:spPr>
          <a:xfrm>
            <a:off x="436245" y="1650365"/>
            <a:ext cx="555625" cy="1751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400" dirty="0">
                <a:solidFill>
                  <a:schemeClr val="bg1"/>
                </a:solidFill>
                <a:latin typeface="+mj-lt"/>
                <a:ea typeface="+mj-lt"/>
                <a:cs typeface="HarmonyOS Sans SC" panose="00000500000000000000" charset="-122"/>
                <a:sym typeface="+mn-ea"/>
              </a:rPr>
              <a:t>存在的问题</a:t>
            </a:r>
            <a:endParaRPr lang="zh-CN" altLang="en-US" sz="2400" dirty="0">
              <a:solidFill>
                <a:schemeClr val="bg1"/>
              </a:solidFill>
              <a:effectLst/>
              <a:latin typeface="+mj-lt"/>
              <a:ea typeface="+mj-lt"/>
              <a:cs typeface="HarmonyOS Sans SC" panose="00000500000000000000" charset="-122"/>
              <a:sym typeface="+mn-ea"/>
            </a:endParaRPr>
          </a:p>
        </p:txBody>
      </p:sp>
      <p:sp>
        <p:nvSpPr>
          <p:cNvPr id="16" name="子陵职场PPT11"/>
          <p:cNvSpPr txBox="1"/>
          <p:nvPr/>
        </p:nvSpPr>
        <p:spPr>
          <a:xfrm>
            <a:off x="436245" y="4705985"/>
            <a:ext cx="555625" cy="1640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800" dirty="0">
                <a:solidFill>
                  <a:schemeClr val="bg1"/>
                </a:solidFill>
                <a:latin typeface="+mj-lt"/>
                <a:ea typeface="+mj-lt"/>
                <a:cs typeface="HarmonyOS Sans SC" panose="00000500000000000000" charset="-122"/>
                <a:sym typeface="+mn-ea"/>
              </a:rPr>
              <a:t>经验教训</a:t>
            </a:r>
            <a:endParaRPr lang="zh-CN" altLang="en-US" sz="440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lin ang="0" scaled="0"/>
              </a:gradFill>
              <a:effectLst/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grpSp>
        <p:nvGrpSpPr>
          <p:cNvPr id="9374" name="子陵职场PPT12"/>
          <p:cNvGrpSpPr/>
          <p:nvPr/>
        </p:nvGrpSpPr>
        <p:grpSpPr>
          <a:xfrm>
            <a:off x="538480" y="1194435"/>
            <a:ext cx="322580" cy="377825"/>
            <a:chOff x="2813050" y="2365425"/>
            <a:chExt cx="228650" cy="267925"/>
          </a:xfrm>
          <a:solidFill>
            <a:schemeClr val="bg1"/>
          </a:solidFill>
        </p:grpSpPr>
        <p:sp>
          <p:nvSpPr>
            <p:cNvPr id="9375" name="子陵职场PPT12-1"/>
            <p:cNvSpPr/>
            <p:nvPr/>
          </p:nvSpPr>
          <p:spPr>
            <a:xfrm>
              <a:off x="2919625" y="2365425"/>
              <a:ext cx="15500" cy="30975"/>
            </a:xfrm>
            <a:custGeom>
              <a:avLst/>
              <a:gdLst/>
              <a:ahLst/>
              <a:cxnLst/>
              <a:rect l="l" t="t" r="r" b="b"/>
              <a:pathLst>
                <a:path w="620" h="1239" extrusionOk="0">
                  <a:moveTo>
                    <a:pt x="310" y="0"/>
                  </a:moveTo>
                  <a:cubicBezTo>
                    <a:pt x="161" y="0"/>
                    <a:pt x="12" y="96"/>
                    <a:pt x="0" y="286"/>
                  </a:cubicBezTo>
                  <a:lnTo>
                    <a:pt x="0" y="929"/>
                  </a:lnTo>
                  <a:cubicBezTo>
                    <a:pt x="0" y="1096"/>
                    <a:pt x="143" y="1239"/>
                    <a:pt x="310" y="1239"/>
                  </a:cubicBezTo>
                  <a:cubicBezTo>
                    <a:pt x="477" y="1239"/>
                    <a:pt x="620" y="1096"/>
                    <a:pt x="620" y="929"/>
                  </a:cubicBezTo>
                  <a:lnTo>
                    <a:pt x="620" y="286"/>
                  </a:lnTo>
                  <a:cubicBezTo>
                    <a:pt x="608" y="96"/>
                    <a:pt x="459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76" name="子陵职场PPT12-2"/>
            <p:cNvSpPr/>
            <p:nvPr/>
          </p:nvSpPr>
          <p:spPr>
            <a:xfrm>
              <a:off x="3008325" y="2469025"/>
              <a:ext cx="33375" cy="16100"/>
            </a:xfrm>
            <a:custGeom>
              <a:avLst/>
              <a:gdLst/>
              <a:ahLst/>
              <a:cxnLst/>
              <a:rect l="l" t="t" r="r" b="b"/>
              <a:pathLst>
                <a:path w="1335" h="644" extrusionOk="0">
                  <a:moveTo>
                    <a:pt x="310" y="0"/>
                  </a:moveTo>
                  <a:cubicBezTo>
                    <a:pt x="144" y="0"/>
                    <a:pt x="1" y="143"/>
                    <a:pt x="1" y="334"/>
                  </a:cubicBezTo>
                  <a:cubicBezTo>
                    <a:pt x="25" y="500"/>
                    <a:pt x="144" y="643"/>
                    <a:pt x="310" y="643"/>
                  </a:cubicBezTo>
                  <a:lnTo>
                    <a:pt x="953" y="643"/>
                  </a:lnTo>
                  <a:cubicBezTo>
                    <a:pt x="1334" y="595"/>
                    <a:pt x="1334" y="48"/>
                    <a:pt x="9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77" name="子陵职场PPT12-3"/>
            <p:cNvSpPr/>
            <p:nvPr/>
          </p:nvSpPr>
          <p:spPr>
            <a:xfrm>
              <a:off x="2813050" y="2469550"/>
              <a:ext cx="36575" cy="15625"/>
            </a:xfrm>
            <a:custGeom>
              <a:avLst/>
              <a:gdLst/>
              <a:ahLst/>
              <a:cxnLst/>
              <a:rect l="l" t="t" r="r" b="b"/>
              <a:pathLst>
                <a:path w="1463" h="625" extrusionOk="0">
                  <a:moveTo>
                    <a:pt x="1067" y="1"/>
                  </a:moveTo>
                  <a:cubicBezTo>
                    <a:pt x="1053" y="1"/>
                    <a:pt x="1039" y="1"/>
                    <a:pt x="1025" y="3"/>
                  </a:cubicBezTo>
                  <a:lnTo>
                    <a:pt x="382" y="3"/>
                  </a:lnTo>
                  <a:cubicBezTo>
                    <a:pt x="1" y="27"/>
                    <a:pt x="1" y="598"/>
                    <a:pt x="382" y="622"/>
                  </a:cubicBezTo>
                  <a:lnTo>
                    <a:pt x="1025" y="622"/>
                  </a:lnTo>
                  <a:cubicBezTo>
                    <a:pt x="1039" y="624"/>
                    <a:pt x="1053" y="624"/>
                    <a:pt x="1067" y="624"/>
                  </a:cubicBezTo>
                  <a:cubicBezTo>
                    <a:pt x="1463" y="624"/>
                    <a:pt x="1463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78" name="子陵职场PPT12-4"/>
            <p:cNvSpPr/>
            <p:nvPr/>
          </p:nvSpPr>
          <p:spPr>
            <a:xfrm>
              <a:off x="2992450" y="2417175"/>
              <a:ext cx="37100" cy="23900"/>
            </a:xfrm>
            <a:custGeom>
              <a:avLst/>
              <a:gdLst/>
              <a:ahLst/>
              <a:cxnLst/>
              <a:rect l="l" t="t" r="r" b="b"/>
              <a:pathLst>
                <a:path w="1484" h="956" extrusionOk="0">
                  <a:moveTo>
                    <a:pt x="1038" y="1"/>
                  </a:moveTo>
                  <a:cubicBezTo>
                    <a:pt x="987" y="1"/>
                    <a:pt x="931" y="16"/>
                    <a:pt x="874" y="50"/>
                  </a:cubicBezTo>
                  <a:lnTo>
                    <a:pt x="326" y="360"/>
                  </a:lnTo>
                  <a:cubicBezTo>
                    <a:pt x="1" y="499"/>
                    <a:pt x="129" y="956"/>
                    <a:pt x="445" y="956"/>
                  </a:cubicBezTo>
                  <a:cubicBezTo>
                    <a:pt x="453" y="956"/>
                    <a:pt x="461" y="955"/>
                    <a:pt x="469" y="955"/>
                  </a:cubicBezTo>
                  <a:cubicBezTo>
                    <a:pt x="541" y="955"/>
                    <a:pt x="588" y="931"/>
                    <a:pt x="636" y="907"/>
                  </a:cubicBezTo>
                  <a:lnTo>
                    <a:pt x="1184" y="574"/>
                  </a:lnTo>
                  <a:cubicBezTo>
                    <a:pt x="1484" y="414"/>
                    <a:pt x="1313" y="1"/>
                    <a:pt x="10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79" name="子陵职场PPT12-5"/>
            <p:cNvSpPr/>
            <p:nvPr/>
          </p:nvSpPr>
          <p:spPr>
            <a:xfrm>
              <a:off x="2963075" y="2379100"/>
              <a:ext cx="26150" cy="29100"/>
            </a:xfrm>
            <a:custGeom>
              <a:avLst/>
              <a:gdLst/>
              <a:ahLst/>
              <a:cxnLst/>
              <a:rect l="l" t="t" r="r" b="b"/>
              <a:pathLst>
                <a:path w="1046" h="1164" extrusionOk="0">
                  <a:moveTo>
                    <a:pt x="640" y="1"/>
                  </a:moveTo>
                  <a:cubicBezTo>
                    <a:pt x="549" y="1"/>
                    <a:pt x="454" y="43"/>
                    <a:pt x="382" y="144"/>
                  </a:cubicBezTo>
                  <a:lnTo>
                    <a:pt x="72" y="692"/>
                  </a:lnTo>
                  <a:cubicBezTo>
                    <a:pt x="1" y="835"/>
                    <a:pt x="49" y="1025"/>
                    <a:pt x="191" y="1120"/>
                  </a:cubicBezTo>
                  <a:cubicBezTo>
                    <a:pt x="236" y="1150"/>
                    <a:pt x="288" y="1164"/>
                    <a:pt x="340" y="1164"/>
                  </a:cubicBezTo>
                  <a:cubicBezTo>
                    <a:pt x="455" y="1164"/>
                    <a:pt x="571" y="1099"/>
                    <a:pt x="620" y="1001"/>
                  </a:cubicBezTo>
                  <a:lnTo>
                    <a:pt x="930" y="454"/>
                  </a:lnTo>
                  <a:cubicBezTo>
                    <a:pt x="1046" y="221"/>
                    <a:pt x="850" y="1"/>
                    <a:pt x="6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80" name="子陵职场PPT12-6"/>
            <p:cNvSpPr/>
            <p:nvPr/>
          </p:nvSpPr>
          <p:spPr>
            <a:xfrm>
              <a:off x="2865100" y="2379100"/>
              <a:ext cx="26575" cy="29225"/>
            </a:xfrm>
            <a:custGeom>
              <a:avLst/>
              <a:gdLst/>
              <a:ahLst/>
              <a:cxnLst/>
              <a:rect l="l" t="t" r="r" b="b"/>
              <a:pathLst>
                <a:path w="1063" h="1169" extrusionOk="0">
                  <a:moveTo>
                    <a:pt x="418" y="1"/>
                  </a:moveTo>
                  <a:cubicBezTo>
                    <a:pt x="203" y="1"/>
                    <a:pt x="1" y="221"/>
                    <a:pt x="133" y="454"/>
                  </a:cubicBezTo>
                  <a:lnTo>
                    <a:pt x="443" y="1001"/>
                  </a:lnTo>
                  <a:cubicBezTo>
                    <a:pt x="491" y="1097"/>
                    <a:pt x="610" y="1168"/>
                    <a:pt x="705" y="1168"/>
                  </a:cubicBezTo>
                  <a:cubicBezTo>
                    <a:pt x="776" y="1168"/>
                    <a:pt x="824" y="1144"/>
                    <a:pt x="872" y="1120"/>
                  </a:cubicBezTo>
                  <a:cubicBezTo>
                    <a:pt x="1015" y="1025"/>
                    <a:pt x="1062" y="835"/>
                    <a:pt x="991" y="692"/>
                  </a:cubicBezTo>
                  <a:lnTo>
                    <a:pt x="681" y="144"/>
                  </a:lnTo>
                  <a:cubicBezTo>
                    <a:pt x="609" y="43"/>
                    <a:pt x="512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81" name="子陵职场PPT12-7"/>
            <p:cNvSpPr/>
            <p:nvPr/>
          </p:nvSpPr>
          <p:spPr>
            <a:xfrm>
              <a:off x="2824350" y="2416775"/>
              <a:ext cx="35175" cy="24275"/>
            </a:xfrm>
            <a:custGeom>
              <a:avLst/>
              <a:gdLst/>
              <a:ahLst/>
              <a:cxnLst/>
              <a:rect l="l" t="t" r="r" b="b"/>
              <a:pathLst>
                <a:path w="1407" h="971" extrusionOk="0">
                  <a:moveTo>
                    <a:pt x="461" y="1"/>
                  </a:moveTo>
                  <a:cubicBezTo>
                    <a:pt x="185" y="1"/>
                    <a:pt x="0" y="437"/>
                    <a:pt x="335" y="614"/>
                  </a:cubicBezTo>
                  <a:lnTo>
                    <a:pt x="882" y="923"/>
                  </a:lnTo>
                  <a:cubicBezTo>
                    <a:pt x="930" y="947"/>
                    <a:pt x="978" y="947"/>
                    <a:pt x="1025" y="971"/>
                  </a:cubicBezTo>
                  <a:cubicBezTo>
                    <a:pt x="1144" y="971"/>
                    <a:pt x="1263" y="899"/>
                    <a:pt x="1311" y="804"/>
                  </a:cubicBezTo>
                  <a:cubicBezTo>
                    <a:pt x="1406" y="661"/>
                    <a:pt x="1359" y="447"/>
                    <a:pt x="1192" y="376"/>
                  </a:cubicBezTo>
                  <a:lnTo>
                    <a:pt x="644" y="66"/>
                  </a:lnTo>
                  <a:cubicBezTo>
                    <a:pt x="582" y="20"/>
                    <a:pt x="519" y="1"/>
                    <a:pt x="4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82" name="子陵职场PPT12-8"/>
            <p:cNvSpPr/>
            <p:nvPr/>
          </p:nvSpPr>
          <p:spPr>
            <a:xfrm>
              <a:off x="2914850" y="2552950"/>
              <a:ext cx="25050" cy="16100"/>
            </a:xfrm>
            <a:custGeom>
              <a:avLst/>
              <a:gdLst/>
              <a:ahLst/>
              <a:cxnLst/>
              <a:rect l="l" t="t" r="r" b="b"/>
              <a:pathLst>
                <a:path w="1002" h="644" extrusionOk="0">
                  <a:moveTo>
                    <a:pt x="1" y="1"/>
                  </a:moveTo>
                  <a:lnTo>
                    <a:pt x="215" y="644"/>
                  </a:lnTo>
                  <a:lnTo>
                    <a:pt x="811" y="644"/>
                  </a:lnTo>
                  <a:lnTo>
                    <a:pt x="10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83" name="子陵职场PPT12-9"/>
            <p:cNvSpPr/>
            <p:nvPr/>
          </p:nvSpPr>
          <p:spPr>
            <a:xfrm>
              <a:off x="2910100" y="2584525"/>
              <a:ext cx="33950" cy="48250"/>
            </a:xfrm>
            <a:custGeom>
              <a:avLst/>
              <a:gdLst/>
              <a:ahLst/>
              <a:cxnLst/>
              <a:rect l="l" t="t" r="r" b="b"/>
              <a:pathLst>
                <a:path w="1358" h="1930" extrusionOk="0">
                  <a:moveTo>
                    <a:pt x="429" y="0"/>
                  </a:moveTo>
                  <a:lnTo>
                    <a:pt x="0" y="1929"/>
                  </a:lnTo>
                  <a:lnTo>
                    <a:pt x="1358" y="1929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84" name="子陵职场PPT12-10"/>
            <p:cNvSpPr/>
            <p:nvPr/>
          </p:nvSpPr>
          <p:spPr>
            <a:xfrm>
              <a:off x="2814850" y="2552950"/>
              <a:ext cx="91100" cy="79825"/>
            </a:xfrm>
            <a:custGeom>
              <a:avLst/>
              <a:gdLst/>
              <a:ahLst/>
              <a:cxnLst/>
              <a:rect l="l" t="t" r="r" b="b"/>
              <a:pathLst>
                <a:path w="3644" h="3193" extrusionOk="0">
                  <a:moveTo>
                    <a:pt x="3167" y="1"/>
                  </a:moveTo>
                  <a:lnTo>
                    <a:pt x="1596" y="453"/>
                  </a:lnTo>
                  <a:cubicBezTo>
                    <a:pt x="1143" y="596"/>
                    <a:pt x="738" y="858"/>
                    <a:pt x="453" y="1239"/>
                  </a:cubicBezTo>
                  <a:cubicBezTo>
                    <a:pt x="143" y="1620"/>
                    <a:pt x="0" y="2097"/>
                    <a:pt x="0" y="2573"/>
                  </a:cubicBezTo>
                  <a:lnTo>
                    <a:pt x="0" y="2859"/>
                  </a:lnTo>
                  <a:cubicBezTo>
                    <a:pt x="0" y="3049"/>
                    <a:pt x="143" y="3192"/>
                    <a:pt x="310" y="3192"/>
                  </a:cubicBezTo>
                  <a:lnTo>
                    <a:pt x="3167" y="3192"/>
                  </a:lnTo>
                  <a:lnTo>
                    <a:pt x="3644" y="954"/>
                  </a:lnTo>
                  <a:lnTo>
                    <a:pt x="333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85" name="子陵职场PPT12-11"/>
            <p:cNvSpPr/>
            <p:nvPr/>
          </p:nvSpPr>
          <p:spPr>
            <a:xfrm>
              <a:off x="2948800" y="2553550"/>
              <a:ext cx="91100" cy="79800"/>
            </a:xfrm>
            <a:custGeom>
              <a:avLst/>
              <a:gdLst/>
              <a:ahLst/>
              <a:cxnLst/>
              <a:rect l="l" t="t" r="r" b="b"/>
              <a:pathLst>
                <a:path w="3644" h="3192" extrusionOk="0">
                  <a:moveTo>
                    <a:pt x="310" y="1"/>
                  </a:moveTo>
                  <a:lnTo>
                    <a:pt x="0" y="953"/>
                  </a:lnTo>
                  <a:lnTo>
                    <a:pt x="477" y="3192"/>
                  </a:lnTo>
                  <a:lnTo>
                    <a:pt x="3334" y="3192"/>
                  </a:lnTo>
                  <a:cubicBezTo>
                    <a:pt x="3501" y="3192"/>
                    <a:pt x="3644" y="3049"/>
                    <a:pt x="3644" y="2858"/>
                  </a:cubicBezTo>
                  <a:lnTo>
                    <a:pt x="3644" y="2573"/>
                  </a:lnTo>
                  <a:cubicBezTo>
                    <a:pt x="3644" y="2096"/>
                    <a:pt x="3477" y="1620"/>
                    <a:pt x="3191" y="1239"/>
                  </a:cubicBezTo>
                  <a:cubicBezTo>
                    <a:pt x="2906" y="858"/>
                    <a:pt x="2501" y="596"/>
                    <a:pt x="2048" y="453"/>
                  </a:cubicBezTo>
                  <a:lnTo>
                    <a:pt x="4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86" name="子陵职场PPT12-12"/>
            <p:cNvSpPr/>
            <p:nvPr/>
          </p:nvSpPr>
          <p:spPr>
            <a:xfrm>
              <a:off x="2841025" y="2411850"/>
              <a:ext cx="172700" cy="125650"/>
            </a:xfrm>
            <a:custGeom>
              <a:avLst/>
              <a:gdLst/>
              <a:ahLst/>
              <a:cxnLst/>
              <a:rect l="l" t="t" r="r" b="b"/>
              <a:pathLst>
                <a:path w="6908" h="5026" extrusionOk="0">
                  <a:moveTo>
                    <a:pt x="3454" y="1"/>
                  </a:moveTo>
                  <a:cubicBezTo>
                    <a:pt x="1192" y="1"/>
                    <a:pt x="1" y="2668"/>
                    <a:pt x="1501" y="4359"/>
                  </a:cubicBezTo>
                  <a:cubicBezTo>
                    <a:pt x="1668" y="4549"/>
                    <a:pt x="1811" y="4788"/>
                    <a:pt x="1858" y="5026"/>
                  </a:cubicBezTo>
                  <a:lnTo>
                    <a:pt x="3144" y="5026"/>
                  </a:lnTo>
                  <a:lnTo>
                    <a:pt x="3144" y="3383"/>
                  </a:lnTo>
                  <a:lnTo>
                    <a:pt x="2621" y="2835"/>
                  </a:lnTo>
                  <a:cubicBezTo>
                    <a:pt x="2384" y="2617"/>
                    <a:pt x="2591" y="2302"/>
                    <a:pt x="2830" y="2302"/>
                  </a:cubicBezTo>
                  <a:cubicBezTo>
                    <a:pt x="2904" y="2302"/>
                    <a:pt x="2981" y="2333"/>
                    <a:pt x="3049" y="2406"/>
                  </a:cubicBezTo>
                  <a:lnTo>
                    <a:pt x="3454" y="2811"/>
                  </a:lnTo>
                  <a:lnTo>
                    <a:pt x="3859" y="2406"/>
                  </a:lnTo>
                  <a:cubicBezTo>
                    <a:pt x="3932" y="2333"/>
                    <a:pt x="4013" y="2302"/>
                    <a:pt x="4088" y="2302"/>
                  </a:cubicBezTo>
                  <a:cubicBezTo>
                    <a:pt x="4332" y="2302"/>
                    <a:pt x="4529" y="2617"/>
                    <a:pt x="4311" y="2835"/>
                  </a:cubicBezTo>
                  <a:lnTo>
                    <a:pt x="3787" y="3383"/>
                  </a:lnTo>
                  <a:lnTo>
                    <a:pt x="3787" y="5026"/>
                  </a:lnTo>
                  <a:lnTo>
                    <a:pt x="5073" y="5026"/>
                  </a:lnTo>
                  <a:cubicBezTo>
                    <a:pt x="5121" y="4788"/>
                    <a:pt x="5240" y="4549"/>
                    <a:pt x="5407" y="4359"/>
                  </a:cubicBezTo>
                  <a:cubicBezTo>
                    <a:pt x="6907" y="2668"/>
                    <a:pt x="5716" y="1"/>
                    <a:pt x="34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</p:grpSp>
      <p:grpSp>
        <p:nvGrpSpPr>
          <p:cNvPr id="9639" name="子陵职场PPT13"/>
          <p:cNvGrpSpPr/>
          <p:nvPr/>
        </p:nvGrpSpPr>
        <p:grpSpPr>
          <a:xfrm>
            <a:off x="468630" y="4233545"/>
            <a:ext cx="377825" cy="370205"/>
            <a:chOff x="1052950" y="3649025"/>
            <a:chExt cx="273500" cy="267325"/>
          </a:xfrm>
          <a:solidFill>
            <a:schemeClr val="bg1"/>
          </a:solidFill>
        </p:grpSpPr>
        <p:sp>
          <p:nvSpPr>
            <p:cNvPr id="9640" name="子陵职场PPT13-1"/>
            <p:cNvSpPr/>
            <p:nvPr/>
          </p:nvSpPr>
          <p:spPr>
            <a:xfrm>
              <a:off x="1160325" y="3720450"/>
              <a:ext cx="145300" cy="125425"/>
            </a:xfrm>
            <a:custGeom>
              <a:avLst/>
              <a:gdLst/>
              <a:ahLst/>
              <a:cxnLst/>
              <a:rect l="l" t="t" r="r" b="b"/>
              <a:pathLst>
                <a:path w="5812" h="5017" extrusionOk="0">
                  <a:moveTo>
                    <a:pt x="2501" y="1"/>
                  </a:moveTo>
                  <a:cubicBezTo>
                    <a:pt x="1215" y="1"/>
                    <a:pt x="167" y="930"/>
                    <a:pt x="1" y="2192"/>
                  </a:cubicBezTo>
                  <a:lnTo>
                    <a:pt x="953" y="2192"/>
                  </a:lnTo>
                  <a:cubicBezTo>
                    <a:pt x="1129" y="1337"/>
                    <a:pt x="1799" y="936"/>
                    <a:pt x="2471" y="936"/>
                  </a:cubicBezTo>
                  <a:cubicBezTo>
                    <a:pt x="3259" y="936"/>
                    <a:pt x="4049" y="1486"/>
                    <a:pt x="4049" y="2501"/>
                  </a:cubicBezTo>
                  <a:cubicBezTo>
                    <a:pt x="4049" y="3517"/>
                    <a:pt x="3259" y="4067"/>
                    <a:pt x="2471" y="4067"/>
                  </a:cubicBezTo>
                  <a:cubicBezTo>
                    <a:pt x="1799" y="4067"/>
                    <a:pt x="1129" y="3666"/>
                    <a:pt x="953" y="2811"/>
                  </a:cubicBezTo>
                  <a:lnTo>
                    <a:pt x="1" y="2811"/>
                  </a:lnTo>
                  <a:cubicBezTo>
                    <a:pt x="168" y="4182"/>
                    <a:pt x="1330" y="5017"/>
                    <a:pt x="2519" y="5017"/>
                  </a:cubicBezTo>
                  <a:cubicBezTo>
                    <a:pt x="3189" y="5017"/>
                    <a:pt x="3868" y="4752"/>
                    <a:pt x="4383" y="4168"/>
                  </a:cubicBezTo>
                  <a:cubicBezTo>
                    <a:pt x="5811" y="2549"/>
                    <a:pt x="4644" y="1"/>
                    <a:pt x="25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641" name="子陵职场PPT13-2"/>
            <p:cNvSpPr/>
            <p:nvPr/>
          </p:nvSpPr>
          <p:spPr>
            <a:xfrm>
              <a:off x="1200225" y="3759525"/>
              <a:ext cx="45850" cy="47100"/>
            </a:xfrm>
            <a:custGeom>
              <a:avLst/>
              <a:gdLst/>
              <a:ahLst/>
              <a:cxnLst/>
              <a:rect l="l" t="t" r="r" b="b"/>
              <a:pathLst>
                <a:path w="1834" h="1884" extrusionOk="0">
                  <a:moveTo>
                    <a:pt x="879" y="1"/>
                  </a:moveTo>
                  <a:cubicBezTo>
                    <a:pt x="517" y="1"/>
                    <a:pt x="154" y="197"/>
                    <a:pt x="0" y="629"/>
                  </a:cubicBezTo>
                  <a:lnTo>
                    <a:pt x="905" y="629"/>
                  </a:lnTo>
                  <a:cubicBezTo>
                    <a:pt x="1310" y="629"/>
                    <a:pt x="1310" y="1248"/>
                    <a:pt x="905" y="1248"/>
                  </a:cubicBezTo>
                  <a:lnTo>
                    <a:pt x="0" y="1248"/>
                  </a:lnTo>
                  <a:cubicBezTo>
                    <a:pt x="156" y="1683"/>
                    <a:pt x="522" y="1884"/>
                    <a:pt x="887" y="1884"/>
                  </a:cubicBezTo>
                  <a:cubicBezTo>
                    <a:pt x="1362" y="1884"/>
                    <a:pt x="1834" y="1544"/>
                    <a:pt x="1834" y="938"/>
                  </a:cubicBezTo>
                  <a:cubicBezTo>
                    <a:pt x="1834" y="343"/>
                    <a:pt x="1356" y="1"/>
                    <a:pt x="8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642" name="子陵职场PPT13-3"/>
            <p:cNvSpPr/>
            <p:nvPr/>
          </p:nvSpPr>
          <p:spPr>
            <a:xfrm>
              <a:off x="1269875" y="3862150"/>
              <a:ext cx="55400" cy="54200"/>
            </a:xfrm>
            <a:custGeom>
              <a:avLst/>
              <a:gdLst/>
              <a:ahLst/>
              <a:cxnLst/>
              <a:rect l="l" t="t" r="r" b="b"/>
              <a:pathLst>
                <a:path w="2216" h="2168" extrusionOk="0">
                  <a:moveTo>
                    <a:pt x="1596" y="1"/>
                  </a:moveTo>
                  <a:cubicBezTo>
                    <a:pt x="1144" y="501"/>
                    <a:pt x="596" y="882"/>
                    <a:pt x="1" y="1168"/>
                  </a:cubicBezTo>
                  <a:lnTo>
                    <a:pt x="596" y="2025"/>
                  </a:lnTo>
                  <a:cubicBezTo>
                    <a:pt x="643" y="2120"/>
                    <a:pt x="739" y="2168"/>
                    <a:pt x="858" y="2168"/>
                  </a:cubicBezTo>
                  <a:lnTo>
                    <a:pt x="1906" y="2168"/>
                  </a:lnTo>
                  <a:cubicBezTo>
                    <a:pt x="2001" y="2168"/>
                    <a:pt x="2096" y="2120"/>
                    <a:pt x="2144" y="2049"/>
                  </a:cubicBezTo>
                  <a:cubicBezTo>
                    <a:pt x="2215" y="1954"/>
                    <a:pt x="2215" y="1858"/>
                    <a:pt x="2191" y="1763"/>
                  </a:cubicBezTo>
                  <a:lnTo>
                    <a:pt x="15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643" name="子陵职场PPT13-4"/>
            <p:cNvSpPr/>
            <p:nvPr/>
          </p:nvSpPr>
          <p:spPr>
            <a:xfrm>
              <a:off x="1119850" y="3862150"/>
              <a:ext cx="55975" cy="54200"/>
            </a:xfrm>
            <a:custGeom>
              <a:avLst/>
              <a:gdLst/>
              <a:ahLst/>
              <a:cxnLst/>
              <a:rect l="l" t="t" r="r" b="b"/>
              <a:pathLst>
                <a:path w="2239" h="2168" extrusionOk="0">
                  <a:moveTo>
                    <a:pt x="643" y="1"/>
                  </a:moveTo>
                  <a:lnTo>
                    <a:pt x="48" y="1763"/>
                  </a:lnTo>
                  <a:cubicBezTo>
                    <a:pt x="0" y="1858"/>
                    <a:pt x="24" y="1954"/>
                    <a:pt x="72" y="2049"/>
                  </a:cubicBezTo>
                  <a:cubicBezTo>
                    <a:pt x="143" y="2120"/>
                    <a:pt x="238" y="2168"/>
                    <a:pt x="334" y="2168"/>
                  </a:cubicBezTo>
                  <a:lnTo>
                    <a:pt x="1381" y="2168"/>
                  </a:lnTo>
                  <a:cubicBezTo>
                    <a:pt x="1477" y="2168"/>
                    <a:pt x="1596" y="2120"/>
                    <a:pt x="1643" y="2025"/>
                  </a:cubicBezTo>
                  <a:lnTo>
                    <a:pt x="2239" y="1144"/>
                  </a:lnTo>
                  <a:cubicBezTo>
                    <a:pt x="1739" y="929"/>
                    <a:pt x="1310" y="644"/>
                    <a:pt x="905" y="287"/>
                  </a:cubicBezTo>
                  <a:cubicBezTo>
                    <a:pt x="810" y="191"/>
                    <a:pt x="715" y="96"/>
                    <a:pt x="6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644" name="子陵职场PPT13-5"/>
            <p:cNvSpPr/>
            <p:nvPr/>
          </p:nvSpPr>
          <p:spPr>
            <a:xfrm>
              <a:off x="1052950" y="3681075"/>
              <a:ext cx="273500" cy="203825"/>
            </a:xfrm>
            <a:custGeom>
              <a:avLst/>
              <a:gdLst/>
              <a:ahLst/>
              <a:cxnLst/>
              <a:rect l="l" t="t" r="r" b="b"/>
              <a:pathLst>
                <a:path w="10940" h="8153" extrusionOk="0">
                  <a:moveTo>
                    <a:pt x="463" y="2903"/>
                  </a:moveTo>
                  <a:cubicBezTo>
                    <a:pt x="223" y="2903"/>
                    <a:pt x="0" y="3193"/>
                    <a:pt x="223" y="3433"/>
                  </a:cubicBezTo>
                  <a:lnTo>
                    <a:pt x="462" y="3767"/>
                  </a:lnTo>
                  <a:cubicBezTo>
                    <a:pt x="57" y="3767"/>
                    <a:pt x="57" y="4386"/>
                    <a:pt x="462" y="4386"/>
                  </a:cubicBezTo>
                  <a:lnTo>
                    <a:pt x="223" y="4719"/>
                  </a:lnTo>
                  <a:cubicBezTo>
                    <a:pt x="57" y="4934"/>
                    <a:pt x="200" y="5243"/>
                    <a:pt x="462" y="5243"/>
                  </a:cubicBezTo>
                  <a:cubicBezTo>
                    <a:pt x="557" y="5220"/>
                    <a:pt x="652" y="5196"/>
                    <a:pt x="723" y="5100"/>
                  </a:cubicBezTo>
                  <a:lnTo>
                    <a:pt x="1247" y="4386"/>
                  </a:lnTo>
                  <a:lnTo>
                    <a:pt x="1724" y="4386"/>
                  </a:lnTo>
                  <a:lnTo>
                    <a:pt x="1462" y="4719"/>
                  </a:lnTo>
                  <a:cubicBezTo>
                    <a:pt x="1319" y="4934"/>
                    <a:pt x="1462" y="5243"/>
                    <a:pt x="1724" y="5243"/>
                  </a:cubicBezTo>
                  <a:cubicBezTo>
                    <a:pt x="1819" y="5220"/>
                    <a:pt x="1914" y="5196"/>
                    <a:pt x="1986" y="5100"/>
                  </a:cubicBezTo>
                  <a:lnTo>
                    <a:pt x="2510" y="4386"/>
                  </a:lnTo>
                  <a:lnTo>
                    <a:pt x="2724" y="4386"/>
                  </a:lnTo>
                  <a:lnTo>
                    <a:pt x="2724" y="4076"/>
                  </a:lnTo>
                  <a:lnTo>
                    <a:pt x="2724" y="3767"/>
                  </a:lnTo>
                  <a:lnTo>
                    <a:pt x="2510" y="3767"/>
                  </a:lnTo>
                  <a:lnTo>
                    <a:pt x="1986" y="3052"/>
                  </a:lnTo>
                  <a:cubicBezTo>
                    <a:pt x="1913" y="2946"/>
                    <a:pt x="1817" y="2903"/>
                    <a:pt x="1724" y="2903"/>
                  </a:cubicBezTo>
                  <a:cubicBezTo>
                    <a:pt x="1483" y="2903"/>
                    <a:pt x="1256" y="3193"/>
                    <a:pt x="1462" y="3433"/>
                  </a:cubicBezTo>
                  <a:lnTo>
                    <a:pt x="1724" y="3767"/>
                  </a:lnTo>
                  <a:lnTo>
                    <a:pt x="1247" y="3767"/>
                  </a:lnTo>
                  <a:lnTo>
                    <a:pt x="723" y="3052"/>
                  </a:lnTo>
                  <a:cubicBezTo>
                    <a:pt x="650" y="2946"/>
                    <a:pt x="555" y="2903"/>
                    <a:pt x="463" y="2903"/>
                  </a:cubicBezTo>
                  <a:close/>
                  <a:moveTo>
                    <a:pt x="6760" y="0"/>
                  </a:moveTo>
                  <a:cubicBezTo>
                    <a:pt x="4648" y="0"/>
                    <a:pt x="2886" y="1636"/>
                    <a:pt x="2724" y="3767"/>
                  </a:cubicBezTo>
                  <a:lnTo>
                    <a:pt x="3653" y="3767"/>
                  </a:lnTo>
                  <a:cubicBezTo>
                    <a:pt x="3837" y="2015"/>
                    <a:pt x="5301" y="937"/>
                    <a:pt x="6802" y="937"/>
                  </a:cubicBezTo>
                  <a:cubicBezTo>
                    <a:pt x="7628" y="937"/>
                    <a:pt x="8464" y="1263"/>
                    <a:pt x="9106" y="1981"/>
                  </a:cubicBezTo>
                  <a:cubicBezTo>
                    <a:pt x="10940" y="3981"/>
                    <a:pt x="9511" y="7220"/>
                    <a:pt x="6796" y="7220"/>
                  </a:cubicBezTo>
                  <a:cubicBezTo>
                    <a:pt x="5177" y="7220"/>
                    <a:pt x="3819" y="6005"/>
                    <a:pt x="3653" y="4386"/>
                  </a:cubicBezTo>
                  <a:lnTo>
                    <a:pt x="2724" y="4386"/>
                  </a:lnTo>
                  <a:cubicBezTo>
                    <a:pt x="2886" y="6517"/>
                    <a:pt x="4648" y="8153"/>
                    <a:pt x="6760" y="8153"/>
                  </a:cubicBezTo>
                  <a:cubicBezTo>
                    <a:pt x="6820" y="8153"/>
                    <a:pt x="6879" y="8151"/>
                    <a:pt x="6939" y="8149"/>
                  </a:cubicBezTo>
                  <a:cubicBezTo>
                    <a:pt x="9130" y="8077"/>
                    <a:pt x="10868" y="6267"/>
                    <a:pt x="10868" y="4076"/>
                  </a:cubicBezTo>
                  <a:cubicBezTo>
                    <a:pt x="10868" y="1886"/>
                    <a:pt x="9130" y="76"/>
                    <a:pt x="6939" y="4"/>
                  </a:cubicBezTo>
                  <a:cubicBezTo>
                    <a:pt x="6879" y="2"/>
                    <a:pt x="6820" y="0"/>
                    <a:pt x="67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645" name="子陵职场PPT13-6"/>
            <p:cNvSpPr/>
            <p:nvPr/>
          </p:nvSpPr>
          <p:spPr>
            <a:xfrm>
              <a:off x="1203200" y="3649025"/>
              <a:ext cx="39325" cy="18475"/>
            </a:xfrm>
            <a:custGeom>
              <a:avLst/>
              <a:gdLst/>
              <a:ahLst/>
              <a:cxnLst/>
              <a:rect l="l" t="t" r="r" b="b"/>
              <a:pathLst>
                <a:path w="1573" h="739" extrusionOk="0">
                  <a:moveTo>
                    <a:pt x="310" y="0"/>
                  </a:moveTo>
                  <a:cubicBezTo>
                    <a:pt x="143" y="0"/>
                    <a:pt x="0" y="119"/>
                    <a:pt x="0" y="310"/>
                  </a:cubicBezTo>
                  <a:lnTo>
                    <a:pt x="0" y="738"/>
                  </a:lnTo>
                  <a:cubicBezTo>
                    <a:pt x="262" y="691"/>
                    <a:pt x="524" y="667"/>
                    <a:pt x="786" y="667"/>
                  </a:cubicBezTo>
                  <a:cubicBezTo>
                    <a:pt x="1048" y="667"/>
                    <a:pt x="1310" y="691"/>
                    <a:pt x="1572" y="738"/>
                  </a:cubicBezTo>
                  <a:lnTo>
                    <a:pt x="1572" y="310"/>
                  </a:lnTo>
                  <a:cubicBezTo>
                    <a:pt x="1572" y="119"/>
                    <a:pt x="1429" y="0"/>
                    <a:pt x="12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</p:grpSp>
      <p:cxnSp>
        <p:nvCxnSpPr>
          <p:cNvPr id="66" name="子陵职场PPT16"/>
          <p:cNvCxnSpPr/>
          <p:nvPr/>
        </p:nvCxnSpPr>
        <p:spPr>
          <a:xfrm>
            <a:off x="3806825" y="1151255"/>
            <a:ext cx="0" cy="2122805"/>
          </a:xfrm>
          <a:prstGeom prst="line">
            <a:avLst/>
          </a:prstGeom>
          <a:ln w="25400" cmpd="sng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子陵职场PPT17"/>
          <p:cNvCxnSpPr/>
          <p:nvPr/>
        </p:nvCxnSpPr>
        <p:spPr>
          <a:xfrm>
            <a:off x="3806825" y="4260850"/>
            <a:ext cx="0" cy="2122805"/>
          </a:xfrm>
          <a:prstGeom prst="line">
            <a:avLst/>
          </a:prstGeom>
          <a:ln w="25400" cmpd="sng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子陵职场PPT18"/>
          <p:cNvCxnSpPr/>
          <p:nvPr/>
        </p:nvCxnSpPr>
        <p:spPr>
          <a:xfrm>
            <a:off x="6477000" y="1142365"/>
            <a:ext cx="0" cy="2122805"/>
          </a:xfrm>
          <a:prstGeom prst="line">
            <a:avLst/>
          </a:prstGeom>
          <a:ln w="25400" cmpd="sng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子陵职场PPT19"/>
          <p:cNvCxnSpPr/>
          <p:nvPr/>
        </p:nvCxnSpPr>
        <p:spPr>
          <a:xfrm>
            <a:off x="6477000" y="4251960"/>
            <a:ext cx="0" cy="2122805"/>
          </a:xfrm>
          <a:prstGeom prst="line">
            <a:avLst/>
          </a:prstGeom>
          <a:ln w="25400" cmpd="sng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子陵职场PPT20"/>
          <p:cNvCxnSpPr/>
          <p:nvPr/>
        </p:nvCxnSpPr>
        <p:spPr>
          <a:xfrm>
            <a:off x="9201150" y="1146810"/>
            <a:ext cx="0" cy="2122805"/>
          </a:xfrm>
          <a:prstGeom prst="line">
            <a:avLst/>
          </a:prstGeom>
          <a:ln w="25400" cmpd="sng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0" name="子陵职场PPT33"/>
          <p:cNvGrpSpPr/>
          <p:nvPr/>
        </p:nvGrpSpPr>
        <p:grpSpPr>
          <a:xfrm>
            <a:off x="10230751" y="3291840"/>
            <a:ext cx="1222744" cy="3054350"/>
            <a:chOff x="-924004" y="2944291"/>
            <a:chExt cx="657002" cy="1615152"/>
          </a:xfrm>
        </p:grpSpPr>
        <p:sp>
          <p:nvSpPr>
            <p:cNvPr id="251" name="子陵职场PPT33-1"/>
            <p:cNvSpPr/>
            <p:nvPr/>
          </p:nvSpPr>
          <p:spPr>
            <a:xfrm>
              <a:off x="-559506" y="3715238"/>
              <a:ext cx="216565" cy="844205"/>
            </a:xfrm>
            <a:custGeom>
              <a:avLst/>
              <a:gdLst>
                <a:gd name="connsiteX0" fmla="*/ 193754 w 216565"/>
                <a:gd name="connsiteY0" fmla="*/ 844206 h 844205"/>
                <a:gd name="connsiteX1" fmla="*/ 216565 w 216565"/>
                <a:gd name="connsiteY1" fmla="*/ 844206 h 844205"/>
                <a:gd name="connsiteX2" fmla="*/ 56808 w 216565"/>
                <a:gd name="connsiteY2" fmla="*/ 0 h 844205"/>
                <a:gd name="connsiteX3" fmla="*/ 0 w 216565"/>
                <a:gd name="connsiteY3" fmla="*/ 0 h 844205"/>
                <a:gd name="connsiteX4" fmla="*/ 193754 w 216565"/>
                <a:gd name="connsiteY4" fmla="*/ 844206 h 84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565" h="844205">
                  <a:moveTo>
                    <a:pt x="193754" y="844206"/>
                  </a:moveTo>
                  <a:lnTo>
                    <a:pt x="216565" y="844206"/>
                  </a:lnTo>
                  <a:lnTo>
                    <a:pt x="56808" y="0"/>
                  </a:lnTo>
                  <a:lnTo>
                    <a:pt x="0" y="0"/>
                  </a:lnTo>
                  <a:lnTo>
                    <a:pt x="193754" y="844206"/>
                  </a:lnTo>
                  <a:close/>
                </a:path>
              </a:pathLst>
            </a:custGeom>
            <a:solidFill>
              <a:srgbClr val="455A64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52" name="子陵职场PPT33-2"/>
            <p:cNvSpPr/>
            <p:nvPr/>
          </p:nvSpPr>
          <p:spPr>
            <a:xfrm>
              <a:off x="-559506" y="3715238"/>
              <a:ext cx="80415" cy="124843"/>
            </a:xfrm>
            <a:custGeom>
              <a:avLst/>
              <a:gdLst>
                <a:gd name="connsiteX0" fmla="*/ 0 w 80415"/>
                <a:gd name="connsiteY0" fmla="*/ 0 h 124843"/>
                <a:gd name="connsiteX1" fmla="*/ 28663 w 80415"/>
                <a:gd name="connsiteY1" fmla="*/ 124843 h 124843"/>
                <a:gd name="connsiteX2" fmla="*/ 80416 w 80415"/>
                <a:gd name="connsiteY2" fmla="*/ 124843 h 124843"/>
                <a:gd name="connsiteX3" fmla="*/ 56848 w 80415"/>
                <a:gd name="connsiteY3" fmla="*/ 119 h 124843"/>
                <a:gd name="connsiteX4" fmla="*/ 56808 w 80415"/>
                <a:gd name="connsiteY4" fmla="*/ 0 h 124843"/>
                <a:gd name="connsiteX5" fmla="*/ 0 w 80415"/>
                <a:gd name="connsiteY5" fmla="*/ 0 h 124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415" h="124843">
                  <a:moveTo>
                    <a:pt x="0" y="0"/>
                  </a:moveTo>
                  <a:lnTo>
                    <a:pt x="28663" y="124843"/>
                  </a:lnTo>
                  <a:lnTo>
                    <a:pt x="80416" y="124843"/>
                  </a:lnTo>
                  <a:lnTo>
                    <a:pt x="56848" y="119"/>
                  </a:lnTo>
                  <a:lnTo>
                    <a:pt x="568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474F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53" name="子陵职场PPT33-3"/>
            <p:cNvSpPr/>
            <p:nvPr/>
          </p:nvSpPr>
          <p:spPr>
            <a:xfrm>
              <a:off x="-637852" y="3715238"/>
              <a:ext cx="61864" cy="844205"/>
            </a:xfrm>
            <a:custGeom>
              <a:avLst/>
              <a:gdLst>
                <a:gd name="connsiteX0" fmla="*/ 39053 w 61864"/>
                <a:gd name="connsiteY0" fmla="*/ 844206 h 844205"/>
                <a:gd name="connsiteX1" fmla="*/ 61864 w 61864"/>
                <a:gd name="connsiteY1" fmla="*/ 844206 h 844205"/>
                <a:gd name="connsiteX2" fmla="*/ 56769 w 61864"/>
                <a:gd name="connsiteY2" fmla="*/ 0 h 844205"/>
                <a:gd name="connsiteX3" fmla="*/ 0 w 61864"/>
                <a:gd name="connsiteY3" fmla="*/ 0 h 844205"/>
                <a:gd name="connsiteX4" fmla="*/ 39053 w 61864"/>
                <a:gd name="connsiteY4" fmla="*/ 844206 h 84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64" h="844205">
                  <a:moveTo>
                    <a:pt x="39053" y="844206"/>
                  </a:moveTo>
                  <a:lnTo>
                    <a:pt x="61864" y="844206"/>
                  </a:lnTo>
                  <a:lnTo>
                    <a:pt x="56769" y="0"/>
                  </a:lnTo>
                  <a:lnTo>
                    <a:pt x="0" y="0"/>
                  </a:lnTo>
                  <a:lnTo>
                    <a:pt x="39053" y="844206"/>
                  </a:lnTo>
                  <a:close/>
                </a:path>
              </a:pathLst>
            </a:custGeom>
            <a:solidFill>
              <a:srgbClr val="455A64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54" name="子陵职场PPT33-4"/>
            <p:cNvSpPr/>
            <p:nvPr/>
          </p:nvSpPr>
          <p:spPr>
            <a:xfrm>
              <a:off x="-637852" y="3715238"/>
              <a:ext cx="57525" cy="124843"/>
            </a:xfrm>
            <a:custGeom>
              <a:avLst/>
              <a:gdLst>
                <a:gd name="connsiteX0" fmla="*/ 0 w 57525"/>
                <a:gd name="connsiteY0" fmla="*/ 0 h 124843"/>
                <a:gd name="connsiteX1" fmla="*/ 5772 w 57525"/>
                <a:gd name="connsiteY1" fmla="*/ 124843 h 124843"/>
                <a:gd name="connsiteX2" fmla="*/ 57525 w 57525"/>
                <a:gd name="connsiteY2" fmla="*/ 124843 h 124843"/>
                <a:gd name="connsiteX3" fmla="*/ 56769 w 57525"/>
                <a:gd name="connsiteY3" fmla="*/ 119 h 124843"/>
                <a:gd name="connsiteX4" fmla="*/ 56769 w 57525"/>
                <a:gd name="connsiteY4" fmla="*/ 0 h 124843"/>
                <a:gd name="connsiteX5" fmla="*/ 0 w 57525"/>
                <a:gd name="connsiteY5" fmla="*/ 0 h 124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525" h="124843">
                  <a:moveTo>
                    <a:pt x="0" y="0"/>
                  </a:moveTo>
                  <a:lnTo>
                    <a:pt x="5772" y="124843"/>
                  </a:lnTo>
                  <a:lnTo>
                    <a:pt x="57525" y="124843"/>
                  </a:lnTo>
                  <a:lnTo>
                    <a:pt x="56769" y="119"/>
                  </a:lnTo>
                  <a:lnTo>
                    <a:pt x="5676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474F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55" name="子陵职场PPT33-5"/>
            <p:cNvSpPr/>
            <p:nvPr/>
          </p:nvSpPr>
          <p:spPr>
            <a:xfrm>
              <a:off x="-831805" y="3715238"/>
              <a:ext cx="182567" cy="844205"/>
            </a:xfrm>
            <a:custGeom>
              <a:avLst/>
              <a:gdLst>
                <a:gd name="connsiteX0" fmla="*/ 22771 w 182567"/>
                <a:gd name="connsiteY0" fmla="*/ 844206 h 844205"/>
                <a:gd name="connsiteX1" fmla="*/ 0 w 182567"/>
                <a:gd name="connsiteY1" fmla="*/ 844206 h 844205"/>
                <a:gd name="connsiteX2" fmla="*/ 125759 w 182567"/>
                <a:gd name="connsiteY2" fmla="*/ 0 h 844205"/>
                <a:gd name="connsiteX3" fmla="*/ 182568 w 182567"/>
                <a:gd name="connsiteY3" fmla="*/ 0 h 844205"/>
                <a:gd name="connsiteX4" fmla="*/ 22771 w 182567"/>
                <a:gd name="connsiteY4" fmla="*/ 844206 h 84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67" h="844205">
                  <a:moveTo>
                    <a:pt x="22771" y="844206"/>
                  </a:moveTo>
                  <a:lnTo>
                    <a:pt x="0" y="844206"/>
                  </a:lnTo>
                  <a:lnTo>
                    <a:pt x="125759" y="0"/>
                  </a:lnTo>
                  <a:lnTo>
                    <a:pt x="182568" y="0"/>
                  </a:lnTo>
                  <a:lnTo>
                    <a:pt x="22771" y="844206"/>
                  </a:lnTo>
                  <a:close/>
                </a:path>
              </a:pathLst>
            </a:custGeom>
            <a:solidFill>
              <a:srgbClr val="455A64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56" name="子陵职场PPT33-6"/>
            <p:cNvSpPr/>
            <p:nvPr/>
          </p:nvSpPr>
          <p:spPr>
            <a:xfrm>
              <a:off x="-724637" y="3715238"/>
              <a:ext cx="75399" cy="124843"/>
            </a:xfrm>
            <a:custGeom>
              <a:avLst/>
              <a:gdLst>
                <a:gd name="connsiteX0" fmla="*/ 0 w 75399"/>
                <a:gd name="connsiteY0" fmla="*/ 124843 h 124843"/>
                <a:gd name="connsiteX1" fmla="*/ 51753 w 75399"/>
                <a:gd name="connsiteY1" fmla="*/ 124843 h 124843"/>
                <a:gd name="connsiteX2" fmla="*/ 75400 w 75399"/>
                <a:gd name="connsiteY2" fmla="*/ 0 h 124843"/>
                <a:gd name="connsiteX3" fmla="*/ 18591 w 75399"/>
                <a:gd name="connsiteY3" fmla="*/ 0 h 124843"/>
                <a:gd name="connsiteX4" fmla="*/ 18551 w 75399"/>
                <a:gd name="connsiteY4" fmla="*/ 119 h 124843"/>
                <a:gd name="connsiteX5" fmla="*/ 0 w 75399"/>
                <a:gd name="connsiteY5" fmla="*/ 124843 h 124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399" h="124843">
                  <a:moveTo>
                    <a:pt x="0" y="124843"/>
                  </a:moveTo>
                  <a:lnTo>
                    <a:pt x="51753" y="124843"/>
                  </a:lnTo>
                  <a:lnTo>
                    <a:pt x="75400" y="0"/>
                  </a:lnTo>
                  <a:lnTo>
                    <a:pt x="18591" y="0"/>
                  </a:lnTo>
                  <a:lnTo>
                    <a:pt x="18551" y="119"/>
                  </a:lnTo>
                  <a:lnTo>
                    <a:pt x="0" y="124843"/>
                  </a:lnTo>
                  <a:close/>
                </a:path>
              </a:pathLst>
            </a:custGeom>
            <a:solidFill>
              <a:srgbClr val="37474F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57" name="子陵职场PPT33-7"/>
            <p:cNvSpPr/>
            <p:nvPr/>
          </p:nvSpPr>
          <p:spPr>
            <a:xfrm rot="10800000">
              <a:off x="-762257" y="4197772"/>
              <a:ext cx="331495" cy="16481"/>
            </a:xfrm>
            <a:custGeom>
              <a:avLst/>
              <a:gdLst>
                <a:gd name="connsiteX0" fmla="*/ 0 w 331495"/>
                <a:gd name="connsiteY0" fmla="*/ 0 h 16481"/>
                <a:gd name="connsiteX1" fmla="*/ 331496 w 331495"/>
                <a:gd name="connsiteY1" fmla="*/ 0 h 16481"/>
                <a:gd name="connsiteX2" fmla="*/ 331496 w 331495"/>
                <a:gd name="connsiteY2" fmla="*/ 16481 h 16481"/>
                <a:gd name="connsiteX3" fmla="*/ 0 w 331495"/>
                <a:gd name="connsiteY3" fmla="*/ 16481 h 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495" h="16481">
                  <a:moveTo>
                    <a:pt x="0" y="0"/>
                  </a:moveTo>
                  <a:lnTo>
                    <a:pt x="331496" y="0"/>
                  </a:lnTo>
                  <a:lnTo>
                    <a:pt x="331496" y="16481"/>
                  </a:lnTo>
                  <a:lnTo>
                    <a:pt x="0" y="16481"/>
                  </a:lnTo>
                  <a:close/>
                </a:path>
              </a:pathLst>
            </a:custGeom>
            <a:solidFill>
              <a:srgbClr val="455A64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58" name="子陵职场PPT33-8"/>
            <p:cNvSpPr/>
            <p:nvPr/>
          </p:nvSpPr>
          <p:spPr>
            <a:xfrm rot="-5230200">
              <a:off x="-997271" y="3084334"/>
              <a:ext cx="853998" cy="606541"/>
            </a:xfrm>
            <a:custGeom>
              <a:avLst/>
              <a:gdLst>
                <a:gd name="connsiteX0" fmla="*/ 853999 w 853998"/>
                <a:gd name="connsiteY0" fmla="*/ 303271 h 606541"/>
                <a:gd name="connsiteX1" fmla="*/ 427000 w 853998"/>
                <a:gd name="connsiteY1" fmla="*/ 606542 h 606541"/>
                <a:gd name="connsiteX2" fmla="*/ 0 w 853998"/>
                <a:gd name="connsiteY2" fmla="*/ 303271 h 606541"/>
                <a:gd name="connsiteX3" fmla="*/ 427000 w 853998"/>
                <a:gd name="connsiteY3" fmla="*/ 0 h 606541"/>
                <a:gd name="connsiteX4" fmla="*/ 853999 w 853998"/>
                <a:gd name="connsiteY4" fmla="*/ 303271 h 60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3998" h="606541">
                  <a:moveTo>
                    <a:pt x="853999" y="303271"/>
                  </a:moveTo>
                  <a:cubicBezTo>
                    <a:pt x="853999" y="470763"/>
                    <a:pt x="662825" y="606542"/>
                    <a:pt x="427000" y="606542"/>
                  </a:cubicBezTo>
                  <a:cubicBezTo>
                    <a:pt x="191174" y="606542"/>
                    <a:pt x="0" y="470763"/>
                    <a:pt x="0" y="303271"/>
                  </a:cubicBezTo>
                  <a:cubicBezTo>
                    <a:pt x="0" y="135779"/>
                    <a:pt x="191174" y="0"/>
                    <a:pt x="427000" y="0"/>
                  </a:cubicBezTo>
                  <a:cubicBezTo>
                    <a:pt x="662825" y="0"/>
                    <a:pt x="853999" y="135779"/>
                    <a:pt x="853999" y="303271"/>
                  </a:cubicBezTo>
                  <a:close/>
                </a:path>
              </a:pathLst>
            </a:custGeom>
            <a:solidFill>
              <a:schemeClr val="accent1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59" name="子陵职场PPT33-9"/>
            <p:cNvSpPr/>
            <p:nvPr/>
          </p:nvSpPr>
          <p:spPr>
            <a:xfrm>
              <a:off x="-669620" y="2956902"/>
              <a:ext cx="125440" cy="856785"/>
            </a:xfrm>
            <a:custGeom>
              <a:avLst/>
              <a:gdLst>
                <a:gd name="connsiteX0" fmla="*/ 54261 w 125440"/>
                <a:gd name="connsiteY0" fmla="*/ 0 h 856785"/>
                <a:gd name="connsiteX1" fmla="*/ 125441 w 125440"/>
                <a:gd name="connsiteY1" fmla="*/ 4419 h 856785"/>
                <a:gd name="connsiteX2" fmla="*/ 71220 w 125440"/>
                <a:gd name="connsiteY2" fmla="*/ 856786 h 856785"/>
                <a:gd name="connsiteX3" fmla="*/ 0 w 125440"/>
                <a:gd name="connsiteY3" fmla="*/ 852367 h 856785"/>
                <a:gd name="connsiteX4" fmla="*/ 54261 w 125440"/>
                <a:gd name="connsiteY4" fmla="*/ 0 h 856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40" h="856785">
                  <a:moveTo>
                    <a:pt x="54261" y="0"/>
                  </a:moveTo>
                  <a:lnTo>
                    <a:pt x="125441" y="4419"/>
                  </a:lnTo>
                  <a:lnTo>
                    <a:pt x="71220" y="856786"/>
                  </a:lnTo>
                  <a:lnTo>
                    <a:pt x="0" y="852367"/>
                  </a:lnTo>
                  <a:lnTo>
                    <a:pt x="54261" y="0"/>
                  </a:lnTo>
                  <a:close/>
                </a:path>
              </a:pathLst>
            </a:custGeom>
            <a:solidFill>
              <a:srgbClr val="55AFAD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61" name="子陵职场PPT33-10"/>
            <p:cNvSpPr/>
            <p:nvPr/>
          </p:nvSpPr>
          <p:spPr>
            <a:xfrm rot="16369800">
              <a:off x="-1047645" y="3078852"/>
              <a:ext cx="853998" cy="606541"/>
            </a:xfrm>
            <a:custGeom>
              <a:avLst/>
              <a:gdLst>
                <a:gd name="connsiteX0" fmla="*/ 853999 w 853998"/>
                <a:gd name="connsiteY0" fmla="*/ 303271 h 606541"/>
                <a:gd name="connsiteX1" fmla="*/ 426999 w 853998"/>
                <a:gd name="connsiteY1" fmla="*/ 606542 h 606541"/>
                <a:gd name="connsiteX2" fmla="*/ 0 w 853998"/>
                <a:gd name="connsiteY2" fmla="*/ 303271 h 606541"/>
                <a:gd name="connsiteX3" fmla="*/ 426999 w 853998"/>
                <a:gd name="connsiteY3" fmla="*/ 0 h 606541"/>
                <a:gd name="connsiteX4" fmla="*/ 853999 w 853998"/>
                <a:gd name="connsiteY4" fmla="*/ 303271 h 60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3998" h="606541">
                  <a:moveTo>
                    <a:pt x="853999" y="303271"/>
                  </a:moveTo>
                  <a:cubicBezTo>
                    <a:pt x="853999" y="470763"/>
                    <a:pt x="662825" y="606542"/>
                    <a:pt x="426999" y="606542"/>
                  </a:cubicBezTo>
                  <a:cubicBezTo>
                    <a:pt x="191174" y="606542"/>
                    <a:pt x="0" y="470763"/>
                    <a:pt x="0" y="303271"/>
                  </a:cubicBezTo>
                  <a:cubicBezTo>
                    <a:pt x="0" y="135779"/>
                    <a:pt x="191174" y="0"/>
                    <a:pt x="426999" y="0"/>
                  </a:cubicBezTo>
                  <a:cubicBezTo>
                    <a:pt x="662825" y="0"/>
                    <a:pt x="853999" y="135779"/>
                    <a:pt x="853999" y="303271"/>
                  </a:cubicBezTo>
                  <a:close/>
                </a:path>
              </a:pathLst>
            </a:custGeom>
            <a:solidFill>
              <a:schemeClr val="accent3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62" name="子陵职场PPT33-11"/>
            <p:cNvSpPr/>
            <p:nvPr/>
          </p:nvSpPr>
          <p:spPr>
            <a:xfrm rot="-5230200">
              <a:off x="-968890" y="3146952"/>
              <a:ext cx="666176" cy="473178"/>
            </a:xfrm>
            <a:custGeom>
              <a:avLst/>
              <a:gdLst>
                <a:gd name="connsiteX0" fmla="*/ 666177 w 666176"/>
                <a:gd name="connsiteY0" fmla="*/ 236589 h 473178"/>
                <a:gd name="connsiteX1" fmla="*/ 333088 w 666176"/>
                <a:gd name="connsiteY1" fmla="*/ 473179 h 473178"/>
                <a:gd name="connsiteX2" fmla="*/ 0 w 666176"/>
                <a:gd name="connsiteY2" fmla="*/ 236589 h 473178"/>
                <a:gd name="connsiteX3" fmla="*/ 333088 w 666176"/>
                <a:gd name="connsiteY3" fmla="*/ 0 h 473178"/>
                <a:gd name="connsiteX4" fmla="*/ 666177 w 666176"/>
                <a:gd name="connsiteY4" fmla="*/ 236589 h 473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176" h="473178">
                  <a:moveTo>
                    <a:pt x="666177" y="236589"/>
                  </a:moveTo>
                  <a:cubicBezTo>
                    <a:pt x="666177" y="367254"/>
                    <a:pt x="517048" y="473179"/>
                    <a:pt x="333088" y="473179"/>
                  </a:cubicBezTo>
                  <a:cubicBezTo>
                    <a:pt x="149129" y="473179"/>
                    <a:pt x="0" y="367254"/>
                    <a:pt x="0" y="236589"/>
                  </a:cubicBezTo>
                  <a:cubicBezTo>
                    <a:pt x="0" y="105925"/>
                    <a:pt x="149129" y="0"/>
                    <a:pt x="333088" y="0"/>
                  </a:cubicBezTo>
                  <a:cubicBezTo>
                    <a:pt x="517048" y="0"/>
                    <a:pt x="666177" y="105925"/>
                    <a:pt x="666177" y="236589"/>
                  </a:cubicBezTo>
                  <a:close/>
                </a:path>
              </a:pathLst>
            </a:custGeom>
            <a:solidFill>
              <a:srgbClr val="FFFFFF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63" name="子陵职场PPT33-12"/>
            <p:cNvSpPr/>
            <p:nvPr/>
          </p:nvSpPr>
          <p:spPr>
            <a:xfrm rot="-5230200">
              <a:off x="-875974" y="3212996"/>
              <a:ext cx="480344" cy="341090"/>
            </a:xfrm>
            <a:custGeom>
              <a:avLst/>
              <a:gdLst>
                <a:gd name="connsiteX0" fmla="*/ 480345 w 480344"/>
                <a:gd name="connsiteY0" fmla="*/ 170545 h 341090"/>
                <a:gd name="connsiteX1" fmla="*/ 240172 w 480344"/>
                <a:gd name="connsiteY1" fmla="*/ 341090 h 341090"/>
                <a:gd name="connsiteX2" fmla="*/ 0 w 480344"/>
                <a:gd name="connsiteY2" fmla="*/ 170545 h 341090"/>
                <a:gd name="connsiteX3" fmla="*/ 240172 w 480344"/>
                <a:gd name="connsiteY3" fmla="*/ 0 h 341090"/>
                <a:gd name="connsiteX4" fmla="*/ 480345 w 480344"/>
                <a:gd name="connsiteY4" fmla="*/ 170545 h 341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344" h="341090">
                  <a:moveTo>
                    <a:pt x="480345" y="170545"/>
                  </a:moveTo>
                  <a:cubicBezTo>
                    <a:pt x="480345" y="264734"/>
                    <a:pt x="372816" y="341090"/>
                    <a:pt x="240172" y="341090"/>
                  </a:cubicBezTo>
                  <a:cubicBezTo>
                    <a:pt x="107529" y="341090"/>
                    <a:pt x="0" y="264734"/>
                    <a:pt x="0" y="170545"/>
                  </a:cubicBezTo>
                  <a:cubicBezTo>
                    <a:pt x="0" y="76356"/>
                    <a:pt x="107529" y="0"/>
                    <a:pt x="240172" y="0"/>
                  </a:cubicBezTo>
                  <a:cubicBezTo>
                    <a:pt x="372816" y="0"/>
                    <a:pt x="480345" y="76356"/>
                    <a:pt x="480345" y="170545"/>
                  </a:cubicBezTo>
                  <a:close/>
                </a:path>
              </a:pathLst>
            </a:custGeom>
            <a:solidFill>
              <a:schemeClr val="accent2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64" name="子陵职场PPT33-13"/>
            <p:cNvSpPr/>
            <p:nvPr/>
          </p:nvSpPr>
          <p:spPr>
            <a:xfrm rot="-5230200">
              <a:off x="-782023" y="3279717"/>
              <a:ext cx="292442" cy="207647"/>
            </a:xfrm>
            <a:custGeom>
              <a:avLst/>
              <a:gdLst>
                <a:gd name="connsiteX0" fmla="*/ 292443 w 292442"/>
                <a:gd name="connsiteY0" fmla="*/ 103824 h 207647"/>
                <a:gd name="connsiteX1" fmla="*/ 146221 w 292442"/>
                <a:gd name="connsiteY1" fmla="*/ 207648 h 207647"/>
                <a:gd name="connsiteX2" fmla="*/ 0 w 292442"/>
                <a:gd name="connsiteY2" fmla="*/ 103824 h 207647"/>
                <a:gd name="connsiteX3" fmla="*/ 146221 w 292442"/>
                <a:gd name="connsiteY3" fmla="*/ 0 h 207647"/>
                <a:gd name="connsiteX4" fmla="*/ 292443 w 292442"/>
                <a:gd name="connsiteY4" fmla="*/ 103824 h 20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442" h="207647">
                  <a:moveTo>
                    <a:pt x="292443" y="103824"/>
                  </a:moveTo>
                  <a:cubicBezTo>
                    <a:pt x="292443" y="161164"/>
                    <a:pt x="226977" y="207648"/>
                    <a:pt x="146221" y="207648"/>
                  </a:cubicBezTo>
                  <a:cubicBezTo>
                    <a:pt x="65465" y="207648"/>
                    <a:pt x="0" y="161164"/>
                    <a:pt x="0" y="103824"/>
                  </a:cubicBezTo>
                  <a:cubicBezTo>
                    <a:pt x="0" y="46484"/>
                    <a:pt x="65465" y="0"/>
                    <a:pt x="146221" y="0"/>
                  </a:cubicBezTo>
                  <a:cubicBezTo>
                    <a:pt x="226977" y="0"/>
                    <a:pt x="292443" y="46484"/>
                    <a:pt x="292443" y="103824"/>
                  </a:cubicBezTo>
                  <a:close/>
                </a:path>
              </a:pathLst>
            </a:custGeom>
            <a:solidFill>
              <a:srgbClr val="FFFFFF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65" name="子陵职场PPT33-14"/>
            <p:cNvSpPr/>
            <p:nvPr/>
          </p:nvSpPr>
          <p:spPr>
            <a:xfrm>
              <a:off x="-682094" y="3318642"/>
              <a:ext cx="92552" cy="130109"/>
            </a:xfrm>
            <a:custGeom>
              <a:avLst/>
              <a:gdLst>
                <a:gd name="connsiteX0" fmla="*/ 92333 w 92552"/>
                <a:gd name="connsiteY0" fmla="*/ 56621 h 130109"/>
                <a:gd name="connsiteX1" fmla="*/ 50692 w 92552"/>
                <a:gd name="connsiteY1" fmla="*/ 129552 h 130109"/>
                <a:gd name="connsiteX2" fmla="*/ 213 w 92552"/>
                <a:gd name="connsiteY2" fmla="*/ 73540 h 130109"/>
                <a:gd name="connsiteX3" fmla="*/ 41814 w 92552"/>
                <a:gd name="connsiteY3" fmla="*/ 568 h 130109"/>
                <a:gd name="connsiteX4" fmla="*/ 92333 w 92552"/>
                <a:gd name="connsiteY4" fmla="*/ 56621 h 130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52" h="130109">
                  <a:moveTo>
                    <a:pt x="92333" y="56621"/>
                  </a:moveTo>
                  <a:cubicBezTo>
                    <a:pt x="94801" y="92449"/>
                    <a:pt x="76170" y="124894"/>
                    <a:pt x="50692" y="129552"/>
                  </a:cubicBezTo>
                  <a:cubicBezTo>
                    <a:pt x="25214" y="134210"/>
                    <a:pt x="2642" y="109169"/>
                    <a:pt x="213" y="73540"/>
                  </a:cubicBezTo>
                  <a:cubicBezTo>
                    <a:pt x="-2215" y="37910"/>
                    <a:pt x="16376" y="5266"/>
                    <a:pt x="41814" y="568"/>
                  </a:cubicBezTo>
                  <a:cubicBezTo>
                    <a:pt x="67253" y="-4129"/>
                    <a:pt x="89865" y="20792"/>
                    <a:pt x="92333" y="56621"/>
                  </a:cubicBezTo>
                  <a:close/>
                </a:path>
              </a:pathLst>
            </a:custGeom>
            <a:solidFill>
              <a:schemeClr val="accent2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66" name="子陵职场PPT33-15"/>
            <p:cNvSpPr/>
            <p:nvPr/>
          </p:nvSpPr>
          <p:spPr>
            <a:xfrm rot="16369800">
              <a:off x="-1047732" y="3068019"/>
              <a:ext cx="853998" cy="606541"/>
            </a:xfrm>
            <a:custGeom>
              <a:avLst/>
              <a:gdLst>
                <a:gd name="connsiteX0" fmla="*/ 853999 w 853998"/>
                <a:gd name="connsiteY0" fmla="*/ 303271 h 606541"/>
                <a:gd name="connsiteX1" fmla="*/ 426999 w 853998"/>
                <a:gd name="connsiteY1" fmla="*/ 606542 h 606541"/>
                <a:gd name="connsiteX2" fmla="*/ 0 w 853998"/>
                <a:gd name="connsiteY2" fmla="*/ 303271 h 606541"/>
                <a:gd name="connsiteX3" fmla="*/ 426999 w 853998"/>
                <a:gd name="connsiteY3" fmla="*/ 0 h 606541"/>
                <a:gd name="connsiteX4" fmla="*/ 853999 w 853998"/>
                <a:gd name="connsiteY4" fmla="*/ 303271 h 60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3998" h="606541">
                  <a:moveTo>
                    <a:pt x="853999" y="303271"/>
                  </a:moveTo>
                  <a:cubicBezTo>
                    <a:pt x="853999" y="470763"/>
                    <a:pt x="662825" y="606542"/>
                    <a:pt x="426999" y="606542"/>
                  </a:cubicBezTo>
                  <a:cubicBezTo>
                    <a:pt x="191174" y="606542"/>
                    <a:pt x="0" y="470763"/>
                    <a:pt x="0" y="303271"/>
                  </a:cubicBezTo>
                  <a:cubicBezTo>
                    <a:pt x="0" y="135779"/>
                    <a:pt x="191174" y="0"/>
                    <a:pt x="426999" y="0"/>
                  </a:cubicBezTo>
                  <a:cubicBezTo>
                    <a:pt x="662825" y="0"/>
                    <a:pt x="853999" y="135779"/>
                    <a:pt x="853999" y="303271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40000"/>
              </a:schemeClr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grpSp>
        <p:nvGrpSpPr>
          <p:cNvPr id="267" name="子陵职场PPT34"/>
          <p:cNvGrpSpPr/>
          <p:nvPr/>
        </p:nvGrpSpPr>
        <p:grpSpPr>
          <a:xfrm>
            <a:off x="9876337" y="5077266"/>
            <a:ext cx="633286" cy="1266065"/>
            <a:chOff x="-1114437" y="3888431"/>
            <a:chExt cx="340276" cy="669500"/>
          </a:xfrm>
        </p:grpSpPr>
        <p:sp>
          <p:nvSpPr>
            <p:cNvPr id="268" name="子陵职场PPT34-1"/>
            <p:cNvSpPr/>
            <p:nvPr/>
          </p:nvSpPr>
          <p:spPr>
            <a:xfrm>
              <a:off x="-989767" y="3888431"/>
              <a:ext cx="68835" cy="538364"/>
            </a:xfrm>
            <a:custGeom>
              <a:avLst/>
              <a:gdLst>
                <a:gd name="connsiteX0" fmla="*/ 68072 w 68835"/>
                <a:gd name="connsiteY0" fmla="*/ 434305 h 538364"/>
                <a:gd name="connsiteX1" fmla="*/ 66639 w 68835"/>
                <a:gd name="connsiteY1" fmla="*/ 329963 h 538364"/>
                <a:gd name="connsiteX2" fmla="*/ 33955 w 68835"/>
                <a:gd name="connsiteY2" fmla="*/ 117379 h 538364"/>
                <a:gd name="connsiteX3" fmla="*/ 1908 w 68835"/>
                <a:gd name="connsiteY3" fmla="*/ 736 h 538364"/>
                <a:gd name="connsiteX4" fmla="*/ 37 w 68835"/>
                <a:gd name="connsiteY4" fmla="*/ 1095 h 538364"/>
                <a:gd name="connsiteX5" fmla="*/ 63733 w 68835"/>
                <a:gd name="connsiteY5" fmla="*/ 419416 h 538364"/>
                <a:gd name="connsiteX6" fmla="*/ 54815 w 68835"/>
                <a:gd name="connsiteY6" fmla="*/ 537332 h 538364"/>
                <a:gd name="connsiteX7" fmla="*/ 56686 w 68835"/>
                <a:gd name="connsiteY7" fmla="*/ 537730 h 538364"/>
                <a:gd name="connsiteX8" fmla="*/ 68072 w 68835"/>
                <a:gd name="connsiteY8" fmla="*/ 434305 h 53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835" h="538364">
                  <a:moveTo>
                    <a:pt x="68072" y="434305"/>
                  </a:moveTo>
                  <a:cubicBezTo>
                    <a:pt x="69445" y="399523"/>
                    <a:pt x="68967" y="364694"/>
                    <a:pt x="66639" y="329963"/>
                  </a:cubicBezTo>
                  <a:cubicBezTo>
                    <a:pt x="61510" y="258335"/>
                    <a:pt x="50580" y="187240"/>
                    <a:pt x="33955" y="117379"/>
                  </a:cubicBezTo>
                  <a:cubicBezTo>
                    <a:pt x="24839" y="78047"/>
                    <a:pt x="13612" y="39352"/>
                    <a:pt x="1908" y="736"/>
                  </a:cubicBezTo>
                  <a:cubicBezTo>
                    <a:pt x="1550" y="-458"/>
                    <a:pt x="-281" y="-100"/>
                    <a:pt x="37" y="1095"/>
                  </a:cubicBezTo>
                  <a:cubicBezTo>
                    <a:pt x="36184" y="137284"/>
                    <a:pt x="65882" y="277852"/>
                    <a:pt x="63733" y="419416"/>
                  </a:cubicBezTo>
                  <a:cubicBezTo>
                    <a:pt x="63175" y="459225"/>
                    <a:pt x="58597" y="497960"/>
                    <a:pt x="54815" y="537332"/>
                  </a:cubicBezTo>
                  <a:cubicBezTo>
                    <a:pt x="54815" y="538407"/>
                    <a:pt x="56447" y="538805"/>
                    <a:pt x="56686" y="537730"/>
                  </a:cubicBezTo>
                  <a:cubicBezTo>
                    <a:pt x="64250" y="504210"/>
                    <a:pt x="66679" y="468899"/>
                    <a:pt x="68072" y="434305"/>
                  </a:cubicBezTo>
                  <a:close/>
                </a:path>
              </a:pathLst>
            </a:custGeom>
            <a:solidFill>
              <a:schemeClr val="accent1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69" name="子陵职场PPT34-2"/>
            <p:cNvSpPr/>
            <p:nvPr/>
          </p:nvSpPr>
          <p:spPr>
            <a:xfrm>
              <a:off x="-1034075" y="3889685"/>
              <a:ext cx="108218" cy="398018"/>
            </a:xfrm>
            <a:custGeom>
              <a:avLst/>
              <a:gdLst>
                <a:gd name="connsiteX0" fmla="*/ 44345 w 108218"/>
                <a:gd name="connsiteY0" fmla="*/ 0 h 398018"/>
                <a:gd name="connsiteX1" fmla="*/ 1788 w 108218"/>
                <a:gd name="connsiteY1" fmla="*/ 171779 h 398018"/>
                <a:gd name="connsiteX2" fmla="*/ 39368 w 108218"/>
                <a:gd name="connsiteY2" fmla="*/ 211589 h 398018"/>
                <a:gd name="connsiteX3" fmla="*/ 29257 w 108218"/>
                <a:gd name="connsiteY3" fmla="*/ 304346 h 398018"/>
                <a:gd name="connsiteX4" fmla="*/ 108200 w 108218"/>
                <a:gd name="connsiteY4" fmla="*/ 398018 h 398018"/>
                <a:gd name="connsiteX5" fmla="*/ 44345 w 108218"/>
                <a:gd name="connsiteY5" fmla="*/ 0 h 398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8218" h="398018">
                  <a:moveTo>
                    <a:pt x="44345" y="0"/>
                  </a:moveTo>
                  <a:cubicBezTo>
                    <a:pt x="44345" y="0"/>
                    <a:pt x="-10473" y="139095"/>
                    <a:pt x="1788" y="171779"/>
                  </a:cubicBezTo>
                  <a:cubicBezTo>
                    <a:pt x="14049" y="204463"/>
                    <a:pt x="39368" y="211589"/>
                    <a:pt x="39368" y="211589"/>
                  </a:cubicBezTo>
                  <a:cubicBezTo>
                    <a:pt x="39368" y="211589"/>
                    <a:pt x="5849" y="259361"/>
                    <a:pt x="29257" y="304346"/>
                  </a:cubicBezTo>
                  <a:cubicBezTo>
                    <a:pt x="52665" y="349331"/>
                    <a:pt x="104895" y="347141"/>
                    <a:pt x="108200" y="398018"/>
                  </a:cubicBezTo>
                  <a:cubicBezTo>
                    <a:pt x="108200" y="397859"/>
                    <a:pt x="111106" y="185036"/>
                    <a:pt x="44345" y="0"/>
                  </a:cubicBezTo>
                  <a:close/>
                </a:path>
              </a:pathLst>
            </a:custGeom>
            <a:solidFill>
              <a:schemeClr val="accent1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70" name="子陵职场PPT34-3"/>
            <p:cNvSpPr/>
            <p:nvPr/>
          </p:nvSpPr>
          <p:spPr>
            <a:xfrm>
              <a:off x="-997560" y="3919038"/>
              <a:ext cx="68738" cy="317199"/>
            </a:xfrm>
            <a:custGeom>
              <a:avLst/>
              <a:gdLst>
                <a:gd name="connsiteX0" fmla="*/ 65753 w 68738"/>
                <a:gd name="connsiteY0" fmla="*/ 280646 h 317199"/>
                <a:gd name="connsiteX1" fmla="*/ 65753 w 68738"/>
                <a:gd name="connsiteY1" fmla="*/ 279889 h 317199"/>
                <a:gd name="connsiteX2" fmla="*/ 12607 w 68738"/>
                <a:gd name="connsiteY2" fmla="*/ 106 h 317199"/>
                <a:gd name="connsiteX3" fmla="*/ 12169 w 68738"/>
                <a:gd name="connsiteY3" fmla="*/ 106 h 317199"/>
                <a:gd name="connsiteX4" fmla="*/ 40952 w 68738"/>
                <a:gd name="connsiteY4" fmla="*/ 122800 h 317199"/>
                <a:gd name="connsiteX5" fmla="*/ 14797 w 68738"/>
                <a:gd name="connsiteY5" fmla="*/ 108229 h 317199"/>
                <a:gd name="connsiteX6" fmla="*/ 14797 w 68738"/>
                <a:gd name="connsiteY6" fmla="*/ 108508 h 317199"/>
                <a:gd name="connsiteX7" fmla="*/ 41788 w 68738"/>
                <a:gd name="connsiteY7" fmla="*/ 126542 h 317199"/>
                <a:gd name="connsiteX8" fmla="*/ 46445 w 68738"/>
                <a:gd name="connsiteY8" fmla="*/ 150746 h 317199"/>
                <a:gd name="connsiteX9" fmla="*/ 226 w 68738"/>
                <a:gd name="connsiteY9" fmla="*/ 123835 h 317199"/>
                <a:gd name="connsiteX10" fmla="*/ 226 w 68738"/>
                <a:gd name="connsiteY10" fmla="*/ 124193 h 317199"/>
                <a:gd name="connsiteX11" fmla="*/ 47560 w 68738"/>
                <a:gd name="connsiteY11" fmla="*/ 156041 h 317199"/>
                <a:gd name="connsiteX12" fmla="*/ 58548 w 68738"/>
                <a:gd name="connsiteY12" fmla="*/ 225509 h 317199"/>
                <a:gd name="connsiteX13" fmla="*/ 25864 w 68738"/>
                <a:gd name="connsiteY13" fmla="*/ 206798 h 317199"/>
                <a:gd name="connsiteX14" fmla="*/ 25665 w 68738"/>
                <a:gd name="connsiteY14" fmla="*/ 207396 h 317199"/>
                <a:gd name="connsiteX15" fmla="*/ 58786 w 68738"/>
                <a:gd name="connsiteY15" fmla="*/ 228614 h 317199"/>
                <a:gd name="connsiteX16" fmla="*/ 59025 w 68738"/>
                <a:gd name="connsiteY16" fmla="*/ 228614 h 317199"/>
                <a:gd name="connsiteX17" fmla="*/ 62091 w 68738"/>
                <a:gd name="connsiteY17" fmla="*/ 253137 h 317199"/>
                <a:gd name="connsiteX18" fmla="*/ 39200 w 68738"/>
                <a:gd name="connsiteY18" fmla="*/ 239323 h 317199"/>
                <a:gd name="connsiteX19" fmla="*/ 39200 w 68738"/>
                <a:gd name="connsiteY19" fmla="*/ 239681 h 317199"/>
                <a:gd name="connsiteX20" fmla="*/ 62130 w 68738"/>
                <a:gd name="connsiteY20" fmla="*/ 254889 h 317199"/>
                <a:gd name="connsiteX21" fmla="*/ 62449 w 68738"/>
                <a:gd name="connsiteY21" fmla="*/ 254889 h 317199"/>
                <a:gd name="connsiteX22" fmla="*/ 65036 w 68738"/>
                <a:gd name="connsiteY22" fmla="*/ 278297 h 317199"/>
                <a:gd name="connsiteX23" fmla="*/ 18578 w 68738"/>
                <a:gd name="connsiteY23" fmla="*/ 245095 h 317199"/>
                <a:gd name="connsiteX24" fmla="*/ 18200 w 68738"/>
                <a:gd name="connsiteY24" fmla="*/ 245275 h 317199"/>
                <a:gd name="connsiteX25" fmla="*/ 18379 w 68738"/>
                <a:gd name="connsiteY25" fmla="*/ 245653 h 317199"/>
                <a:gd name="connsiteX26" fmla="*/ 64161 w 68738"/>
                <a:gd name="connsiteY26" fmla="*/ 280924 h 317199"/>
                <a:gd name="connsiteX27" fmla="*/ 65315 w 68738"/>
                <a:gd name="connsiteY27" fmla="*/ 281283 h 317199"/>
                <a:gd name="connsiteX28" fmla="*/ 68460 w 68738"/>
                <a:gd name="connsiteY28" fmla="*/ 317111 h 317199"/>
                <a:gd name="connsiteX29" fmla="*/ 68739 w 68738"/>
                <a:gd name="connsiteY29" fmla="*/ 317111 h 317199"/>
                <a:gd name="connsiteX30" fmla="*/ 65753 w 68738"/>
                <a:gd name="connsiteY30" fmla="*/ 280646 h 317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8738" h="317199">
                  <a:moveTo>
                    <a:pt x="65753" y="280646"/>
                  </a:moveTo>
                  <a:cubicBezTo>
                    <a:pt x="65830" y="280399"/>
                    <a:pt x="65830" y="280136"/>
                    <a:pt x="65753" y="279889"/>
                  </a:cubicBezTo>
                  <a:cubicBezTo>
                    <a:pt x="58546" y="184935"/>
                    <a:pt x="40720" y="91089"/>
                    <a:pt x="12607" y="106"/>
                  </a:cubicBezTo>
                  <a:cubicBezTo>
                    <a:pt x="12607" y="-133"/>
                    <a:pt x="12089" y="106"/>
                    <a:pt x="12169" y="106"/>
                  </a:cubicBezTo>
                  <a:cubicBezTo>
                    <a:pt x="22997" y="40792"/>
                    <a:pt x="32591" y="81690"/>
                    <a:pt x="40952" y="122800"/>
                  </a:cubicBezTo>
                  <a:cubicBezTo>
                    <a:pt x="33591" y="115829"/>
                    <a:pt x="24598" y="110819"/>
                    <a:pt x="14797" y="108229"/>
                  </a:cubicBezTo>
                  <a:cubicBezTo>
                    <a:pt x="14598" y="108229"/>
                    <a:pt x="14518" y="108428"/>
                    <a:pt x="14797" y="108508"/>
                  </a:cubicBezTo>
                  <a:cubicBezTo>
                    <a:pt x="25101" y="112286"/>
                    <a:pt x="34354" y="118468"/>
                    <a:pt x="41788" y="126542"/>
                  </a:cubicBezTo>
                  <a:cubicBezTo>
                    <a:pt x="43420" y="134504"/>
                    <a:pt x="44972" y="142466"/>
                    <a:pt x="46445" y="150746"/>
                  </a:cubicBezTo>
                  <a:cubicBezTo>
                    <a:pt x="34224" y="137052"/>
                    <a:pt x="17225" y="130284"/>
                    <a:pt x="226" y="123835"/>
                  </a:cubicBezTo>
                  <a:cubicBezTo>
                    <a:pt x="-13" y="123835"/>
                    <a:pt x="-132" y="124114"/>
                    <a:pt x="226" y="124193"/>
                  </a:cubicBezTo>
                  <a:cubicBezTo>
                    <a:pt x="17942" y="131399"/>
                    <a:pt x="35537" y="140674"/>
                    <a:pt x="47560" y="156041"/>
                  </a:cubicBezTo>
                  <a:cubicBezTo>
                    <a:pt x="51727" y="179131"/>
                    <a:pt x="55389" y="202287"/>
                    <a:pt x="58548" y="225509"/>
                  </a:cubicBezTo>
                  <a:cubicBezTo>
                    <a:pt x="49691" y="216243"/>
                    <a:pt x="38338" y="209744"/>
                    <a:pt x="25864" y="206798"/>
                  </a:cubicBezTo>
                  <a:cubicBezTo>
                    <a:pt x="25505" y="206798"/>
                    <a:pt x="25266" y="207276"/>
                    <a:pt x="25665" y="207396"/>
                  </a:cubicBezTo>
                  <a:cubicBezTo>
                    <a:pt x="38532" y="211100"/>
                    <a:pt x="50042" y="218474"/>
                    <a:pt x="58786" y="228614"/>
                  </a:cubicBezTo>
                  <a:lnTo>
                    <a:pt x="59025" y="228614"/>
                  </a:lnTo>
                  <a:cubicBezTo>
                    <a:pt x="60100" y="236775"/>
                    <a:pt x="61135" y="244976"/>
                    <a:pt x="62091" y="253137"/>
                  </a:cubicBezTo>
                  <a:cubicBezTo>
                    <a:pt x="55238" y="247351"/>
                    <a:pt x="47512" y="242689"/>
                    <a:pt x="39200" y="239323"/>
                  </a:cubicBezTo>
                  <a:cubicBezTo>
                    <a:pt x="39001" y="239323"/>
                    <a:pt x="38881" y="239602"/>
                    <a:pt x="39200" y="239681"/>
                  </a:cubicBezTo>
                  <a:cubicBezTo>
                    <a:pt x="47681" y="243358"/>
                    <a:pt x="55444" y="248507"/>
                    <a:pt x="62130" y="254889"/>
                  </a:cubicBezTo>
                  <a:cubicBezTo>
                    <a:pt x="62233" y="254925"/>
                    <a:pt x="62346" y="254925"/>
                    <a:pt x="62449" y="254889"/>
                  </a:cubicBezTo>
                  <a:cubicBezTo>
                    <a:pt x="63325" y="262851"/>
                    <a:pt x="64240" y="270494"/>
                    <a:pt x="65036" y="278297"/>
                  </a:cubicBezTo>
                  <a:cubicBezTo>
                    <a:pt x="52696" y="263384"/>
                    <a:pt x="36685" y="251941"/>
                    <a:pt x="18578" y="245095"/>
                  </a:cubicBezTo>
                  <a:cubicBezTo>
                    <a:pt x="18424" y="245041"/>
                    <a:pt x="18255" y="245121"/>
                    <a:pt x="18200" y="245275"/>
                  </a:cubicBezTo>
                  <a:cubicBezTo>
                    <a:pt x="18145" y="245429"/>
                    <a:pt x="18225" y="245598"/>
                    <a:pt x="18379" y="245653"/>
                  </a:cubicBezTo>
                  <a:cubicBezTo>
                    <a:pt x="36258" y="253551"/>
                    <a:pt x="51964" y="265652"/>
                    <a:pt x="64161" y="280924"/>
                  </a:cubicBezTo>
                  <a:cubicBezTo>
                    <a:pt x="64435" y="281269"/>
                    <a:pt x="64893" y="281411"/>
                    <a:pt x="65315" y="281283"/>
                  </a:cubicBezTo>
                  <a:cubicBezTo>
                    <a:pt x="66509" y="293225"/>
                    <a:pt x="67584" y="305168"/>
                    <a:pt x="68460" y="317111"/>
                  </a:cubicBezTo>
                  <a:cubicBezTo>
                    <a:pt x="68460" y="317111"/>
                    <a:pt x="68739" y="317310"/>
                    <a:pt x="68739" y="317111"/>
                  </a:cubicBezTo>
                  <a:cubicBezTo>
                    <a:pt x="67584" y="305208"/>
                    <a:pt x="66947" y="292907"/>
                    <a:pt x="65753" y="280646"/>
                  </a:cubicBez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71" name="子陵职场PPT34-4"/>
            <p:cNvSpPr/>
            <p:nvPr/>
          </p:nvSpPr>
          <p:spPr>
            <a:xfrm>
              <a:off x="-1008958" y="4003302"/>
              <a:ext cx="33295" cy="11063"/>
            </a:xfrm>
            <a:custGeom>
              <a:avLst/>
              <a:gdLst>
                <a:gd name="connsiteX0" fmla="*/ 33122 w 33295"/>
                <a:gd name="connsiteY0" fmla="*/ 10271 h 11063"/>
                <a:gd name="connsiteX1" fmla="*/ 199 w 33295"/>
                <a:gd name="connsiteY1" fmla="*/ 0 h 11063"/>
                <a:gd name="connsiteX2" fmla="*/ 0 w 33295"/>
                <a:gd name="connsiteY2" fmla="*/ 199 h 11063"/>
                <a:gd name="connsiteX3" fmla="*/ 199 w 33295"/>
                <a:gd name="connsiteY3" fmla="*/ 398 h 11063"/>
                <a:gd name="connsiteX4" fmla="*/ 32763 w 33295"/>
                <a:gd name="connsiteY4" fmla="*/ 11027 h 11063"/>
                <a:gd name="connsiteX5" fmla="*/ 33122 w 33295"/>
                <a:gd name="connsiteY5" fmla="*/ 10271 h 1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295" h="11063">
                  <a:moveTo>
                    <a:pt x="33122" y="10271"/>
                  </a:moveTo>
                  <a:cubicBezTo>
                    <a:pt x="23200" y="4102"/>
                    <a:pt x="11868" y="567"/>
                    <a:pt x="199" y="0"/>
                  </a:cubicBezTo>
                  <a:cubicBezTo>
                    <a:pt x="89" y="0"/>
                    <a:pt x="0" y="89"/>
                    <a:pt x="0" y="199"/>
                  </a:cubicBezTo>
                  <a:cubicBezTo>
                    <a:pt x="0" y="309"/>
                    <a:pt x="89" y="398"/>
                    <a:pt x="199" y="398"/>
                  </a:cubicBezTo>
                  <a:cubicBezTo>
                    <a:pt x="11469" y="2514"/>
                    <a:pt x="22415" y="6087"/>
                    <a:pt x="32763" y="11027"/>
                  </a:cubicBezTo>
                  <a:cubicBezTo>
                    <a:pt x="33161" y="11226"/>
                    <a:pt x="33520" y="10550"/>
                    <a:pt x="33122" y="10271"/>
                  </a:cubicBez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72" name="子陵职场PPT34-5"/>
            <p:cNvSpPr/>
            <p:nvPr/>
          </p:nvSpPr>
          <p:spPr>
            <a:xfrm>
              <a:off x="-994149" y="4152349"/>
              <a:ext cx="25101" cy="9065"/>
            </a:xfrm>
            <a:custGeom>
              <a:avLst/>
              <a:gdLst>
                <a:gd name="connsiteX0" fmla="*/ 24961 w 25101"/>
                <a:gd name="connsiteY0" fmla="*/ 8479 h 9065"/>
                <a:gd name="connsiteX1" fmla="*/ 239 w 25101"/>
                <a:gd name="connsiteY1" fmla="*/ 0 h 9065"/>
                <a:gd name="connsiteX2" fmla="*/ 239 w 25101"/>
                <a:gd name="connsiteY2" fmla="*/ 478 h 9065"/>
                <a:gd name="connsiteX3" fmla="*/ 24682 w 25101"/>
                <a:gd name="connsiteY3" fmla="*/ 9037 h 9065"/>
                <a:gd name="connsiteX4" fmla="*/ 24961 w 25101"/>
                <a:gd name="connsiteY4" fmla="*/ 8479 h 9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01" h="9065">
                  <a:moveTo>
                    <a:pt x="24961" y="8479"/>
                  </a:moveTo>
                  <a:cubicBezTo>
                    <a:pt x="17334" y="4107"/>
                    <a:pt x="8944" y="1229"/>
                    <a:pt x="239" y="0"/>
                  </a:cubicBezTo>
                  <a:cubicBezTo>
                    <a:pt x="-80" y="0"/>
                    <a:pt x="-80" y="438"/>
                    <a:pt x="239" y="478"/>
                  </a:cubicBezTo>
                  <a:cubicBezTo>
                    <a:pt x="8746" y="2176"/>
                    <a:pt x="16974" y="5057"/>
                    <a:pt x="24682" y="9037"/>
                  </a:cubicBezTo>
                  <a:cubicBezTo>
                    <a:pt x="25001" y="9196"/>
                    <a:pt x="25279" y="8639"/>
                    <a:pt x="24961" y="8479"/>
                  </a:cubicBez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73" name="子陵职场PPT34-6"/>
            <p:cNvSpPr/>
            <p:nvPr/>
          </p:nvSpPr>
          <p:spPr>
            <a:xfrm>
              <a:off x="-918768" y="4063462"/>
              <a:ext cx="143276" cy="413772"/>
            </a:xfrm>
            <a:custGeom>
              <a:avLst/>
              <a:gdLst>
                <a:gd name="connsiteX0" fmla="*/ 141104 w 143276"/>
                <a:gd name="connsiteY0" fmla="*/ 271 h 413772"/>
                <a:gd name="connsiteX1" fmla="*/ 77687 w 143276"/>
                <a:gd name="connsiteY1" fmla="*/ 55686 h 413772"/>
                <a:gd name="connsiteX2" fmla="*/ 33220 w 143276"/>
                <a:gd name="connsiteY2" fmla="*/ 131126 h 413772"/>
                <a:gd name="connsiteX3" fmla="*/ 98 w 143276"/>
                <a:gd name="connsiteY3" fmla="*/ 311544 h 413772"/>
                <a:gd name="connsiteX4" fmla="*/ 9852 w 143276"/>
                <a:gd name="connsiteY4" fmla="*/ 412979 h 413772"/>
                <a:gd name="connsiteX5" fmla="*/ 10986 w 143276"/>
                <a:gd name="connsiteY5" fmla="*/ 413755 h 413772"/>
                <a:gd name="connsiteX6" fmla="*/ 11762 w 143276"/>
                <a:gd name="connsiteY6" fmla="*/ 412621 h 413772"/>
                <a:gd name="connsiteX7" fmla="*/ 12758 w 143276"/>
                <a:gd name="connsiteY7" fmla="*/ 235308 h 413772"/>
                <a:gd name="connsiteX8" fmla="*/ 73507 w 143276"/>
                <a:gd name="connsiteY8" fmla="*/ 68385 h 413772"/>
                <a:gd name="connsiteX9" fmla="*/ 142816 w 143276"/>
                <a:gd name="connsiteY9" fmla="*/ 2222 h 413772"/>
                <a:gd name="connsiteX10" fmla="*/ 141104 w 143276"/>
                <a:gd name="connsiteY10" fmla="*/ 271 h 41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276" h="413772">
                  <a:moveTo>
                    <a:pt x="141104" y="271"/>
                  </a:moveTo>
                  <a:cubicBezTo>
                    <a:pt x="117945" y="16294"/>
                    <a:pt x="96671" y="34884"/>
                    <a:pt x="77687" y="55686"/>
                  </a:cubicBezTo>
                  <a:cubicBezTo>
                    <a:pt x="58131" y="77724"/>
                    <a:pt x="43030" y="103343"/>
                    <a:pt x="33220" y="131126"/>
                  </a:cubicBezTo>
                  <a:cubicBezTo>
                    <a:pt x="12404" y="189054"/>
                    <a:pt x="1215" y="249999"/>
                    <a:pt x="98" y="311544"/>
                  </a:cubicBezTo>
                  <a:cubicBezTo>
                    <a:pt x="-625" y="345620"/>
                    <a:pt x="2649" y="379664"/>
                    <a:pt x="9852" y="412979"/>
                  </a:cubicBezTo>
                  <a:cubicBezTo>
                    <a:pt x="9950" y="413507"/>
                    <a:pt x="10458" y="413854"/>
                    <a:pt x="10986" y="413755"/>
                  </a:cubicBezTo>
                  <a:cubicBezTo>
                    <a:pt x="11514" y="413656"/>
                    <a:pt x="11861" y="413148"/>
                    <a:pt x="11762" y="412621"/>
                  </a:cubicBezTo>
                  <a:cubicBezTo>
                    <a:pt x="2797" y="353830"/>
                    <a:pt x="3133" y="293995"/>
                    <a:pt x="12758" y="235308"/>
                  </a:cubicBezTo>
                  <a:cubicBezTo>
                    <a:pt x="22153" y="177743"/>
                    <a:pt x="36962" y="115162"/>
                    <a:pt x="73507" y="68385"/>
                  </a:cubicBezTo>
                  <a:cubicBezTo>
                    <a:pt x="93412" y="42947"/>
                    <a:pt x="118253" y="22923"/>
                    <a:pt x="142816" y="2222"/>
                  </a:cubicBezTo>
                  <a:cubicBezTo>
                    <a:pt x="144090" y="1107"/>
                    <a:pt x="142458" y="-684"/>
                    <a:pt x="141104" y="271"/>
                  </a:cubicBezTo>
                  <a:close/>
                </a:path>
              </a:pathLst>
            </a:custGeom>
            <a:solidFill>
              <a:schemeClr val="accent2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74" name="子陵职场PPT34-7"/>
            <p:cNvSpPr/>
            <p:nvPr/>
          </p:nvSpPr>
          <p:spPr>
            <a:xfrm>
              <a:off x="-910708" y="4060747"/>
              <a:ext cx="136547" cy="272816"/>
            </a:xfrm>
            <a:custGeom>
              <a:avLst/>
              <a:gdLst>
                <a:gd name="connsiteX0" fmla="*/ 0 w 136547"/>
                <a:gd name="connsiteY0" fmla="*/ 272816 h 272816"/>
                <a:gd name="connsiteX1" fmla="*/ 46259 w 136547"/>
                <a:gd name="connsiteY1" fmla="*/ 213739 h 272816"/>
                <a:gd name="connsiteX2" fmla="*/ 100321 w 136547"/>
                <a:gd name="connsiteY2" fmla="*/ 148729 h 272816"/>
                <a:gd name="connsiteX3" fmla="*/ 72852 w 136547"/>
                <a:gd name="connsiteY3" fmla="*/ 117240 h 272816"/>
                <a:gd name="connsiteX4" fmla="*/ 121141 w 136547"/>
                <a:gd name="connsiteY4" fmla="*/ 108123 h 272816"/>
                <a:gd name="connsiteX5" fmla="*/ 136547 w 136547"/>
                <a:gd name="connsiteY5" fmla="*/ 0 h 272816"/>
                <a:gd name="connsiteX6" fmla="*/ 35471 w 136547"/>
                <a:gd name="connsiteY6" fmla="*/ 118354 h 272816"/>
                <a:gd name="connsiteX7" fmla="*/ 0 w 136547"/>
                <a:gd name="connsiteY7" fmla="*/ 272816 h 272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547" h="272816">
                  <a:moveTo>
                    <a:pt x="0" y="272816"/>
                  </a:moveTo>
                  <a:cubicBezTo>
                    <a:pt x="13197" y="251480"/>
                    <a:pt x="28711" y="231668"/>
                    <a:pt x="46259" y="213739"/>
                  </a:cubicBezTo>
                  <a:cubicBezTo>
                    <a:pt x="73648" y="186310"/>
                    <a:pt x="96738" y="166843"/>
                    <a:pt x="100321" y="148729"/>
                  </a:cubicBezTo>
                  <a:cubicBezTo>
                    <a:pt x="103904" y="130616"/>
                    <a:pt x="72852" y="117240"/>
                    <a:pt x="72852" y="117240"/>
                  </a:cubicBezTo>
                  <a:cubicBezTo>
                    <a:pt x="72852" y="117240"/>
                    <a:pt x="110791" y="124047"/>
                    <a:pt x="121141" y="108123"/>
                  </a:cubicBezTo>
                  <a:cubicBezTo>
                    <a:pt x="131492" y="92199"/>
                    <a:pt x="136547" y="0"/>
                    <a:pt x="136547" y="0"/>
                  </a:cubicBezTo>
                  <a:cubicBezTo>
                    <a:pt x="136547" y="0"/>
                    <a:pt x="67677" y="49285"/>
                    <a:pt x="35471" y="118354"/>
                  </a:cubicBezTo>
                  <a:cubicBezTo>
                    <a:pt x="3264" y="187424"/>
                    <a:pt x="0" y="272816"/>
                    <a:pt x="0" y="272816"/>
                  </a:cubicBezTo>
                  <a:close/>
                </a:path>
              </a:pathLst>
            </a:custGeom>
            <a:solidFill>
              <a:schemeClr val="accent2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75" name="子陵职场PPT34-8"/>
            <p:cNvSpPr/>
            <p:nvPr/>
          </p:nvSpPr>
          <p:spPr>
            <a:xfrm>
              <a:off x="-910827" y="4084124"/>
              <a:ext cx="113661" cy="230415"/>
            </a:xfrm>
            <a:custGeom>
              <a:avLst/>
              <a:gdLst>
                <a:gd name="connsiteX0" fmla="*/ 112861 w 113661"/>
                <a:gd name="connsiteY0" fmla="*/ 271 h 230415"/>
                <a:gd name="connsiteX1" fmla="*/ 37501 w 113661"/>
                <a:gd name="connsiteY1" fmla="*/ 96650 h 230415"/>
                <a:gd name="connsiteX2" fmla="*/ 22254 w 113661"/>
                <a:gd name="connsiteY2" fmla="*/ 136460 h 230415"/>
                <a:gd name="connsiteX3" fmla="*/ 22254 w 113661"/>
                <a:gd name="connsiteY3" fmla="*/ 136460 h 230415"/>
                <a:gd name="connsiteX4" fmla="*/ 19626 w 113661"/>
                <a:gd name="connsiteY4" fmla="*/ 144661 h 230415"/>
                <a:gd name="connsiteX5" fmla="*/ 19626 w 113661"/>
                <a:gd name="connsiteY5" fmla="*/ 145098 h 230415"/>
                <a:gd name="connsiteX6" fmla="*/ 0 w 113661"/>
                <a:gd name="connsiteY6" fmla="*/ 230291 h 230415"/>
                <a:gd name="connsiteX7" fmla="*/ 318 w 113661"/>
                <a:gd name="connsiteY7" fmla="*/ 230291 h 230415"/>
                <a:gd name="connsiteX8" fmla="*/ 10231 w 113661"/>
                <a:gd name="connsiteY8" fmla="*/ 186899 h 230415"/>
                <a:gd name="connsiteX9" fmla="*/ 10629 w 113661"/>
                <a:gd name="connsiteY9" fmla="*/ 186899 h 230415"/>
                <a:gd name="connsiteX10" fmla="*/ 28743 w 113661"/>
                <a:gd name="connsiteY10" fmla="*/ 182281 h 230415"/>
                <a:gd name="connsiteX11" fmla="*/ 28743 w 113661"/>
                <a:gd name="connsiteY11" fmla="*/ 181564 h 230415"/>
                <a:gd name="connsiteX12" fmla="*/ 10828 w 113661"/>
                <a:gd name="connsiteY12" fmla="*/ 184829 h 230415"/>
                <a:gd name="connsiteX13" fmla="*/ 21895 w 113661"/>
                <a:gd name="connsiteY13" fmla="*/ 145895 h 230415"/>
                <a:gd name="connsiteX14" fmla="*/ 62820 w 113661"/>
                <a:gd name="connsiteY14" fmla="*/ 140560 h 230415"/>
                <a:gd name="connsiteX15" fmla="*/ 62820 w 113661"/>
                <a:gd name="connsiteY15" fmla="*/ 140321 h 230415"/>
                <a:gd name="connsiteX16" fmla="*/ 22612 w 113661"/>
                <a:gd name="connsiteY16" fmla="*/ 143745 h 230415"/>
                <a:gd name="connsiteX17" fmla="*/ 24802 w 113661"/>
                <a:gd name="connsiteY17" fmla="*/ 137176 h 230415"/>
                <a:gd name="connsiteX18" fmla="*/ 52031 w 113661"/>
                <a:gd name="connsiteY18" fmla="*/ 132558 h 230415"/>
                <a:gd name="connsiteX19" fmla="*/ 52031 w 113661"/>
                <a:gd name="connsiteY19" fmla="*/ 132240 h 230415"/>
                <a:gd name="connsiteX20" fmla="*/ 25359 w 113661"/>
                <a:gd name="connsiteY20" fmla="*/ 135504 h 230415"/>
                <a:gd name="connsiteX21" fmla="*/ 37700 w 113661"/>
                <a:gd name="connsiteY21" fmla="*/ 102781 h 230415"/>
                <a:gd name="connsiteX22" fmla="*/ 50718 w 113661"/>
                <a:gd name="connsiteY22" fmla="*/ 77462 h 230415"/>
                <a:gd name="connsiteX23" fmla="*/ 72812 w 113661"/>
                <a:gd name="connsiteY23" fmla="*/ 73481 h 230415"/>
                <a:gd name="connsiteX24" fmla="*/ 72812 w 113661"/>
                <a:gd name="connsiteY24" fmla="*/ 73122 h 230415"/>
                <a:gd name="connsiteX25" fmla="*/ 51872 w 113661"/>
                <a:gd name="connsiteY25" fmla="*/ 75392 h 230415"/>
                <a:gd name="connsiteX26" fmla="*/ 63377 w 113661"/>
                <a:gd name="connsiteY26" fmla="*/ 58234 h 230415"/>
                <a:gd name="connsiteX27" fmla="*/ 63377 w 113661"/>
                <a:gd name="connsiteY27" fmla="*/ 58234 h 230415"/>
                <a:gd name="connsiteX28" fmla="*/ 110393 w 113661"/>
                <a:gd name="connsiteY28" fmla="*/ 54611 h 230415"/>
                <a:gd name="connsiteX29" fmla="*/ 110393 w 113661"/>
                <a:gd name="connsiteY29" fmla="*/ 54133 h 230415"/>
                <a:gd name="connsiteX30" fmla="*/ 65368 w 113661"/>
                <a:gd name="connsiteY30" fmla="*/ 55407 h 230415"/>
                <a:gd name="connsiteX31" fmla="*/ 70384 w 113661"/>
                <a:gd name="connsiteY31" fmla="*/ 48958 h 230415"/>
                <a:gd name="connsiteX32" fmla="*/ 99286 w 113661"/>
                <a:gd name="connsiteY32" fmla="*/ 44419 h 230415"/>
                <a:gd name="connsiteX33" fmla="*/ 99286 w 113661"/>
                <a:gd name="connsiteY33" fmla="*/ 44101 h 230415"/>
                <a:gd name="connsiteX34" fmla="*/ 72334 w 113661"/>
                <a:gd name="connsiteY34" fmla="*/ 46490 h 230415"/>
                <a:gd name="connsiteX35" fmla="*/ 113219 w 113661"/>
                <a:gd name="connsiteY35" fmla="*/ 868 h 230415"/>
                <a:gd name="connsiteX36" fmla="*/ 112861 w 113661"/>
                <a:gd name="connsiteY36" fmla="*/ 271 h 230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13661" h="230415">
                  <a:moveTo>
                    <a:pt x="112861" y="271"/>
                  </a:moveTo>
                  <a:cubicBezTo>
                    <a:pt x="83839" y="28814"/>
                    <a:pt x="54619" y="59189"/>
                    <a:pt x="37501" y="96650"/>
                  </a:cubicBezTo>
                  <a:cubicBezTo>
                    <a:pt x="31675" y="109623"/>
                    <a:pt x="26585" y="122914"/>
                    <a:pt x="22254" y="136460"/>
                  </a:cubicBezTo>
                  <a:lnTo>
                    <a:pt x="22254" y="136460"/>
                  </a:lnTo>
                  <a:cubicBezTo>
                    <a:pt x="21378" y="139167"/>
                    <a:pt x="20462" y="141914"/>
                    <a:pt x="19626" y="144661"/>
                  </a:cubicBezTo>
                  <a:cubicBezTo>
                    <a:pt x="19585" y="144804"/>
                    <a:pt x="19585" y="144955"/>
                    <a:pt x="19626" y="145098"/>
                  </a:cubicBezTo>
                  <a:cubicBezTo>
                    <a:pt x="11509" y="173110"/>
                    <a:pt x="4957" y="201552"/>
                    <a:pt x="0" y="230291"/>
                  </a:cubicBezTo>
                  <a:cubicBezTo>
                    <a:pt x="0" y="230291"/>
                    <a:pt x="279" y="230570"/>
                    <a:pt x="318" y="230291"/>
                  </a:cubicBezTo>
                  <a:cubicBezTo>
                    <a:pt x="3264" y="215920"/>
                    <a:pt x="6569" y="201389"/>
                    <a:pt x="10231" y="186899"/>
                  </a:cubicBezTo>
                  <a:lnTo>
                    <a:pt x="10629" y="186899"/>
                  </a:lnTo>
                  <a:cubicBezTo>
                    <a:pt x="16392" y="184433"/>
                    <a:pt x="22503" y="182875"/>
                    <a:pt x="28743" y="182281"/>
                  </a:cubicBezTo>
                  <a:cubicBezTo>
                    <a:pt x="29141" y="182281"/>
                    <a:pt x="29101" y="181524"/>
                    <a:pt x="28743" y="181564"/>
                  </a:cubicBezTo>
                  <a:cubicBezTo>
                    <a:pt x="22650" y="181829"/>
                    <a:pt x="16623" y="182928"/>
                    <a:pt x="10828" y="184829"/>
                  </a:cubicBezTo>
                  <a:cubicBezTo>
                    <a:pt x="14172" y="171771"/>
                    <a:pt x="17795" y="158753"/>
                    <a:pt x="21895" y="145895"/>
                  </a:cubicBezTo>
                  <a:cubicBezTo>
                    <a:pt x="35305" y="142650"/>
                    <a:pt x="49026" y="140862"/>
                    <a:pt x="62820" y="140560"/>
                  </a:cubicBezTo>
                  <a:cubicBezTo>
                    <a:pt x="62820" y="140560"/>
                    <a:pt x="62820" y="140361"/>
                    <a:pt x="62820" y="140321"/>
                  </a:cubicBezTo>
                  <a:cubicBezTo>
                    <a:pt x="49325" y="139704"/>
                    <a:pt x="35808" y="140855"/>
                    <a:pt x="22612" y="143745"/>
                  </a:cubicBezTo>
                  <a:cubicBezTo>
                    <a:pt x="23289" y="141555"/>
                    <a:pt x="24045" y="139366"/>
                    <a:pt x="24802" y="137176"/>
                  </a:cubicBezTo>
                  <a:cubicBezTo>
                    <a:pt x="33762" y="135019"/>
                    <a:pt x="42860" y="133476"/>
                    <a:pt x="52031" y="132558"/>
                  </a:cubicBezTo>
                  <a:lnTo>
                    <a:pt x="52031" y="132240"/>
                  </a:lnTo>
                  <a:cubicBezTo>
                    <a:pt x="43054" y="132431"/>
                    <a:pt x="34118" y="133524"/>
                    <a:pt x="25359" y="135504"/>
                  </a:cubicBezTo>
                  <a:cubicBezTo>
                    <a:pt x="29141" y="124397"/>
                    <a:pt x="33321" y="113450"/>
                    <a:pt x="37700" y="102781"/>
                  </a:cubicBezTo>
                  <a:cubicBezTo>
                    <a:pt x="41407" y="94031"/>
                    <a:pt x="45758" y="85568"/>
                    <a:pt x="50718" y="77462"/>
                  </a:cubicBezTo>
                  <a:cubicBezTo>
                    <a:pt x="57984" y="75637"/>
                    <a:pt x="65366" y="74307"/>
                    <a:pt x="72812" y="73481"/>
                  </a:cubicBezTo>
                  <a:cubicBezTo>
                    <a:pt x="73011" y="73481"/>
                    <a:pt x="73011" y="73122"/>
                    <a:pt x="72812" y="73122"/>
                  </a:cubicBezTo>
                  <a:cubicBezTo>
                    <a:pt x="65753" y="72640"/>
                    <a:pt x="58664" y="73408"/>
                    <a:pt x="51872" y="75392"/>
                  </a:cubicBezTo>
                  <a:cubicBezTo>
                    <a:pt x="55508" y="69553"/>
                    <a:pt x="59343" y="63834"/>
                    <a:pt x="63377" y="58234"/>
                  </a:cubicBezTo>
                  <a:lnTo>
                    <a:pt x="63377" y="58234"/>
                  </a:lnTo>
                  <a:cubicBezTo>
                    <a:pt x="78863" y="54810"/>
                    <a:pt x="94548" y="51625"/>
                    <a:pt x="110393" y="54611"/>
                  </a:cubicBezTo>
                  <a:cubicBezTo>
                    <a:pt x="110631" y="54611"/>
                    <a:pt x="110751" y="54173"/>
                    <a:pt x="110393" y="54133"/>
                  </a:cubicBezTo>
                  <a:cubicBezTo>
                    <a:pt x="95344" y="50152"/>
                    <a:pt x="80376" y="52461"/>
                    <a:pt x="65368" y="55407"/>
                  </a:cubicBezTo>
                  <a:cubicBezTo>
                    <a:pt x="66987" y="53231"/>
                    <a:pt x="68659" y="51081"/>
                    <a:pt x="70384" y="48958"/>
                  </a:cubicBezTo>
                  <a:cubicBezTo>
                    <a:pt x="79748" y="46056"/>
                    <a:pt x="89483" y="44528"/>
                    <a:pt x="99286" y="44419"/>
                  </a:cubicBezTo>
                  <a:cubicBezTo>
                    <a:pt x="99485" y="44420"/>
                    <a:pt x="99524" y="44101"/>
                    <a:pt x="99286" y="44101"/>
                  </a:cubicBezTo>
                  <a:cubicBezTo>
                    <a:pt x="90231" y="43255"/>
                    <a:pt x="81099" y="44065"/>
                    <a:pt x="72334" y="46490"/>
                  </a:cubicBezTo>
                  <a:cubicBezTo>
                    <a:pt x="85113" y="30566"/>
                    <a:pt x="99246" y="15637"/>
                    <a:pt x="113219" y="868"/>
                  </a:cubicBezTo>
                  <a:cubicBezTo>
                    <a:pt x="114055" y="-8"/>
                    <a:pt x="113577" y="-247"/>
                    <a:pt x="112861" y="271"/>
                  </a:cubicBez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76" name="子陵职场PPT34-9"/>
            <p:cNvSpPr/>
            <p:nvPr/>
          </p:nvSpPr>
          <p:spPr>
            <a:xfrm>
              <a:off x="-812833" y="4146603"/>
              <a:ext cx="14254" cy="1168"/>
            </a:xfrm>
            <a:custGeom>
              <a:avLst/>
              <a:gdLst>
                <a:gd name="connsiteX0" fmla="*/ 14110 w 14254"/>
                <a:gd name="connsiteY0" fmla="*/ 651 h 1168"/>
                <a:gd name="connsiteX1" fmla="*/ 376 w 14254"/>
                <a:gd name="connsiteY1" fmla="*/ 173 h 1168"/>
                <a:gd name="connsiteX2" fmla="*/ 20 w 14254"/>
                <a:gd name="connsiteY2" fmla="*/ 813 h 1168"/>
                <a:gd name="connsiteX3" fmla="*/ 376 w 14254"/>
                <a:gd name="connsiteY3" fmla="*/ 1168 h 1168"/>
                <a:gd name="connsiteX4" fmla="*/ 14030 w 14254"/>
                <a:gd name="connsiteY4" fmla="*/ 1168 h 1168"/>
                <a:gd name="connsiteX5" fmla="*/ 14249 w 14254"/>
                <a:gd name="connsiteY5" fmla="*/ 840 h 1168"/>
                <a:gd name="connsiteX6" fmla="*/ 14110 w 14254"/>
                <a:gd name="connsiteY6" fmla="*/ 650 h 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54" h="1168">
                  <a:moveTo>
                    <a:pt x="14110" y="651"/>
                  </a:moveTo>
                  <a:cubicBezTo>
                    <a:pt x="9563" y="-6"/>
                    <a:pt x="4957" y="-166"/>
                    <a:pt x="376" y="173"/>
                  </a:cubicBezTo>
                  <a:cubicBezTo>
                    <a:pt x="101" y="251"/>
                    <a:pt x="-58" y="538"/>
                    <a:pt x="20" y="813"/>
                  </a:cubicBezTo>
                  <a:cubicBezTo>
                    <a:pt x="69" y="985"/>
                    <a:pt x="204" y="1119"/>
                    <a:pt x="376" y="1168"/>
                  </a:cubicBezTo>
                  <a:cubicBezTo>
                    <a:pt x="4914" y="1168"/>
                    <a:pt x="9492" y="929"/>
                    <a:pt x="14030" y="1168"/>
                  </a:cubicBezTo>
                  <a:cubicBezTo>
                    <a:pt x="14181" y="1138"/>
                    <a:pt x="14279" y="991"/>
                    <a:pt x="14249" y="840"/>
                  </a:cubicBezTo>
                  <a:cubicBezTo>
                    <a:pt x="14233" y="760"/>
                    <a:pt x="14182" y="690"/>
                    <a:pt x="14110" y="650"/>
                  </a:cubicBez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77" name="子陵职场PPT34-10"/>
            <p:cNvSpPr/>
            <p:nvPr/>
          </p:nvSpPr>
          <p:spPr>
            <a:xfrm>
              <a:off x="-869664" y="4236706"/>
              <a:ext cx="21775" cy="4581"/>
            </a:xfrm>
            <a:custGeom>
              <a:avLst/>
              <a:gdLst>
                <a:gd name="connsiteX0" fmla="*/ 21258 w 21775"/>
                <a:gd name="connsiteY0" fmla="*/ 0 h 4581"/>
                <a:gd name="connsiteX1" fmla="*/ 0 w 21775"/>
                <a:gd name="connsiteY1" fmla="*/ 4260 h 4581"/>
                <a:gd name="connsiteX2" fmla="*/ 0 w 21775"/>
                <a:gd name="connsiteY2" fmla="*/ 4578 h 4581"/>
                <a:gd name="connsiteX3" fmla="*/ 21258 w 21775"/>
                <a:gd name="connsiteY3" fmla="*/ 1035 h 4581"/>
                <a:gd name="connsiteX4" fmla="*/ 21776 w 21775"/>
                <a:gd name="connsiteY4" fmla="*/ 518 h 4581"/>
                <a:gd name="connsiteX5" fmla="*/ 21258 w 21775"/>
                <a:gd name="connsiteY5" fmla="*/ 0 h 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75" h="4581">
                  <a:moveTo>
                    <a:pt x="21258" y="0"/>
                  </a:moveTo>
                  <a:cubicBezTo>
                    <a:pt x="13979" y="176"/>
                    <a:pt x="6785" y="1618"/>
                    <a:pt x="0" y="4260"/>
                  </a:cubicBezTo>
                  <a:cubicBezTo>
                    <a:pt x="0" y="4260"/>
                    <a:pt x="0" y="4618"/>
                    <a:pt x="0" y="4578"/>
                  </a:cubicBezTo>
                  <a:cubicBezTo>
                    <a:pt x="7046" y="2906"/>
                    <a:pt x="14132" y="2229"/>
                    <a:pt x="21258" y="1035"/>
                  </a:cubicBezTo>
                  <a:cubicBezTo>
                    <a:pt x="21544" y="1035"/>
                    <a:pt x="21776" y="803"/>
                    <a:pt x="21776" y="518"/>
                  </a:cubicBezTo>
                  <a:cubicBezTo>
                    <a:pt x="21776" y="232"/>
                    <a:pt x="21544" y="0"/>
                    <a:pt x="21258" y="0"/>
                  </a:cubicBez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78" name="子陵职场PPT34-11"/>
            <p:cNvSpPr/>
            <p:nvPr/>
          </p:nvSpPr>
          <p:spPr>
            <a:xfrm>
              <a:off x="-872540" y="4205811"/>
              <a:ext cx="9663" cy="1415"/>
            </a:xfrm>
            <a:custGeom>
              <a:avLst/>
              <a:gdLst>
                <a:gd name="connsiteX0" fmla="*/ 9246 w 9663"/>
                <a:gd name="connsiteY0" fmla="*/ 3 h 1415"/>
                <a:gd name="connsiteX1" fmla="*/ 209 w 9663"/>
                <a:gd name="connsiteY1" fmla="*/ 799 h 1415"/>
                <a:gd name="connsiteX2" fmla="*/ 209 w 9663"/>
                <a:gd name="connsiteY2" fmla="*/ 1356 h 1415"/>
                <a:gd name="connsiteX3" fmla="*/ 9246 w 9663"/>
                <a:gd name="connsiteY3" fmla="*/ 918 h 1415"/>
                <a:gd name="connsiteX4" fmla="*/ 9246 w 9663"/>
                <a:gd name="connsiteY4" fmla="*/ 3 h 1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63" h="1415">
                  <a:moveTo>
                    <a:pt x="9246" y="3"/>
                  </a:moveTo>
                  <a:cubicBezTo>
                    <a:pt x="6215" y="-30"/>
                    <a:pt x="3188" y="236"/>
                    <a:pt x="209" y="799"/>
                  </a:cubicBezTo>
                  <a:cubicBezTo>
                    <a:pt x="-70" y="799"/>
                    <a:pt x="-70" y="1356"/>
                    <a:pt x="209" y="1356"/>
                  </a:cubicBezTo>
                  <a:cubicBezTo>
                    <a:pt x="3228" y="1510"/>
                    <a:pt x="6256" y="1364"/>
                    <a:pt x="9246" y="918"/>
                  </a:cubicBezTo>
                  <a:cubicBezTo>
                    <a:pt x="9803" y="839"/>
                    <a:pt x="9803" y="3"/>
                    <a:pt x="9246" y="3"/>
                  </a:cubicBez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79" name="子陵职场PPT34-12"/>
            <p:cNvSpPr/>
            <p:nvPr/>
          </p:nvSpPr>
          <p:spPr>
            <a:xfrm>
              <a:off x="-1114364" y="4161517"/>
              <a:ext cx="203298" cy="304392"/>
            </a:xfrm>
            <a:custGeom>
              <a:avLst/>
              <a:gdLst>
                <a:gd name="connsiteX0" fmla="*/ 1463 w 203298"/>
                <a:gd name="connsiteY0" fmla="*/ 68 h 304392"/>
                <a:gd name="connsiteX1" fmla="*/ 65596 w 203298"/>
                <a:gd name="connsiteY1" fmla="*/ 30284 h 304392"/>
                <a:gd name="connsiteX2" fmla="*/ 119021 w 203298"/>
                <a:gd name="connsiteY2" fmla="*/ 81041 h 304392"/>
                <a:gd name="connsiteX3" fmla="*/ 187733 w 203298"/>
                <a:gd name="connsiteY3" fmla="*/ 219380 h 304392"/>
                <a:gd name="connsiteX4" fmla="*/ 203298 w 203298"/>
                <a:gd name="connsiteY4" fmla="*/ 303737 h 304392"/>
                <a:gd name="connsiteX5" fmla="*/ 202301 w 203298"/>
                <a:gd name="connsiteY5" fmla="*/ 304372 h 304392"/>
                <a:gd name="connsiteX6" fmla="*/ 201666 w 203298"/>
                <a:gd name="connsiteY6" fmla="*/ 303737 h 304392"/>
                <a:gd name="connsiteX7" fmla="*/ 159866 w 203298"/>
                <a:gd name="connsiteY7" fmla="*/ 160422 h 304392"/>
                <a:gd name="connsiteX8" fmla="*/ 72284 w 203298"/>
                <a:gd name="connsiteY8" fmla="*/ 39400 h 304392"/>
                <a:gd name="connsiteX9" fmla="*/ 905 w 203298"/>
                <a:gd name="connsiteY9" fmla="*/ 1860 h 304392"/>
                <a:gd name="connsiteX10" fmla="*/ 1463 w 203298"/>
                <a:gd name="connsiteY10" fmla="*/ 68 h 30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298" h="304392">
                  <a:moveTo>
                    <a:pt x="1463" y="68"/>
                  </a:moveTo>
                  <a:cubicBezTo>
                    <a:pt x="23917" y="7675"/>
                    <a:pt x="45434" y="17812"/>
                    <a:pt x="65596" y="30284"/>
                  </a:cubicBezTo>
                  <a:cubicBezTo>
                    <a:pt x="86524" y="43583"/>
                    <a:pt x="104669" y="60822"/>
                    <a:pt x="119021" y="81041"/>
                  </a:cubicBezTo>
                  <a:cubicBezTo>
                    <a:pt x="149322" y="123095"/>
                    <a:pt x="172533" y="169826"/>
                    <a:pt x="187733" y="219380"/>
                  </a:cubicBezTo>
                  <a:cubicBezTo>
                    <a:pt x="196167" y="246802"/>
                    <a:pt x="201391" y="275111"/>
                    <a:pt x="203298" y="303737"/>
                  </a:cubicBezTo>
                  <a:cubicBezTo>
                    <a:pt x="203198" y="304188"/>
                    <a:pt x="202752" y="304472"/>
                    <a:pt x="202301" y="304372"/>
                  </a:cubicBezTo>
                  <a:cubicBezTo>
                    <a:pt x="201984" y="304302"/>
                    <a:pt x="201737" y="304054"/>
                    <a:pt x="201666" y="303737"/>
                  </a:cubicBezTo>
                  <a:cubicBezTo>
                    <a:pt x="195304" y="254075"/>
                    <a:pt x="181200" y="205717"/>
                    <a:pt x="159866" y="160422"/>
                  </a:cubicBezTo>
                  <a:cubicBezTo>
                    <a:pt x="138926" y="116034"/>
                    <a:pt x="112532" y="68860"/>
                    <a:pt x="72284" y="39400"/>
                  </a:cubicBezTo>
                  <a:cubicBezTo>
                    <a:pt x="50270" y="23477"/>
                    <a:pt x="25548" y="12927"/>
                    <a:pt x="905" y="1860"/>
                  </a:cubicBezTo>
                  <a:cubicBezTo>
                    <a:pt x="-767" y="1422"/>
                    <a:pt x="149" y="-369"/>
                    <a:pt x="1463" y="68"/>
                  </a:cubicBezTo>
                  <a:close/>
                </a:path>
              </a:pathLst>
            </a:custGeom>
            <a:solidFill>
              <a:schemeClr val="accent4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80" name="子陵职场PPT34-13"/>
            <p:cNvSpPr/>
            <p:nvPr/>
          </p:nvSpPr>
          <p:spPr>
            <a:xfrm>
              <a:off x="-1114437" y="4161632"/>
              <a:ext cx="173570" cy="189255"/>
            </a:xfrm>
            <a:custGeom>
              <a:avLst/>
              <a:gdLst>
                <a:gd name="connsiteX0" fmla="*/ 173571 w 173570"/>
                <a:gd name="connsiteY0" fmla="*/ 189256 h 189255"/>
                <a:gd name="connsiteX1" fmla="*/ 122495 w 173570"/>
                <a:gd name="connsiteY1" fmla="*/ 152153 h 189255"/>
                <a:gd name="connsiteX2" fmla="*/ 63696 w 173570"/>
                <a:gd name="connsiteY2" fmla="*/ 112025 h 189255"/>
                <a:gd name="connsiteX3" fmla="*/ 78664 w 173570"/>
                <a:gd name="connsiteY3" fmla="*/ 80177 h 189255"/>
                <a:gd name="connsiteX4" fmla="*/ 37461 w 173570"/>
                <a:gd name="connsiteY4" fmla="*/ 83959 h 189255"/>
                <a:gd name="connsiteX5" fmla="*/ 0 w 173570"/>
                <a:gd name="connsiteY5" fmla="*/ 0 h 189255"/>
                <a:gd name="connsiteX6" fmla="*/ 109238 w 173570"/>
                <a:gd name="connsiteY6" fmla="*/ 72414 h 189255"/>
                <a:gd name="connsiteX7" fmla="*/ 173571 w 173570"/>
                <a:gd name="connsiteY7" fmla="*/ 189256 h 189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570" h="189255">
                  <a:moveTo>
                    <a:pt x="173571" y="189256"/>
                  </a:moveTo>
                  <a:cubicBezTo>
                    <a:pt x="157963" y="175045"/>
                    <a:pt x="140834" y="162602"/>
                    <a:pt x="122495" y="152153"/>
                  </a:cubicBezTo>
                  <a:cubicBezTo>
                    <a:pt x="93951" y="136229"/>
                    <a:pt x="70742" y="125879"/>
                    <a:pt x="63696" y="112025"/>
                  </a:cubicBezTo>
                  <a:cubicBezTo>
                    <a:pt x="56649" y="98171"/>
                    <a:pt x="78664" y="80177"/>
                    <a:pt x="78664" y="80177"/>
                  </a:cubicBezTo>
                  <a:cubicBezTo>
                    <a:pt x="78664" y="80177"/>
                    <a:pt x="49523" y="94429"/>
                    <a:pt x="37461" y="83959"/>
                  </a:cubicBezTo>
                  <a:cubicBezTo>
                    <a:pt x="25399" y="73489"/>
                    <a:pt x="0" y="0"/>
                    <a:pt x="0" y="0"/>
                  </a:cubicBezTo>
                  <a:cubicBezTo>
                    <a:pt x="0" y="0"/>
                    <a:pt x="67239" y="23886"/>
                    <a:pt x="109238" y="72414"/>
                  </a:cubicBezTo>
                  <a:cubicBezTo>
                    <a:pt x="151237" y="120942"/>
                    <a:pt x="173571" y="189256"/>
                    <a:pt x="173571" y="189256"/>
                  </a:cubicBezTo>
                  <a:close/>
                </a:path>
              </a:pathLst>
            </a:custGeom>
            <a:solidFill>
              <a:schemeClr val="accent3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81" name="子陵职场PPT34-14"/>
            <p:cNvSpPr/>
            <p:nvPr/>
          </p:nvSpPr>
          <p:spPr>
            <a:xfrm>
              <a:off x="-1081088" y="4185558"/>
              <a:ext cx="140144" cy="158974"/>
            </a:xfrm>
            <a:custGeom>
              <a:avLst/>
              <a:gdLst>
                <a:gd name="connsiteX0" fmla="*/ 140011 w 140144"/>
                <a:gd name="connsiteY0" fmla="*/ 157925 h 158974"/>
                <a:gd name="connsiteX1" fmla="*/ 0 w 140144"/>
                <a:gd name="connsiteY1" fmla="*/ 0 h 158974"/>
                <a:gd name="connsiteX2" fmla="*/ 0 w 140144"/>
                <a:gd name="connsiteY2" fmla="*/ 0 h 158974"/>
                <a:gd name="connsiteX3" fmla="*/ 44985 w 140144"/>
                <a:gd name="connsiteY3" fmla="*/ 35232 h 158974"/>
                <a:gd name="connsiteX4" fmla="*/ 8838 w 140144"/>
                <a:gd name="connsiteY4" fmla="*/ 42835 h 158974"/>
                <a:gd name="connsiteX5" fmla="*/ 8855 w 140144"/>
                <a:gd name="connsiteY5" fmla="*/ 43173 h 158974"/>
                <a:gd name="connsiteX6" fmla="*/ 9037 w 140144"/>
                <a:gd name="connsiteY6" fmla="*/ 43233 h 158974"/>
                <a:gd name="connsiteX7" fmla="*/ 46219 w 140144"/>
                <a:gd name="connsiteY7" fmla="*/ 36944 h 158974"/>
                <a:gd name="connsiteX8" fmla="*/ 46617 w 140144"/>
                <a:gd name="connsiteY8" fmla="*/ 36944 h 158974"/>
                <a:gd name="connsiteX9" fmla="*/ 53106 w 140144"/>
                <a:gd name="connsiteY9" fmla="*/ 43233 h 158974"/>
                <a:gd name="connsiteX10" fmla="*/ 33799 w 140144"/>
                <a:gd name="connsiteY10" fmla="*/ 45821 h 158974"/>
                <a:gd name="connsiteX11" fmla="*/ 33799 w 140144"/>
                <a:gd name="connsiteY11" fmla="*/ 46060 h 158974"/>
                <a:gd name="connsiteX12" fmla="*/ 54181 w 140144"/>
                <a:gd name="connsiteY12" fmla="*/ 44388 h 158974"/>
                <a:gd name="connsiteX13" fmla="*/ 86029 w 140144"/>
                <a:gd name="connsiteY13" fmla="*/ 80416 h 158974"/>
                <a:gd name="connsiteX14" fmla="*/ 72533 w 140144"/>
                <a:gd name="connsiteY14" fmla="*/ 81371 h 158974"/>
                <a:gd name="connsiteX15" fmla="*/ 72378 w 140144"/>
                <a:gd name="connsiteY15" fmla="*/ 81733 h 158974"/>
                <a:gd name="connsiteX16" fmla="*/ 72533 w 140144"/>
                <a:gd name="connsiteY16" fmla="*/ 81889 h 158974"/>
                <a:gd name="connsiteX17" fmla="*/ 86945 w 140144"/>
                <a:gd name="connsiteY17" fmla="*/ 81690 h 158974"/>
                <a:gd name="connsiteX18" fmla="*/ 92478 w 140144"/>
                <a:gd name="connsiteY18" fmla="*/ 88736 h 158974"/>
                <a:gd name="connsiteX19" fmla="*/ 51673 w 140144"/>
                <a:gd name="connsiteY19" fmla="*/ 92717 h 158974"/>
                <a:gd name="connsiteX20" fmla="*/ 51673 w 140144"/>
                <a:gd name="connsiteY20" fmla="*/ 93035 h 158974"/>
                <a:gd name="connsiteX21" fmla="*/ 93593 w 140144"/>
                <a:gd name="connsiteY21" fmla="*/ 90289 h 158974"/>
                <a:gd name="connsiteX22" fmla="*/ 98609 w 140144"/>
                <a:gd name="connsiteY22" fmla="*/ 97215 h 158974"/>
                <a:gd name="connsiteX23" fmla="*/ 74325 w 140144"/>
                <a:gd name="connsiteY23" fmla="*/ 100002 h 158974"/>
                <a:gd name="connsiteX24" fmla="*/ 74325 w 140144"/>
                <a:gd name="connsiteY24" fmla="*/ 100480 h 158974"/>
                <a:gd name="connsiteX25" fmla="*/ 99485 w 140144"/>
                <a:gd name="connsiteY25" fmla="*/ 98529 h 158974"/>
                <a:gd name="connsiteX26" fmla="*/ 120305 w 140144"/>
                <a:gd name="connsiteY26" fmla="*/ 128984 h 158974"/>
                <a:gd name="connsiteX27" fmla="*/ 109636 w 140144"/>
                <a:gd name="connsiteY27" fmla="*/ 129621 h 158974"/>
                <a:gd name="connsiteX28" fmla="*/ 109636 w 140144"/>
                <a:gd name="connsiteY28" fmla="*/ 129899 h 158974"/>
                <a:gd name="connsiteX29" fmla="*/ 121141 w 140144"/>
                <a:gd name="connsiteY29" fmla="*/ 130457 h 158974"/>
                <a:gd name="connsiteX30" fmla="*/ 138498 w 140144"/>
                <a:gd name="connsiteY30" fmla="*/ 158682 h 158974"/>
                <a:gd name="connsiteX31" fmla="*/ 140011 w 140144"/>
                <a:gd name="connsiteY31" fmla="*/ 157925 h 158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0144" h="158974">
                  <a:moveTo>
                    <a:pt x="140011" y="157925"/>
                  </a:moveTo>
                  <a:cubicBezTo>
                    <a:pt x="106372" y="94787"/>
                    <a:pt x="61506" y="3770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051" y="10329"/>
                    <a:pt x="31111" y="22123"/>
                    <a:pt x="44985" y="35232"/>
                  </a:cubicBezTo>
                  <a:cubicBezTo>
                    <a:pt x="32477" y="34547"/>
                    <a:pt x="20010" y="37169"/>
                    <a:pt x="8838" y="42835"/>
                  </a:cubicBezTo>
                  <a:cubicBezTo>
                    <a:pt x="8749" y="42933"/>
                    <a:pt x="8757" y="43084"/>
                    <a:pt x="8855" y="43173"/>
                  </a:cubicBezTo>
                  <a:cubicBezTo>
                    <a:pt x="8904" y="43218"/>
                    <a:pt x="8970" y="43240"/>
                    <a:pt x="9037" y="43233"/>
                  </a:cubicBezTo>
                  <a:cubicBezTo>
                    <a:pt x="20911" y="38765"/>
                    <a:pt x="33536" y="36630"/>
                    <a:pt x="46219" y="36944"/>
                  </a:cubicBezTo>
                  <a:cubicBezTo>
                    <a:pt x="46349" y="36981"/>
                    <a:pt x="46487" y="36981"/>
                    <a:pt x="46617" y="36944"/>
                  </a:cubicBezTo>
                  <a:cubicBezTo>
                    <a:pt x="48807" y="39014"/>
                    <a:pt x="50957" y="41124"/>
                    <a:pt x="53106" y="43233"/>
                  </a:cubicBezTo>
                  <a:cubicBezTo>
                    <a:pt x="46607" y="43534"/>
                    <a:pt x="40147" y="44400"/>
                    <a:pt x="33799" y="45821"/>
                  </a:cubicBezTo>
                  <a:lnTo>
                    <a:pt x="33799" y="46060"/>
                  </a:lnTo>
                  <a:cubicBezTo>
                    <a:pt x="40518" y="44809"/>
                    <a:pt x="47348" y="44249"/>
                    <a:pt x="54181" y="44388"/>
                  </a:cubicBezTo>
                  <a:cubicBezTo>
                    <a:pt x="65475" y="55780"/>
                    <a:pt x="76109" y="67809"/>
                    <a:pt x="86029" y="80416"/>
                  </a:cubicBezTo>
                  <a:cubicBezTo>
                    <a:pt x="81514" y="79773"/>
                    <a:pt x="76913" y="80098"/>
                    <a:pt x="72533" y="81371"/>
                  </a:cubicBezTo>
                  <a:cubicBezTo>
                    <a:pt x="72391" y="81428"/>
                    <a:pt x="72321" y="81590"/>
                    <a:pt x="72378" y="81733"/>
                  </a:cubicBezTo>
                  <a:cubicBezTo>
                    <a:pt x="72406" y="81804"/>
                    <a:pt x="72462" y="81860"/>
                    <a:pt x="72533" y="81889"/>
                  </a:cubicBezTo>
                  <a:cubicBezTo>
                    <a:pt x="77317" y="81325"/>
                    <a:pt x="82147" y="81258"/>
                    <a:pt x="86945" y="81690"/>
                  </a:cubicBezTo>
                  <a:cubicBezTo>
                    <a:pt x="88816" y="84038"/>
                    <a:pt x="90647" y="86347"/>
                    <a:pt x="92478" y="88736"/>
                  </a:cubicBezTo>
                  <a:cubicBezTo>
                    <a:pt x="78751" y="87884"/>
                    <a:pt x="64976" y="89228"/>
                    <a:pt x="51673" y="92717"/>
                  </a:cubicBezTo>
                  <a:cubicBezTo>
                    <a:pt x="51673" y="92717"/>
                    <a:pt x="51673" y="93075"/>
                    <a:pt x="51673" y="93035"/>
                  </a:cubicBezTo>
                  <a:cubicBezTo>
                    <a:pt x="65469" y="90312"/>
                    <a:pt x="79560" y="89389"/>
                    <a:pt x="93593" y="90289"/>
                  </a:cubicBezTo>
                  <a:cubicBezTo>
                    <a:pt x="95305" y="92558"/>
                    <a:pt x="96937" y="94906"/>
                    <a:pt x="98609" y="97215"/>
                  </a:cubicBezTo>
                  <a:cubicBezTo>
                    <a:pt x="90424" y="97009"/>
                    <a:pt x="82250" y="97947"/>
                    <a:pt x="74325" y="100002"/>
                  </a:cubicBezTo>
                  <a:cubicBezTo>
                    <a:pt x="74006" y="100002"/>
                    <a:pt x="74086" y="100559"/>
                    <a:pt x="74325" y="100480"/>
                  </a:cubicBezTo>
                  <a:cubicBezTo>
                    <a:pt x="82585" y="98697"/>
                    <a:pt x="91048" y="98041"/>
                    <a:pt x="99485" y="98529"/>
                  </a:cubicBezTo>
                  <a:cubicBezTo>
                    <a:pt x="106730" y="108482"/>
                    <a:pt x="113657" y="118673"/>
                    <a:pt x="120305" y="128984"/>
                  </a:cubicBezTo>
                  <a:cubicBezTo>
                    <a:pt x="116748" y="128357"/>
                    <a:pt x="113093" y="128575"/>
                    <a:pt x="109636" y="129621"/>
                  </a:cubicBezTo>
                  <a:lnTo>
                    <a:pt x="109636" y="129899"/>
                  </a:lnTo>
                  <a:cubicBezTo>
                    <a:pt x="113480" y="129626"/>
                    <a:pt x="117342" y="129813"/>
                    <a:pt x="121141" y="130457"/>
                  </a:cubicBezTo>
                  <a:cubicBezTo>
                    <a:pt x="127152" y="139772"/>
                    <a:pt x="133084" y="149207"/>
                    <a:pt x="138498" y="158682"/>
                  </a:cubicBezTo>
                  <a:cubicBezTo>
                    <a:pt x="139255" y="159358"/>
                    <a:pt x="140568" y="158761"/>
                    <a:pt x="140011" y="157925"/>
                  </a:cubicBez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82" name="子陵职场PPT34-15"/>
            <p:cNvSpPr/>
            <p:nvPr/>
          </p:nvSpPr>
          <p:spPr>
            <a:xfrm>
              <a:off x="-1018274" y="4281595"/>
              <a:ext cx="19861" cy="2803"/>
            </a:xfrm>
            <a:custGeom>
              <a:avLst/>
              <a:gdLst>
                <a:gd name="connsiteX0" fmla="*/ 19547 w 19861"/>
                <a:gd name="connsiteY0" fmla="*/ 137 h 2803"/>
                <a:gd name="connsiteX1" fmla="*/ 0 w 19861"/>
                <a:gd name="connsiteY1" fmla="*/ 2525 h 2803"/>
                <a:gd name="connsiteX2" fmla="*/ 0 w 19861"/>
                <a:gd name="connsiteY2" fmla="*/ 2804 h 2803"/>
                <a:gd name="connsiteX3" fmla="*/ 19427 w 19861"/>
                <a:gd name="connsiteY3" fmla="*/ 813 h 2803"/>
                <a:gd name="connsiteX4" fmla="*/ 19547 w 19861"/>
                <a:gd name="connsiteY4" fmla="*/ 137 h 2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61" h="2803">
                  <a:moveTo>
                    <a:pt x="19547" y="137"/>
                  </a:moveTo>
                  <a:cubicBezTo>
                    <a:pt x="12938" y="-349"/>
                    <a:pt x="6298" y="463"/>
                    <a:pt x="0" y="2525"/>
                  </a:cubicBezTo>
                  <a:lnTo>
                    <a:pt x="0" y="2804"/>
                  </a:lnTo>
                  <a:cubicBezTo>
                    <a:pt x="6426" y="1725"/>
                    <a:pt x="12916" y="1060"/>
                    <a:pt x="19427" y="813"/>
                  </a:cubicBezTo>
                  <a:cubicBezTo>
                    <a:pt x="19984" y="773"/>
                    <a:pt x="19984" y="176"/>
                    <a:pt x="19547" y="137"/>
                  </a:cubicBez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83" name="子陵职场PPT34-16"/>
            <p:cNvSpPr/>
            <p:nvPr/>
          </p:nvSpPr>
          <p:spPr>
            <a:xfrm>
              <a:off x="-1066682" y="4204694"/>
              <a:ext cx="9602" cy="1159"/>
            </a:xfrm>
            <a:custGeom>
              <a:avLst/>
              <a:gdLst>
                <a:gd name="connsiteX0" fmla="*/ 9276 w 9602"/>
                <a:gd name="connsiteY0" fmla="*/ 84 h 1159"/>
                <a:gd name="connsiteX1" fmla="*/ 279 w 9602"/>
                <a:gd name="connsiteY1" fmla="*/ 602 h 1159"/>
                <a:gd name="connsiteX2" fmla="*/ 0 w 9602"/>
                <a:gd name="connsiteY2" fmla="*/ 881 h 1159"/>
                <a:gd name="connsiteX3" fmla="*/ 279 w 9602"/>
                <a:gd name="connsiteY3" fmla="*/ 1159 h 1159"/>
                <a:gd name="connsiteX4" fmla="*/ 9116 w 9602"/>
                <a:gd name="connsiteY4" fmla="*/ 881 h 1159"/>
                <a:gd name="connsiteX5" fmla="*/ 9594 w 9602"/>
                <a:gd name="connsiteY5" fmla="*/ 562 h 1159"/>
                <a:gd name="connsiteX6" fmla="*/ 9276 w 9602"/>
                <a:gd name="connsiteY6" fmla="*/ 85 h 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02" h="1159">
                  <a:moveTo>
                    <a:pt x="9276" y="84"/>
                  </a:moveTo>
                  <a:cubicBezTo>
                    <a:pt x="6267" y="-123"/>
                    <a:pt x="3244" y="51"/>
                    <a:pt x="279" y="602"/>
                  </a:cubicBezTo>
                  <a:cubicBezTo>
                    <a:pt x="125" y="602"/>
                    <a:pt x="0" y="727"/>
                    <a:pt x="0" y="881"/>
                  </a:cubicBezTo>
                  <a:cubicBezTo>
                    <a:pt x="0" y="1035"/>
                    <a:pt x="125" y="1159"/>
                    <a:pt x="279" y="1159"/>
                  </a:cubicBezTo>
                  <a:cubicBezTo>
                    <a:pt x="3225" y="841"/>
                    <a:pt x="6131" y="960"/>
                    <a:pt x="9116" y="881"/>
                  </a:cubicBezTo>
                  <a:cubicBezTo>
                    <a:pt x="9336" y="925"/>
                    <a:pt x="9550" y="782"/>
                    <a:pt x="9594" y="562"/>
                  </a:cubicBezTo>
                  <a:cubicBezTo>
                    <a:pt x="9638" y="342"/>
                    <a:pt x="9496" y="128"/>
                    <a:pt x="9276" y="85"/>
                  </a:cubicBez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84" name="子陵职场PPT34-17"/>
            <p:cNvSpPr/>
            <p:nvPr/>
          </p:nvSpPr>
          <p:spPr>
            <a:xfrm>
              <a:off x="-1007963" y="4358803"/>
              <a:ext cx="151754" cy="199128"/>
            </a:xfrm>
            <a:custGeom>
              <a:avLst/>
              <a:gdLst>
                <a:gd name="connsiteX0" fmla="*/ 151755 w 151754"/>
                <a:gd name="connsiteY0" fmla="*/ 199128 h 199128"/>
                <a:gd name="connsiteX1" fmla="*/ 0 w 151754"/>
                <a:gd name="connsiteY1" fmla="*/ 199128 h 199128"/>
                <a:gd name="connsiteX2" fmla="*/ 21617 w 151754"/>
                <a:gd name="connsiteY2" fmla="*/ 40606 h 199128"/>
                <a:gd name="connsiteX3" fmla="*/ 27150 w 151754"/>
                <a:gd name="connsiteY3" fmla="*/ 0 h 199128"/>
                <a:gd name="connsiteX4" fmla="*/ 124565 w 151754"/>
                <a:gd name="connsiteY4" fmla="*/ 0 h 199128"/>
                <a:gd name="connsiteX5" fmla="*/ 130098 w 151754"/>
                <a:gd name="connsiteY5" fmla="*/ 40606 h 199128"/>
                <a:gd name="connsiteX6" fmla="*/ 151755 w 151754"/>
                <a:gd name="connsiteY6" fmla="*/ 199128 h 199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1754" h="199128">
                  <a:moveTo>
                    <a:pt x="151755" y="199128"/>
                  </a:moveTo>
                  <a:lnTo>
                    <a:pt x="0" y="199128"/>
                  </a:lnTo>
                  <a:lnTo>
                    <a:pt x="21617" y="40606"/>
                  </a:lnTo>
                  <a:lnTo>
                    <a:pt x="27150" y="0"/>
                  </a:lnTo>
                  <a:lnTo>
                    <a:pt x="124565" y="0"/>
                  </a:lnTo>
                  <a:lnTo>
                    <a:pt x="130098" y="40606"/>
                  </a:lnTo>
                  <a:lnTo>
                    <a:pt x="151755" y="199128"/>
                  </a:lnTo>
                  <a:close/>
                </a:path>
              </a:pathLst>
            </a:custGeom>
            <a:solidFill>
              <a:srgbClr val="455A64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85" name="子陵职场PPT34-18"/>
            <p:cNvSpPr/>
            <p:nvPr/>
          </p:nvSpPr>
          <p:spPr>
            <a:xfrm>
              <a:off x="-986346" y="4358803"/>
              <a:ext cx="108481" cy="40606"/>
            </a:xfrm>
            <a:custGeom>
              <a:avLst/>
              <a:gdLst>
                <a:gd name="connsiteX0" fmla="*/ 108482 w 108481"/>
                <a:gd name="connsiteY0" fmla="*/ 40606 h 40606"/>
                <a:gd name="connsiteX1" fmla="*/ 0 w 108481"/>
                <a:gd name="connsiteY1" fmla="*/ 40606 h 40606"/>
                <a:gd name="connsiteX2" fmla="*/ 5534 w 108481"/>
                <a:gd name="connsiteY2" fmla="*/ 0 h 40606"/>
                <a:gd name="connsiteX3" fmla="*/ 102948 w 108481"/>
                <a:gd name="connsiteY3" fmla="*/ 0 h 40606"/>
                <a:gd name="connsiteX4" fmla="*/ 108482 w 108481"/>
                <a:gd name="connsiteY4" fmla="*/ 40606 h 4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481" h="40606">
                  <a:moveTo>
                    <a:pt x="108482" y="40606"/>
                  </a:moveTo>
                  <a:lnTo>
                    <a:pt x="0" y="40606"/>
                  </a:lnTo>
                  <a:lnTo>
                    <a:pt x="5534" y="0"/>
                  </a:lnTo>
                  <a:lnTo>
                    <a:pt x="102948" y="0"/>
                  </a:lnTo>
                  <a:lnTo>
                    <a:pt x="108482" y="40606"/>
                  </a:ln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86" name="子陵职场PPT34-19"/>
            <p:cNvSpPr/>
            <p:nvPr/>
          </p:nvSpPr>
          <p:spPr>
            <a:xfrm>
              <a:off x="-994746" y="4344670"/>
              <a:ext cx="125281" cy="34435"/>
            </a:xfrm>
            <a:custGeom>
              <a:avLst/>
              <a:gdLst>
                <a:gd name="connsiteX0" fmla="*/ 0 w 125281"/>
                <a:gd name="connsiteY0" fmla="*/ 0 h 34435"/>
                <a:gd name="connsiteX1" fmla="*/ 125281 w 125281"/>
                <a:gd name="connsiteY1" fmla="*/ 0 h 34435"/>
                <a:gd name="connsiteX2" fmla="*/ 125281 w 125281"/>
                <a:gd name="connsiteY2" fmla="*/ 34435 h 34435"/>
                <a:gd name="connsiteX3" fmla="*/ 0 w 125281"/>
                <a:gd name="connsiteY3" fmla="*/ 34435 h 3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281" h="34435">
                  <a:moveTo>
                    <a:pt x="0" y="0"/>
                  </a:moveTo>
                  <a:lnTo>
                    <a:pt x="125281" y="0"/>
                  </a:lnTo>
                  <a:lnTo>
                    <a:pt x="125281" y="34435"/>
                  </a:lnTo>
                  <a:lnTo>
                    <a:pt x="0" y="34435"/>
                  </a:lnTo>
                  <a:close/>
                </a:path>
              </a:pathLst>
            </a:custGeom>
            <a:solidFill>
              <a:srgbClr val="455A64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sp>
        <p:nvSpPr>
          <p:cNvPr id="291" name="子陵职场PPT35"/>
          <p:cNvSpPr/>
          <p:nvPr/>
        </p:nvSpPr>
        <p:spPr>
          <a:xfrm>
            <a:off x="9509125" y="4005041"/>
            <a:ext cx="1247209" cy="241285"/>
          </a:xfrm>
          <a:custGeom>
            <a:avLst/>
            <a:gdLst>
              <a:gd name="connsiteX0" fmla="*/ 1283984 w 1283984"/>
              <a:gd name="connsiteY0" fmla="*/ 134119 h 304345"/>
              <a:gd name="connsiteX1" fmla="*/ 1070086 w 1283984"/>
              <a:gd name="connsiteY1" fmla="*/ 294314 h 304345"/>
              <a:gd name="connsiteX2" fmla="*/ 1067021 w 1283984"/>
              <a:gd name="connsiteY2" fmla="*/ 242362 h 304345"/>
              <a:gd name="connsiteX3" fmla="*/ 11187 w 1283984"/>
              <a:gd name="connsiteY3" fmla="*/ 304346 h 304345"/>
              <a:gd name="connsiteX4" fmla="*/ 0 w 1283984"/>
              <a:gd name="connsiteY4" fmla="*/ 114015 h 304345"/>
              <a:gd name="connsiteX5" fmla="*/ 1055835 w 1283984"/>
              <a:gd name="connsiteY5" fmla="*/ 52031 h 304345"/>
              <a:gd name="connsiteX6" fmla="*/ 1052769 w 1283984"/>
              <a:gd name="connsiteY6" fmla="*/ 0 h 304345"/>
              <a:gd name="connsiteX7" fmla="*/ 1283984 w 1283984"/>
              <a:gd name="connsiteY7" fmla="*/ 134119 h 304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3984" h="304345">
                <a:moveTo>
                  <a:pt x="1283984" y="134119"/>
                </a:moveTo>
                <a:lnTo>
                  <a:pt x="1070086" y="294314"/>
                </a:lnTo>
                <a:lnTo>
                  <a:pt x="1067021" y="242362"/>
                </a:lnTo>
                <a:lnTo>
                  <a:pt x="11187" y="304346"/>
                </a:lnTo>
                <a:lnTo>
                  <a:pt x="0" y="114015"/>
                </a:lnTo>
                <a:lnTo>
                  <a:pt x="1055835" y="52031"/>
                </a:lnTo>
                <a:lnTo>
                  <a:pt x="1052769" y="0"/>
                </a:lnTo>
                <a:lnTo>
                  <a:pt x="1283984" y="134119"/>
                </a:lnTo>
                <a:close/>
              </a:path>
            </a:pathLst>
          </a:custGeom>
          <a:gradFill>
            <a:gsLst>
              <a:gs pos="76000">
                <a:schemeClr val="accent1"/>
              </a:gs>
              <a:gs pos="2000">
                <a:schemeClr val="accent3">
                  <a:alpha val="0"/>
                </a:schemeClr>
              </a:gs>
            </a:gsLst>
            <a:lin ang="21594000" scaled="0"/>
          </a:gradFill>
          <a:ln w="39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>
          <a:xfrm>
            <a:off x="809625" y="241935"/>
            <a:ext cx="4690745" cy="589280"/>
          </a:xfrm>
        </p:spPr>
        <p:txBody>
          <a:bodyPr>
            <a:normAutofit/>
          </a:bodyPr>
          <a:lstStyle/>
          <a:p>
            <a:r>
              <a:rPr lang="zh-CN" altLang="en-US"/>
              <a:t>改进措施</a:t>
            </a:r>
            <a:endParaRPr lang="zh-CN" altLang="en-US"/>
          </a:p>
        </p:txBody>
      </p:sp>
      <p:grpSp>
        <p:nvGrpSpPr>
          <p:cNvPr id="119" name="子陵职场PPT2"/>
          <p:cNvGrpSpPr/>
          <p:nvPr/>
        </p:nvGrpSpPr>
        <p:grpSpPr>
          <a:xfrm>
            <a:off x="1957705" y="1547495"/>
            <a:ext cx="8456295" cy="6144260"/>
            <a:chOff x="4303" y="3347"/>
            <a:chExt cx="10818" cy="8766"/>
          </a:xfrm>
        </p:grpSpPr>
        <p:sp>
          <p:nvSpPr>
            <p:cNvPr id="9" name="子陵职场PPT2-1"/>
            <p:cNvSpPr/>
            <p:nvPr/>
          </p:nvSpPr>
          <p:spPr>
            <a:xfrm flipH="1">
              <a:off x="4303" y="3347"/>
              <a:ext cx="10819" cy="8766"/>
            </a:xfrm>
            <a:custGeom>
              <a:avLst/>
              <a:gdLst>
                <a:gd name="connsiteX0" fmla="*/ 2186440 w 4372879"/>
                <a:gd name="connsiteY0" fmla="*/ 0 h 5172254"/>
                <a:gd name="connsiteX1" fmla="*/ 1443490 w 4372879"/>
                <a:gd name="connsiteY1" fmla="*/ 820172 h 5172254"/>
                <a:gd name="connsiteX2" fmla="*/ 1797859 w 4372879"/>
                <a:gd name="connsiteY2" fmla="*/ 820172 h 5172254"/>
                <a:gd name="connsiteX3" fmla="*/ 1804336 w 4372879"/>
                <a:gd name="connsiteY3" fmla="*/ 958683 h 5172254"/>
                <a:gd name="connsiteX4" fmla="*/ 1802292 w 4372879"/>
                <a:gd name="connsiteY4" fmla="*/ 1301048 h 5172254"/>
                <a:gd name="connsiteX5" fmla="*/ 1785926 w 4372879"/>
                <a:gd name="connsiteY5" fmla="*/ 1538120 h 5172254"/>
                <a:gd name="connsiteX6" fmla="*/ 1785693 w 4372879"/>
                <a:gd name="connsiteY6" fmla="*/ 1546931 h 5172254"/>
                <a:gd name="connsiteX7" fmla="*/ 1782851 w 4372879"/>
                <a:gd name="connsiteY7" fmla="*/ 1582658 h 5172254"/>
                <a:gd name="connsiteX8" fmla="*/ 1778338 w 4372879"/>
                <a:gd name="connsiteY8" fmla="*/ 1648035 h 5172254"/>
                <a:gd name="connsiteX9" fmla="*/ 1776620 w 4372879"/>
                <a:gd name="connsiteY9" fmla="*/ 1660998 h 5172254"/>
                <a:gd name="connsiteX10" fmla="*/ 1768487 w 4372879"/>
                <a:gd name="connsiteY10" fmla="*/ 1763253 h 5172254"/>
                <a:gd name="connsiteX11" fmla="*/ 1700971 w 4372879"/>
                <a:gd name="connsiteY11" fmla="*/ 2186194 h 5172254"/>
                <a:gd name="connsiteX12" fmla="*/ 1678352 w 4372879"/>
                <a:gd name="connsiteY12" fmla="*/ 2270296 h 5172254"/>
                <a:gd name="connsiteX13" fmla="*/ 1662397 w 4372879"/>
                <a:gd name="connsiteY13" fmla="*/ 2351285 h 5172254"/>
                <a:gd name="connsiteX14" fmla="*/ 138490 w 4372879"/>
                <a:gd name="connsiteY14" fmla="*/ 5049820 h 5172254"/>
                <a:gd name="connsiteX15" fmla="*/ 0 w 4372879"/>
                <a:gd name="connsiteY15" fmla="*/ 5172254 h 5172254"/>
                <a:gd name="connsiteX16" fmla="*/ 1943968 w 4372879"/>
                <a:gd name="connsiteY16" fmla="*/ 5172254 h 5172254"/>
                <a:gd name="connsiteX17" fmla="*/ 2428911 w 4372879"/>
                <a:gd name="connsiteY17" fmla="*/ 5172254 h 5172254"/>
                <a:gd name="connsiteX18" fmla="*/ 4372879 w 4372879"/>
                <a:gd name="connsiteY18" fmla="*/ 5172254 h 5172254"/>
                <a:gd name="connsiteX19" fmla="*/ 4234389 w 4372879"/>
                <a:gd name="connsiteY19" fmla="*/ 5049820 h 5172254"/>
                <a:gd name="connsiteX20" fmla="*/ 2710482 w 4372879"/>
                <a:gd name="connsiteY20" fmla="*/ 2351285 h 5172254"/>
                <a:gd name="connsiteX21" fmla="*/ 2694527 w 4372879"/>
                <a:gd name="connsiteY21" fmla="*/ 2270296 h 5172254"/>
                <a:gd name="connsiteX22" fmla="*/ 2671908 w 4372879"/>
                <a:gd name="connsiteY22" fmla="*/ 2186194 h 5172254"/>
                <a:gd name="connsiteX23" fmla="*/ 2604392 w 4372879"/>
                <a:gd name="connsiteY23" fmla="*/ 1763253 h 5172254"/>
                <a:gd name="connsiteX24" fmla="*/ 2596259 w 4372879"/>
                <a:gd name="connsiteY24" fmla="*/ 1660998 h 5172254"/>
                <a:gd name="connsiteX25" fmla="*/ 2594541 w 4372879"/>
                <a:gd name="connsiteY25" fmla="*/ 1648035 h 5172254"/>
                <a:gd name="connsiteX26" fmla="*/ 2590028 w 4372879"/>
                <a:gd name="connsiteY26" fmla="*/ 1582658 h 5172254"/>
                <a:gd name="connsiteX27" fmla="*/ 2587186 w 4372879"/>
                <a:gd name="connsiteY27" fmla="*/ 1546931 h 5172254"/>
                <a:gd name="connsiteX28" fmla="*/ 2586953 w 4372879"/>
                <a:gd name="connsiteY28" fmla="*/ 1538120 h 5172254"/>
                <a:gd name="connsiteX29" fmla="*/ 2570587 w 4372879"/>
                <a:gd name="connsiteY29" fmla="*/ 1301048 h 5172254"/>
                <a:gd name="connsiteX30" fmla="*/ 2568543 w 4372879"/>
                <a:gd name="connsiteY30" fmla="*/ 958683 h 5172254"/>
                <a:gd name="connsiteX31" fmla="*/ 2575020 w 4372879"/>
                <a:gd name="connsiteY31" fmla="*/ 820172 h 5172254"/>
                <a:gd name="connsiteX32" fmla="*/ 2929390 w 4372879"/>
                <a:gd name="connsiteY32" fmla="*/ 820172 h 5172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372879" h="5172254">
                  <a:moveTo>
                    <a:pt x="2186440" y="0"/>
                  </a:moveTo>
                  <a:lnTo>
                    <a:pt x="1443490" y="820172"/>
                  </a:lnTo>
                  <a:lnTo>
                    <a:pt x="1797859" y="820172"/>
                  </a:lnTo>
                  <a:lnTo>
                    <a:pt x="1804336" y="958683"/>
                  </a:lnTo>
                  <a:cubicBezTo>
                    <a:pt x="1807243" y="1071907"/>
                    <a:pt x="1806593" y="1186092"/>
                    <a:pt x="1802292" y="1301048"/>
                  </a:cubicBezTo>
                  <a:lnTo>
                    <a:pt x="1785926" y="1538120"/>
                  </a:lnTo>
                  <a:lnTo>
                    <a:pt x="1785693" y="1546931"/>
                  </a:lnTo>
                  <a:lnTo>
                    <a:pt x="1782851" y="1582658"/>
                  </a:lnTo>
                  <a:lnTo>
                    <a:pt x="1778338" y="1648035"/>
                  </a:lnTo>
                  <a:lnTo>
                    <a:pt x="1776620" y="1660998"/>
                  </a:lnTo>
                  <a:lnTo>
                    <a:pt x="1768487" y="1763253"/>
                  </a:lnTo>
                  <a:cubicBezTo>
                    <a:pt x="1753276" y="1906449"/>
                    <a:pt x="1730647" y="2047548"/>
                    <a:pt x="1700971" y="2186194"/>
                  </a:cubicBezTo>
                  <a:lnTo>
                    <a:pt x="1678352" y="2270296"/>
                  </a:lnTo>
                  <a:lnTo>
                    <a:pt x="1662397" y="2351285"/>
                  </a:lnTo>
                  <a:cubicBezTo>
                    <a:pt x="1409702" y="3451273"/>
                    <a:pt x="855698" y="4386116"/>
                    <a:pt x="138490" y="5049820"/>
                  </a:cubicBezTo>
                  <a:lnTo>
                    <a:pt x="0" y="5172254"/>
                  </a:lnTo>
                  <a:lnTo>
                    <a:pt x="1943968" y="5172254"/>
                  </a:lnTo>
                  <a:lnTo>
                    <a:pt x="2428911" y="5172254"/>
                  </a:lnTo>
                  <a:lnTo>
                    <a:pt x="4372879" y="5172254"/>
                  </a:lnTo>
                  <a:lnTo>
                    <a:pt x="4234389" y="5049820"/>
                  </a:lnTo>
                  <a:cubicBezTo>
                    <a:pt x="3517181" y="4386116"/>
                    <a:pt x="2963177" y="3451273"/>
                    <a:pt x="2710482" y="2351285"/>
                  </a:cubicBezTo>
                  <a:lnTo>
                    <a:pt x="2694527" y="2270296"/>
                  </a:lnTo>
                  <a:lnTo>
                    <a:pt x="2671908" y="2186194"/>
                  </a:lnTo>
                  <a:cubicBezTo>
                    <a:pt x="2642232" y="2047548"/>
                    <a:pt x="2619603" y="1906449"/>
                    <a:pt x="2604392" y="1763253"/>
                  </a:cubicBezTo>
                  <a:lnTo>
                    <a:pt x="2596259" y="1660998"/>
                  </a:lnTo>
                  <a:lnTo>
                    <a:pt x="2594541" y="1648035"/>
                  </a:lnTo>
                  <a:lnTo>
                    <a:pt x="2590028" y="1582658"/>
                  </a:lnTo>
                  <a:lnTo>
                    <a:pt x="2587186" y="1546931"/>
                  </a:lnTo>
                  <a:lnTo>
                    <a:pt x="2586953" y="1538120"/>
                  </a:lnTo>
                  <a:lnTo>
                    <a:pt x="2570587" y="1301048"/>
                  </a:lnTo>
                  <a:cubicBezTo>
                    <a:pt x="2566286" y="1186092"/>
                    <a:pt x="2565636" y="1071907"/>
                    <a:pt x="2568543" y="958683"/>
                  </a:cubicBezTo>
                  <a:lnTo>
                    <a:pt x="2575020" y="820172"/>
                  </a:lnTo>
                  <a:lnTo>
                    <a:pt x="2929390" y="820172"/>
                  </a:lnTo>
                  <a:close/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lumMod val="5000"/>
                      <a:lumOff val="95000"/>
                      <a:alpha val="0"/>
                    </a:schemeClr>
                  </a:gs>
                  <a:gs pos="0">
                    <a:schemeClr val="accent2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4" name="子陵职场PPT2-2"/>
            <p:cNvSpPr/>
            <p:nvPr/>
          </p:nvSpPr>
          <p:spPr>
            <a:xfrm flipH="1">
              <a:off x="5038" y="3465"/>
              <a:ext cx="9350" cy="7576"/>
            </a:xfrm>
            <a:custGeom>
              <a:avLst/>
              <a:gdLst>
                <a:gd name="connsiteX0" fmla="*/ 2186440 w 4372879"/>
                <a:gd name="connsiteY0" fmla="*/ 0 h 5172254"/>
                <a:gd name="connsiteX1" fmla="*/ 1443490 w 4372879"/>
                <a:gd name="connsiteY1" fmla="*/ 820172 h 5172254"/>
                <a:gd name="connsiteX2" fmla="*/ 1797859 w 4372879"/>
                <a:gd name="connsiteY2" fmla="*/ 820172 h 5172254"/>
                <a:gd name="connsiteX3" fmla="*/ 1804336 w 4372879"/>
                <a:gd name="connsiteY3" fmla="*/ 958683 h 5172254"/>
                <a:gd name="connsiteX4" fmla="*/ 1802292 w 4372879"/>
                <a:gd name="connsiteY4" fmla="*/ 1301048 h 5172254"/>
                <a:gd name="connsiteX5" fmla="*/ 1785926 w 4372879"/>
                <a:gd name="connsiteY5" fmla="*/ 1538120 h 5172254"/>
                <a:gd name="connsiteX6" fmla="*/ 1785693 w 4372879"/>
                <a:gd name="connsiteY6" fmla="*/ 1546931 h 5172254"/>
                <a:gd name="connsiteX7" fmla="*/ 1782851 w 4372879"/>
                <a:gd name="connsiteY7" fmla="*/ 1582658 h 5172254"/>
                <a:gd name="connsiteX8" fmla="*/ 1778338 w 4372879"/>
                <a:gd name="connsiteY8" fmla="*/ 1648035 h 5172254"/>
                <a:gd name="connsiteX9" fmla="*/ 1776620 w 4372879"/>
                <a:gd name="connsiteY9" fmla="*/ 1660998 h 5172254"/>
                <a:gd name="connsiteX10" fmla="*/ 1768487 w 4372879"/>
                <a:gd name="connsiteY10" fmla="*/ 1763253 h 5172254"/>
                <a:gd name="connsiteX11" fmla="*/ 1700971 w 4372879"/>
                <a:gd name="connsiteY11" fmla="*/ 2186194 h 5172254"/>
                <a:gd name="connsiteX12" fmla="*/ 1678352 w 4372879"/>
                <a:gd name="connsiteY12" fmla="*/ 2270296 h 5172254"/>
                <a:gd name="connsiteX13" fmla="*/ 1662397 w 4372879"/>
                <a:gd name="connsiteY13" fmla="*/ 2351285 h 5172254"/>
                <a:gd name="connsiteX14" fmla="*/ 138490 w 4372879"/>
                <a:gd name="connsiteY14" fmla="*/ 5049820 h 5172254"/>
                <a:gd name="connsiteX15" fmla="*/ 0 w 4372879"/>
                <a:gd name="connsiteY15" fmla="*/ 5172254 h 5172254"/>
                <a:gd name="connsiteX16" fmla="*/ 1943968 w 4372879"/>
                <a:gd name="connsiteY16" fmla="*/ 5172254 h 5172254"/>
                <a:gd name="connsiteX17" fmla="*/ 2428911 w 4372879"/>
                <a:gd name="connsiteY17" fmla="*/ 5172254 h 5172254"/>
                <a:gd name="connsiteX18" fmla="*/ 4372879 w 4372879"/>
                <a:gd name="connsiteY18" fmla="*/ 5172254 h 5172254"/>
                <a:gd name="connsiteX19" fmla="*/ 4234389 w 4372879"/>
                <a:gd name="connsiteY19" fmla="*/ 5049820 h 5172254"/>
                <a:gd name="connsiteX20" fmla="*/ 2710482 w 4372879"/>
                <a:gd name="connsiteY20" fmla="*/ 2351285 h 5172254"/>
                <a:gd name="connsiteX21" fmla="*/ 2694527 w 4372879"/>
                <a:gd name="connsiteY21" fmla="*/ 2270296 h 5172254"/>
                <a:gd name="connsiteX22" fmla="*/ 2671908 w 4372879"/>
                <a:gd name="connsiteY22" fmla="*/ 2186194 h 5172254"/>
                <a:gd name="connsiteX23" fmla="*/ 2604392 w 4372879"/>
                <a:gd name="connsiteY23" fmla="*/ 1763253 h 5172254"/>
                <a:gd name="connsiteX24" fmla="*/ 2596259 w 4372879"/>
                <a:gd name="connsiteY24" fmla="*/ 1660998 h 5172254"/>
                <a:gd name="connsiteX25" fmla="*/ 2594541 w 4372879"/>
                <a:gd name="connsiteY25" fmla="*/ 1648035 h 5172254"/>
                <a:gd name="connsiteX26" fmla="*/ 2590028 w 4372879"/>
                <a:gd name="connsiteY26" fmla="*/ 1582658 h 5172254"/>
                <a:gd name="connsiteX27" fmla="*/ 2587186 w 4372879"/>
                <a:gd name="connsiteY27" fmla="*/ 1546931 h 5172254"/>
                <a:gd name="connsiteX28" fmla="*/ 2586953 w 4372879"/>
                <a:gd name="connsiteY28" fmla="*/ 1538120 h 5172254"/>
                <a:gd name="connsiteX29" fmla="*/ 2570587 w 4372879"/>
                <a:gd name="connsiteY29" fmla="*/ 1301048 h 5172254"/>
                <a:gd name="connsiteX30" fmla="*/ 2568543 w 4372879"/>
                <a:gd name="connsiteY30" fmla="*/ 958683 h 5172254"/>
                <a:gd name="connsiteX31" fmla="*/ 2575020 w 4372879"/>
                <a:gd name="connsiteY31" fmla="*/ 820172 h 5172254"/>
                <a:gd name="connsiteX32" fmla="*/ 2929390 w 4372879"/>
                <a:gd name="connsiteY32" fmla="*/ 820172 h 5172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372879" h="5172254">
                  <a:moveTo>
                    <a:pt x="2186440" y="0"/>
                  </a:moveTo>
                  <a:lnTo>
                    <a:pt x="1443490" y="820172"/>
                  </a:lnTo>
                  <a:lnTo>
                    <a:pt x="1797859" y="820172"/>
                  </a:lnTo>
                  <a:lnTo>
                    <a:pt x="1804336" y="958683"/>
                  </a:lnTo>
                  <a:cubicBezTo>
                    <a:pt x="1807243" y="1071907"/>
                    <a:pt x="1806593" y="1186092"/>
                    <a:pt x="1802292" y="1301048"/>
                  </a:cubicBezTo>
                  <a:lnTo>
                    <a:pt x="1785926" y="1538120"/>
                  </a:lnTo>
                  <a:lnTo>
                    <a:pt x="1785693" y="1546931"/>
                  </a:lnTo>
                  <a:lnTo>
                    <a:pt x="1782851" y="1582658"/>
                  </a:lnTo>
                  <a:lnTo>
                    <a:pt x="1778338" y="1648035"/>
                  </a:lnTo>
                  <a:lnTo>
                    <a:pt x="1776620" y="1660998"/>
                  </a:lnTo>
                  <a:lnTo>
                    <a:pt x="1768487" y="1763253"/>
                  </a:lnTo>
                  <a:cubicBezTo>
                    <a:pt x="1753276" y="1906449"/>
                    <a:pt x="1730647" y="2047548"/>
                    <a:pt x="1700971" y="2186194"/>
                  </a:cubicBezTo>
                  <a:lnTo>
                    <a:pt x="1678352" y="2270296"/>
                  </a:lnTo>
                  <a:lnTo>
                    <a:pt x="1662397" y="2351285"/>
                  </a:lnTo>
                  <a:cubicBezTo>
                    <a:pt x="1409702" y="3451273"/>
                    <a:pt x="855698" y="4386116"/>
                    <a:pt x="138490" y="5049820"/>
                  </a:cubicBezTo>
                  <a:lnTo>
                    <a:pt x="0" y="5172254"/>
                  </a:lnTo>
                  <a:lnTo>
                    <a:pt x="1943968" y="5172254"/>
                  </a:lnTo>
                  <a:lnTo>
                    <a:pt x="2428911" y="5172254"/>
                  </a:lnTo>
                  <a:lnTo>
                    <a:pt x="4372879" y="5172254"/>
                  </a:lnTo>
                  <a:lnTo>
                    <a:pt x="4234389" y="5049820"/>
                  </a:lnTo>
                  <a:cubicBezTo>
                    <a:pt x="3517181" y="4386116"/>
                    <a:pt x="2963177" y="3451273"/>
                    <a:pt x="2710482" y="2351285"/>
                  </a:cubicBezTo>
                  <a:lnTo>
                    <a:pt x="2694527" y="2270296"/>
                  </a:lnTo>
                  <a:lnTo>
                    <a:pt x="2671908" y="2186194"/>
                  </a:lnTo>
                  <a:cubicBezTo>
                    <a:pt x="2642232" y="2047548"/>
                    <a:pt x="2619603" y="1906449"/>
                    <a:pt x="2604392" y="1763253"/>
                  </a:cubicBezTo>
                  <a:lnTo>
                    <a:pt x="2596259" y="1660998"/>
                  </a:lnTo>
                  <a:lnTo>
                    <a:pt x="2594541" y="1648035"/>
                  </a:lnTo>
                  <a:lnTo>
                    <a:pt x="2590028" y="1582658"/>
                  </a:lnTo>
                  <a:lnTo>
                    <a:pt x="2587186" y="1546931"/>
                  </a:lnTo>
                  <a:lnTo>
                    <a:pt x="2586953" y="1538120"/>
                  </a:lnTo>
                  <a:lnTo>
                    <a:pt x="2570587" y="1301048"/>
                  </a:lnTo>
                  <a:cubicBezTo>
                    <a:pt x="2566286" y="1186092"/>
                    <a:pt x="2565636" y="1071907"/>
                    <a:pt x="2568543" y="958683"/>
                  </a:cubicBezTo>
                  <a:lnTo>
                    <a:pt x="2575020" y="820172"/>
                  </a:lnTo>
                  <a:lnTo>
                    <a:pt x="2929390" y="820172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alpha val="100000"/>
                  </a:schemeClr>
                </a:gs>
                <a:gs pos="78000">
                  <a:schemeClr val="accent2">
                    <a:alpha val="0"/>
                  </a:schemeClr>
                </a:gs>
              </a:gsLst>
              <a:lin ang="5400000" scaled="1"/>
            </a:gra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sp>
        <p:nvSpPr>
          <p:cNvPr id="42" name="子陵职场PPT3"/>
          <p:cNvSpPr/>
          <p:nvPr>
            <p:custDataLst>
              <p:tags r:id="rId1"/>
            </p:custDataLst>
          </p:nvPr>
        </p:nvSpPr>
        <p:spPr>
          <a:xfrm rot="10800000">
            <a:off x="4307205" y="3672205"/>
            <a:ext cx="3933825" cy="1311275"/>
          </a:xfrm>
          <a:prstGeom prst="arc">
            <a:avLst>
              <a:gd name="adj1" fmla="val 9452879"/>
              <a:gd name="adj2" fmla="val 1362437"/>
            </a:avLst>
          </a:prstGeom>
          <a:noFill/>
          <a:ln w="31750">
            <a:gradFill>
              <a:gsLst>
                <a:gs pos="0">
                  <a:schemeClr val="accent2">
                    <a:alpha val="0"/>
                  </a:schemeClr>
                </a:gs>
                <a:gs pos="73000">
                  <a:schemeClr val="accent2">
                    <a:alpha val="25000"/>
                  </a:schemeClr>
                </a:gs>
                <a:gs pos="100000">
                  <a:schemeClr val="accent2">
                    <a:alpha val="40000"/>
                  </a:schemeClr>
                </a:gs>
                <a:gs pos="57000">
                  <a:schemeClr val="accent2">
                    <a:alpha val="20000"/>
                  </a:schemeClr>
                </a:gs>
                <a:gs pos="44000">
                  <a:schemeClr val="accent2">
                    <a:alpha val="5000"/>
                  </a:schemeClr>
                </a:gs>
              </a:gsLst>
              <a:lin ang="16200000" scaled="0"/>
            </a:gradFill>
          </a:ln>
          <a:effectLst>
            <a:outerShdw blurRad="901700" dist="317500" dir="2700000" algn="tl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olidFill>
                <a:schemeClr val="lt1"/>
              </a:solidFill>
              <a:latin typeface="+mn-ea"/>
              <a:cs typeface="HarmonyOS Sans SC" panose="00000500000000000000" charset="-122"/>
              <a:sym typeface="+mn-ea"/>
            </a:endParaRPr>
          </a:p>
        </p:txBody>
      </p:sp>
      <p:sp>
        <p:nvSpPr>
          <p:cNvPr id="5" name="子陵职场PPT4"/>
          <p:cNvSpPr/>
          <p:nvPr>
            <p:custDataLst>
              <p:tags r:id="rId2"/>
            </p:custDataLst>
          </p:nvPr>
        </p:nvSpPr>
        <p:spPr>
          <a:xfrm>
            <a:off x="3858895" y="4053205"/>
            <a:ext cx="1282065" cy="3962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2"/>
              </a:gs>
              <a:gs pos="100000">
                <a:schemeClr val="accent2">
                  <a:lumMod val="9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bg1"/>
            </a:solidFill>
          </a:ln>
          <a:effectLst>
            <a:outerShdw blurRad="254000" dist="123444" dir="5400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400" b="1" dirty="0">
              <a:solidFill>
                <a:schemeClr val="bg1"/>
              </a:solidFill>
              <a:latin typeface="+mn-ea"/>
              <a:cs typeface="HarmonyOS Sans SC" panose="00000500000000000000" charset="-122"/>
              <a:sym typeface="+mn-ea"/>
            </a:endParaRPr>
          </a:p>
        </p:txBody>
      </p:sp>
      <p:sp>
        <p:nvSpPr>
          <p:cNvPr id="6" name="子陵职场PPT5"/>
          <p:cNvSpPr/>
          <p:nvPr>
            <p:custDataLst>
              <p:tags r:id="rId3"/>
            </p:custDataLst>
          </p:nvPr>
        </p:nvSpPr>
        <p:spPr>
          <a:xfrm>
            <a:off x="5026660" y="4710430"/>
            <a:ext cx="1346835" cy="3962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2"/>
              </a:gs>
              <a:gs pos="100000">
                <a:schemeClr val="accent2">
                  <a:lumMod val="9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bg1"/>
            </a:solidFill>
          </a:ln>
          <a:effectLst>
            <a:outerShdw blurRad="254000" dist="123444" dir="5400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400" b="1" dirty="0">
              <a:solidFill>
                <a:schemeClr val="bg1"/>
              </a:solidFill>
              <a:latin typeface="+mn-ea"/>
              <a:cs typeface="HarmonyOS Sans SC" panose="00000500000000000000" charset="-122"/>
              <a:sym typeface="+mn-ea"/>
            </a:endParaRPr>
          </a:p>
        </p:txBody>
      </p:sp>
      <p:sp>
        <p:nvSpPr>
          <p:cNvPr id="7" name="子陵职场PPT6"/>
          <p:cNvSpPr/>
          <p:nvPr>
            <p:custDataLst>
              <p:tags r:id="rId4"/>
            </p:custDataLst>
          </p:nvPr>
        </p:nvSpPr>
        <p:spPr>
          <a:xfrm>
            <a:off x="6842760" y="4710430"/>
            <a:ext cx="1181100" cy="3962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2"/>
              </a:gs>
              <a:gs pos="100000">
                <a:schemeClr val="accent2">
                  <a:lumMod val="9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bg1"/>
            </a:solidFill>
          </a:ln>
          <a:effectLst>
            <a:outerShdw blurRad="254000" dist="123444" dir="5400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400" b="1" dirty="0">
              <a:solidFill>
                <a:schemeClr val="bg1"/>
              </a:solidFill>
              <a:latin typeface="+mn-ea"/>
              <a:cs typeface="HarmonyOS Sans SC" panose="00000500000000000000" charset="-122"/>
              <a:sym typeface="+mn-ea"/>
            </a:endParaRPr>
          </a:p>
        </p:txBody>
      </p:sp>
      <p:sp>
        <p:nvSpPr>
          <p:cNvPr id="8" name="子陵职场PPT7"/>
          <p:cNvSpPr/>
          <p:nvPr>
            <p:custDataLst>
              <p:tags r:id="rId5"/>
            </p:custDataLst>
          </p:nvPr>
        </p:nvSpPr>
        <p:spPr>
          <a:xfrm>
            <a:off x="7452360" y="4053205"/>
            <a:ext cx="1181100" cy="3962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2"/>
              </a:gs>
              <a:gs pos="100000">
                <a:schemeClr val="accent2">
                  <a:lumMod val="9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bg1"/>
            </a:solidFill>
          </a:ln>
          <a:effectLst>
            <a:outerShdw blurRad="254000" dist="123444" dir="5400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400" b="1" dirty="0">
              <a:solidFill>
                <a:schemeClr val="bg1"/>
              </a:solidFill>
              <a:latin typeface="+mn-ea"/>
              <a:cs typeface="HarmonyOS Sans SC" panose="00000500000000000000" charset="-122"/>
              <a:sym typeface="+mn-ea"/>
            </a:endParaRPr>
          </a:p>
        </p:txBody>
      </p:sp>
      <p:sp>
        <p:nvSpPr>
          <p:cNvPr id="10" name="子陵职场PPT8"/>
          <p:cNvSpPr txBox="1"/>
          <p:nvPr/>
        </p:nvSpPr>
        <p:spPr>
          <a:xfrm>
            <a:off x="5503545" y="3444875"/>
            <a:ext cx="1417320" cy="589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zh-CN" altLang="en-US" sz="3600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  <a:sym typeface="+mn-ea"/>
              </a:rPr>
              <a:t>措施</a:t>
            </a:r>
            <a:endParaRPr lang="zh-CN" altLang="en-US" sz="3600">
              <a:solidFill>
                <a:schemeClr val="bg1"/>
              </a:solidFill>
              <a:effectLst/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45" name="子陵职场PPT11"/>
          <p:cNvSpPr/>
          <p:nvPr/>
        </p:nvSpPr>
        <p:spPr>
          <a:xfrm flipV="1">
            <a:off x="508000" y="1910080"/>
            <a:ext cx="3024000" cy="1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55000"/>
                  <a:lumOff val="45000"/>
                  <a:alpha val="73000"/>
                </a:schemeClr>
              </a:gs>
              <a:gs pos="70000">
                <a:schemeClr val="accent1">
                  <a:lumMod val="62000"/>
                  <a:lumOff val="38000"/>
                </a:scheme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6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176" name="子陵职场PPT13"/>
          <p:cNvSpPr/>
          <p:nvPr>
            <p:custDataLst>
              <p:tags r:id="rId6"/>
            </p:custDataLst>
          </p:nvPr>
        </p:nvSpPr>
        <p:spPr>
          <a:xfrm rot="2700000">
            <a:off x="553720" y="2183130"/>
            <a:ext cx="92710" cy="92710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79400" dist="88900" dir="2700000" algn="tl" rotWithShape="0">
              <a:schemeClr val="accent1">
                <a:alpha val="2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77" name="子陵职场PPT14"/>
          <p:cNvSpPr/>
          <p:nvPr>
            <p:custDataLst>
              <p:tags r:id="rId7"/>
            </p:custDataLst>
          </p:nvPr>
        </p:nvSpPr>
        <p:spPr>
          <a:xfrm rot="2700000">
            <a:off x="530225" y="2160270"/>
            <a:ext cx="139065" cy="139065"/>
          </a:xfrm>
          <a:prstGeom prst="ellipse">
            <a:avLst/>
          </a:prstGeom>
          <a:noFill/>
          <a:ln w="3175">
            <a:solidFill>
              <a:schemeClr val="accent3"/>
            </a:solidFill>
          </a:ln>
          <a:effectLst>
            <a:outerShdw blurRad="279400" dist="88900" dir="2700000" algn="tl" rotWithShape="0">
              <a:schemeClr val="accent1">
                <a:alpha val="2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8" name="子陵职场PPT16"/>
          <p:cNvSpPr/>
          <p:nvPr>
            <p:custDataLst>
              <p:tags r:id="rId8"/>
            </p:custDataLst>
          </p:nvPr>
        </p:nvSpPr>
        <p:spPr>
          <a:xfrm flipV="1">
            <a:off x="550545" y="3286125"/>
            <a:ext cx="2868295" cy="14414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" scaled="0"/>
          </a:gradFill>
          <a:ln>
            <a:noFill/>
          </a:ln>
          <a:effectLst>
            <a:outerShdw blurRad="381000" dist="63500" dir="2700000" sx="101000" sy="101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+mn-ea"/>
            </a:endParaRPr>
          </a:p>
        </p:txBody>
      </p:sp>
      <p:sp>
        <p:nvSpPr>
          <p:cNvPr id="19" name="子陵职场PPT17"/>
          <p:cNvSpPr/>
          <p:nvPr>
            <p:custDataLst>
              <p:tags r:id="rId9"/>
            </p:custDataLst>
          </p:nvPr>
        </p:nvSpPr>
        <p:spPr>
          <a:xfrm>
            <a:off x="588645" y="3312160"/>
            <a:ext cx="2303780" cy="9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85000"/>
                  <a:lumOff val="15000"/>
                </a:schemeClr>
              </a:gs>
              <a:gs pos="70000">
                <a:schemeClr val="accent1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54000" dist="76200" dir="5400000" algn="t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6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20" name="子陵职场PPT18"/>
          <p:cNvSpPr/>
          <p:nvPr>
            <p:custDataLst>
              <p:tags r:id="rId10"/>
            </p:custDataLst>
          </p:nvPr>
        </p:nvSpPr>
        <p:spPr>
          <a:xfrm>
            <a:off x="2632075" y="3256915"/>
            <a:ext cx="541655" cy="17970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1">
                  <a:lumMod val="97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bg1"/>
            </a:solidFill>
          </a:ln>
          <a:effectLst>
            <a:outerShdw blurRad="411480" dist="123444" dir="5400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+mn-ea"/>
                <a:cs typeface="HarmonyOS Sans SC" panose="00000500000000000000" charset="-122"/>
              </a:rPr>
              <a:t>90%</a:t>
            </a:r>
            <a:endParaRPr lang="en-US" altLang="zh-CN" sz="1000" dirty="0">
              <a:solidFill>
                <a:schemeClr val="bg1"/>
              </a:solidFill>
              <a:latin typeface="+mn-ea"/>
              <a:cs typeface="HarmonyOS Sans SC" panose="00000500000000000000" charset="-122"/>
            </a:endParaRPr>
          </a:p>
        </p:txBody>
      </p:sp>
      <p:sp>
        <p:nvSpPr>
          <p:cNvPr id="30" name="子陵职场PPT19"/>
          <p:cNvSpPr/>
          <p:nvPr>
            <p:custDataLst>
              <p:tags r:id="rId11"/>
            </p:custDataLst>
          </p:nvPr>
        </p:nvSpPr>
        <p:spPr>
          <a:xfrm rot="2700000">
            <a:off x="553720" y="3649980"/>
            <a:ext cx="92710" cy="92710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79400" dist="88900" dir="2700000" algn="tl" rotWithShape="0">
              <a:schemeClr val="accent1">
                <a:alpha val="2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31" name="子陵职场PPT20"/>
          <p:cNvSpPr/>
          <p:nvPr>
            <p:custDataLst>
              <p:tags r:id="rId12"/>
            </p:custDataLst>
          </p:nvPr>
        </p:nvSpPr>
        <p:spPr>
          <a:xfrm rot="2700000">
            <a:off x="530225" y="3627120"/>
            <a:ext cx="139065" cy="139065"/>
          </a:xfrm>
          <a:prstGeom prst="ellipse">
            <a:avLst/>
          </a:prstGeom>
          <a:noFill/>
          <a:ln w="3175">
            <a:solidFill>
              <a:schemeClr val="accent3"/>
            </a:solidFill>
          </a:ln>
          <a:effectLst>
            <a:outerShdw blurRad="279400" dist="88900" dir="2700000" algn="tl" rotWithShape="0">
              <a:schemeClr val="accent1">
                <a:alpha val="2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34" name="子陵职场PPT22"/>
          <p:cNvSpPr/>
          <p:nvPr>
            <p:custDataLst>
              <p:tags r:id="rId13"/>
            </p:custDataLst>
          </p:nvPr>
        </p:nvSpPr>
        <p:spPr>
          <a:xfrm flipV="1">
            <a:off x="550545" y="4716780"/>
            <a:ext cx="2868295" cy="14414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" scaled="0"/>
          </a:gradFill>
          <a:ln>
            <a:noFill/>
          </a:ln>
          <a:effectLst>
            <a:outerShdw blurRad="381000" dist="63500" dir="2700000" sx="101000" sy="101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+mn-ea"/>
            </a:endParaRPr>
          </a:p>
        </p:txBody>
      </p:sp>
      <p:sp>
        <p:nvSpPr>
          <p:cNvPr id="35" name="子陵职场PPT23"/>
          <p:cNvSpPr/>
          <p:nvPr>
            <p:custDataLst>
              <p:tags r:id="rId14"/>
            </p:custDataLst>
          </p:nvPr>
        </p:nvSpPr>
        <p:spPr>
          <a:xfrm>
            <a:off x="588645" y="4741545"/>
            <a:ext cx="2051685" cy="9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85000"/>
                  <a:lumOff val="15000"/>
                </a:schemeClr>
              </a:gs>
              <a:gs pos="70000">
                <a:schemeClr val="accent1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54000" dist="76200" dir="5400000" algn="t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6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36" name="子陵职场PPT24"/>
          <p:cNvSpPr/>
          <p:nvPr>
            <p:custDataLst>
              <p:tags r:id="rId15"/>
            </p:custDataLst>
          </p:nvPr>
        </p:nvSpPr>
        <p:spPr>
          <a:xfrm>
            <a:off x="2193925" y="4683760"/>
            <a:ext cx="541655" cy="17970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1">
                  <a:lumMod val="97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bg1"/>
            </a:solidFill>
          </a:ln>
          <a:effectLst>
            <a:outerShdw blurRad="411480" dist="123444" dir="5400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+mn-ea"/>
                <a:cs typeface="HarmonyOS Sans SC" panose="00000500000000000000" charset="-122"/>
              </a:rPr>
              <a:t>80%</a:t>
            </a:r>
            <a:endParaRPr lang="en-US" altLang="zh-CN" sz="1000" dirty="0">
              <a:solidFill>
                <a:schemeClr val="bg1"/>
              </a:solidFill>
              <a:latin typeface="+mn-ea"/>
              <a:cs typeface="HarmonyOS Sans SC" panose="00000500000000000000" charset="-122"/>
            </a:endParaRPr>
          </a:p>
        </p:txBody>
      </p:sp>
      <p:sp>
        <p:nvSpPr>
          <p:cNvPr id="38" name="子陵职场PPT25"/>
          <p:cNvSpPr/>
          <p:nvPr>
            <p:custDataLst>
              <p:tags r:id="rId16"/>
            </p:custDataLst>
          </p:nvPr>
        </p:nvSpPr>
        <p:spPr>
          <a:xfrm rot="2700000">
            <a:off x="553720" y="5059680"/>
            <a:ext cx="92710" cy="92710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79400" dist="88900" dir="2700000" algn="tl" rotWithShape="0">
              <a:schemeClr val="accent1">
                <a:alpha val="2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39" name="子陵职场PPT26"/>
          <p:cNvSpPr/>
          <p:nvPr>
            <p:custDataLst>
              <p:tags r:id="rId17"/>
            </p:custDataLst>
          </p:nvPr>
        </p:nvSpPr>
        <p:spPr>
          <a:xfrm rot="2700000">
            <a:off x="530225" y="5036820"/>
            <a:ext cx="139065" cy="139065"/>
          </a:xfrm>
          <a:prstGeom prst="ellipse">
            <a:avLst/>
          </a:prstGeom>
          <a:noFill/>
          <a:ln w="3175">
            <a:solidFill>
              <a:schemeClr val="accent3"/>
            </a:solidFill>
          </a:ln>
          <a:effectLst>
            <a:outerShdw blurRad="279400" dist="88900" dir="2700000" algn="tl" rotWithShape="0">
              <a:schemeClr val="accent1">
                <a:alpha val="2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43" name="子陵职场PPT27"/>
          <p:cNvSpPr/>
          <p:nvPr>
            <p:custDataLst>
              <p:tags r:id="rId18"/>
            </p:custDataLst>
          </p:nvPr>
        </p:nvSpPr>
        <p:spPr>
          <a:xfrm flipV="1">
            <a:off x="550545" y="6082030"/>
            <a:ext cx="2868295" cy="14414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" scaled="0"/>
          </a:gradFill>
          <a:ln>
            <a:noFill/>
          </a:ln>
          <a:effectLst>
            <a:outerShdw blurRad="381000" dist="63500" dir="2700000" sx="101000" sy="101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+mn-ea"/>
            </a:endParaRPr>
          </a:p>
        </p:txBody>
      </p:sp>
      <p:sp>
        <p:nvSpPr>
          <p:cNvPr id="44" name="子陵职场PPT29"/>
          <p:cNvSpPr/>
          <p:nvPr>
            <p:custDataLst>
              <p:tags r:id="rId19"/>
            </p:custDataLst>
          </p:nvPr>
        </p:nvSpPr>
        <p:spPr>
          <a:xfrm>
            <a:off x="588645" y="6107430"/>
            <a:ext cx="2303780" cy="9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85000"/>
                  <a:lumOff val="15000"/>
                </a:schemeClr>
              </a:gs>
              <a:gs pos="70000">
                <a:schemeClr val="accent1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54000" dist="76200" dir="5400000" algn="t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6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46" name="子陵职场PPT30"/>
          <p:cNvSpPr/>
          <p:nvPr>
            <p:custDataLst>
              <p:tags r:id="rId20"/>
            </p:custDataLst>
          </p:nvPr>
        </p:nvSpPr>
        <p:spPr>
          <a:xfrm>
            <a:off x="2834640" y="6060440"/>
            <a:ext cx="582930" cy="1701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1">
                  <a:lumMod val="97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bg1"/>
            </a:solidFill>
          </a:ln>
          <a:effectLst>
            <a:outerShdw blurRad="411480" dist="123444" dir="5400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+mn-ea"/>
                <a:cs typeface="HarmonyOS Sans SC" panose="00000500000000000000" charset="-122"/>
              </a:rPr>
              <a:t>100%</a:t>
            </a:r>
            <a:endParaRPr lang="en-US" altLang="zh-CN" sz="1000" dirty="0">
              <a:solidFill>
                <a:schemeClr val="bg1"/>
              </a:solidFill>
              <a:latin typeface="+mn-ea"/>
              <a:cs typeface="HarmonyOS Sans SC" panose="00000500000000000000" charset="-122"/>
            </a:endParaRPr>
          </a:p>
        </p:txBody>
      </p:sp>
      <p:grpSp>
        <p:nvGrpSpPr>
          <p:cNvPr id="104" name="子陵职场PPT34"/>
          <p:cNvGrpSpPr/>
          <p:nvPr/>
        </p:nvGrpSpPr>
        <p:grpSpPr>
          <a:xfrm>
            <a:off x="8716645" y="2179320"/>
            <a:ext cx="138430" cy="138430"/>
            <a:chOff x="13715" y="3502"/>
            <a:chExt cx="218" cy="218"/>
          </a:xfrm>
        </p:grpSpPr>
        <p:sp>
          <p:nvSpPr>
            <p:cNvPr id="83" name="子陵职场PPT34-1"/>
            <p:cNvSpPr/>
            <p:nvPr>
              <p:custDataLst>
                <p:tags r:id="rId21"/>
              </p:custDataLst>
            </p:nvPr>
          </p:nvSpPr>
          <p:spPr>
            <a:xfrm rot="2700000">
              <a:off x="13752" y="3538"/>
              <a:ext cx="146" cy="146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85000"/>
                    <a:lumOff val="15000"/>
                  </a:schemeClr>
                </a:gs>
                <a:gs pos="70000">
                  <a:schemeClr val="accent2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15900" dist="63500" dir="5400000" algn="t" rotWithShape="0">
                <a:schemeClr val="accent2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 sz="1400" b="1" dirty="0">
                <a:solidFill>
                  <a:srgbClr val="FFFFFF"/>
                </a:solidFill>
                <a:ea typeface="+mn-lt"/>
                <a:cs typeface="+mn-lt"/>
                <a:sym typeface="+mn-ea"/>
              </a:endParaRPr>
            </a:p>
          </p:txBody>
        </p:sp>
        <p:sp>
          <p:nvSpPr>
            <p:cNvPr id="84" name="子陵职场PPT34-2"/>
            <p:cNvSpPr/>
            <p:nvPr>
              <p:custDataLst>
                <p:tags r:id="rId22"/>
              </p:custDataLst>
            </p:nvPr>
          </p:nvSpPr>
          <p:spPr>
            <a:xfrm rot="2700000">
              <a:off x="13715" y="3502"/>
              <a:ext cx="219" cy="219"/>
            </a:xfrm>
            <a:prstGeom prst="ellipse">
              <a:avLst/>
            </a:prstGeom>
            <a:noFill/>
            <a:ln w="3175">
              <a:solidFill>
                <a:schemeClr val="accent4"/>
              </a:solidFill>
            </a:ln>
            <a:effectLst>
              <a:outerShdw blurRad="279400" dist="88900" dir="2700000" algn="tl" rotWithShape="0">
                <a:schemeClr val="accent1">
                  <a:alpha val="2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sp>
        <p:nvSpPr>
          <p:cNvPr id="91" name="子陵职场PPT36"/>
          <p:cNvSpPr txBox="1"/>
          <p:nvPr>
            <p:custDataLst>
              <p:tags r:id="rId23"/>
            </p:custDataLst>
          </p:nvPr>
        </p:nvSpPr>
        <p:spPr>
          <a:xfrm>
            <a:off x="8884285" y="3466465"/>
            <a:ext cx="301117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400" b="1" dirty="0">
              <a:solidFill>
                <a:prstClr val="black">
                  <a:lumMod val="75000"/>
                  <a:lumOff val="25000"/>
                </a:prstClr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97" name="子陵职场PPT37"/>
          <p:cNvSpPr txBox="1"/>
          <p:nvPr>
            <p:custDataLst>
              <p:tags r:id="rId24"/>
            </p:custDataLst>
          </p:nvPr>
        </p:nvSpPr>
        <p:spPr>
          <a:xfrm>
            <a:off x="8884285" y="4876165"/>
            <a:ext cx="30118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endParaRPr lang="zh-CN" altLang="en-US" sz="1400" b="1" dirty="0">
              <a:gradFill>
                <a:gsLst>
                  <a:gs pos="10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</a:gsLst>
                <a:path path="circle">
                  <a:fillToRect r="100000" b="100000"/>
                </a:path>
              </a:gradFill>
              <a:cs typeface="HarmonyOS Sans SC" panose="00000500000000000000" charset="-122"/>
              <a:sym typeface="+mn-ea"/>
            </a:endParaRPr>
          </a:p>
        </p:txBody>
      </p:sp>
      <p:sp>
        <p:nvSpPr>
          <p:cNvPr id="101" name="子陵职场PPT38"/>
          <p:cNvSpPr/>
          <p:nvPr/>
        </p:nvSpPr>
        <p:spPr>
          <a:xfrm>
            <a:off x="8671265" y="1910166"/>
            <a:ext cx="3024000" cy="1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85000"/>
                  <a:lumOff val="15000"/>
                </a:schemeClr>
              </a:gs>
              <a:gs pos="70000">
                <a:schemeClr val="accent2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54000" dist="76200" dir="5400000" algn="t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00" dirty="0">
              <a:solidFill>
                <a:srgbClr val="FFFFFF"/>
              </a:solidFill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102" name="子陵职场PPT39"/>
          <p:cNvSpPr/>
          <p:nvPr>
            <p:custDataLst>
              <p:tags r:id="rId25"/>
            </p:custDataLst>
          </p:nvPr>
        </p:nvSpPr>
        <p:spPr>
          <a:xfrm flipV="1">
            <a:off x="8654775" y="3271128"/>
            <a:ext cx="2869200" cy="144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" scaled="0"/>
          </a:gradFill>
          <a:ln>
            <a:noFill/>
          </a:ln>
          <a:effectLst>
            <a:outerShdw blurRad="381000" dist="63500" dir="2700000" sx="101000" sy="101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+mn-ea"/>
            </a:endParaRPr>
          </a:p>
        </p:txBody>
      </p:sp>
      <p:sp>
        <p:nvSpPr>
          <p:cNvPr id="103" name="子陵职场PPT40"/>
          <p:cNvSpPr/>
          <p:nvPr/>
        </p:nvSpPr>
        <p:spPr>
          <a:xfrm>
            <a:off x="8712200" y="3302635"/>
            <a:ext cx="2304000" cy="9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85000"/>
                  <a:lumOff val="15000"/>
                </a:schemeClr>
              </a:gs>
              <a:gs pos="70000">
                <a:schemeClr val="accent2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15900" dist="63500" dir="5400000" algn="t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00" dirty="0">
              <a:solidFill>
                <a:srgbClr val="FFFFFF"/>
              </a:solidFill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105" name="子陵职场PPT41"/>
          <p:cNvSpPr/>
          <p:nvPr/>
        </p:nvSpPr>
        <p:spPr>
          <a:xfrm>
            <a:off x="10763250" y="3247857"/>
            <a:ext cx="540000" cy="18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2"/>
              </a:gs>
              <a:gs pos="100000">
                <a:schemeClr val="accent2">
                  <a:lumMod val="9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bg1"/>
            </a:solidFill>
          </a:ln>
          <a:effectLst>
            <a:outerShdw blurRad="254000" dist="123444" dir="5400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+mn-ea"/>
                <a:cs typeface="HarmonyOS Sans SC" panose="00000500000000000000" charset="-122"/>
              </a:rPr>
              <a:t>95%</a:t>
            </a:r>
            <a:endParaRPr lang="zh-CN" altLang="en-US" sz="1000" dirty="0">
              <a:solidFill>
                <a:schemeClr val="bg1"/>
              </a:solidFill>
              <a:latin typeface="+mn-ea"/>
              <a:cs typeface="HarmonyOS Sans SC" panose="00000500000000000000" charset="-122"/>
            </a:endParaRPr>
          </a:p>
        </p:txBody>
      </p:sp>
      <p:sp>
        <p:nvSpPr>
          <p:cNvPr id="106" name="子陵职场PPT42"/>
          <p:cNvSpPr/>
          <p:nvPr>
            <p:custDataLst>
              <p:tags r:id="rId26"/>
            </p:custDataLst>
          </p:nvPr>
        </p:nvSpPr>
        <p:spPr>
          <a:xfrm flipV="1">
            <a:off x="8654775" y="4701783"/>
            <a:ext cx="2869200" cy="144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" scaled="0"/>
          </a:gradFill>
          <a:ln>
            <a:noFill/>
          </a:ln>
          <a:effectLst>
            <a:outerShdw blurRad="381000" dist="63500" dir="2700000" sx="101000" sy="101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+mn-ea"/>
            </a:endParaRPr>
          </a:p>
        </p:txBody>
      </p:sp>
      <p:sp>
        <p:nvSpPr>
          <p:cNvPr id="107" name="子陵职场PPT43"/>
          <p:cNvSpPr/>
          <p:nvPr/>
        </p:nvSpPr>
        <p:spPr>
          <a:xfrm>
            <a:off x="8712200" y="4733290"/>
            <a:ext cx="2304000" cy="9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85000"/>
                  <a:lumOff val="15000"/>
                </a:schemeClr>
              </a:gs>
              <a:gs pos="70000">
                <a:schemeClr val="accent2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15900" dist="63500" dir="5400000" algn="t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00" dirty="0">
              <a:solidFill>
                <a:srgbClr val="FFFFFF"/>
              </a:solidFill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108" name="子陵职场PPT44"/>
          <p:cNvSpPr/>
          <p:nvPr/>
        </p:nvSpPr>
        <p:spPr>
          <a:xfrm>
            <a:off x="10527665" y="4678512"/>
            <a:ext cx="540000" cy="18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2"/>
              </a:gs>
              <a:gs pos="100000">
                <a:schemeClr val="accent2">
                  <a:lumMod val="9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bg1"/>
            </a:solidFill>
          </a:ln>
          <a:effectLst>
            <a:outerShdw blurRad="254000" dist="123444" dir="5400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+mn-ea"/>
                <a:cs typeface="HarmonyOS Sans SC" panose="00000500000000000000" charset="-122"/>
              </a:rPr>
              <a:t>80%</a:t>
            </a:r>
            <a:endParaRPr lang="zh-CN" altLang="en-US" sz="1000" dirty="0">
              <a:solidFill>
                <a:schemeClr val="bg1"/>
              </a:solidFill>
              <a:latin typeface="+mn-ea"/>
              <a:cs typeface="HarmonyOS Sans SC" panose="00000500000000000000" charset="-122"/>
            </a:endParaRPr>
          </a:p>
        </p:txBody>
      </p:sp>
      <p:sp>
        <p:nvSpPr>
          <p:cNvPr id="109" name="子陵职场PPT45"/>
          <p:cNvSpPr/>
          <p:nvPr>
            <p:custDataLst>
              <p:tags r:id="rId27"/>
            </p:custDataLst>
          </p:nvPr>
        </p:nvSpPr>
        <p:spPr>
          <a:xfrm flipV="1">
            <a:off x="8680175" y="6068303"/>
            <a:ext cx="2869200" cy="144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" scaled="0"/>
          </a:gradFill>
          <a:ln>
            <a:noFill/>
          </a:ln>
          <a:effectLst>
            <a:outerShdw blurRad="381000" dist="63500" dir="2700000" sx="101000" sy="101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+mn-ea"/>
            </a:endParaRPr>
          </a:p>
        </p:txBody>
      </p:sp>
      <p:sp>
        <p:nvSpPr>
          <p:cNvPr id="110" name="子陵职场PPT46"/>
          <p:cNvSpPr/>
          <p:nvPr/>
        </p:nvSpPr>
        <p:spPr>
          <a:xfrm>
            <a:off x="8737600" y="6099810"/>
            <a:ext cx="2304000" cy="9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85000"/>
                  <a:lumOff val="15000"/>
                </a:schemeClr>
              </a:gs>
              <a:gs pos="70000">
                <a:schemeClr val="accent2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15900" dist="63500" dir="5400000" algn="t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00" dirty="0">
              <a:solidFill>
                <a:srgbClr val="FFFFFF"/>
              </a:solidFill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111" name="子陵职场PPT47"/>
          <p:cNvSpPr/>
          <p:nvPr/>
        </p:nvSpPr>
        <p:spPr>
          <a:xfrm>
            <a:off x="10788650" y="6045032"/>
            <a:ext cx="540000" cy="18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2"/>
              </a:gs>
              <a:gs pos="100000">
                <a:schemeClr val="accent2">
                  <a:lumMod val="9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bg1"/>
            </a:solidFill>
          </a:ln>
          <a:effectLst>
            <a:outerShdw blurRad="254000" dist="123444" dir="5400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+mn-ea"/>
                <a:cs typeface="HarmonyOS Sans SC" panose="00000500000000000000" charset="-122"/>
              </a:rPr>
              <a:t>90%</a:t>
            </a:r>
            <a:endParaRPr lang="zh-CN" altLang="en-US" sz="1000" dirty="0">
              <a:solidFill>
                <a:schemeClr val="bg1"/>
              </a:solidFill>
              <a:latin typeface="+mn-ea"/>
              <a:cs typeface="HarmonyOS Sans SC" panose="00000500000000000000" charset="-122"/>
            </a:endParaRPr>
          </a:p>
        </p:txBody>
      </p:sp>
      <p:grpSp>
        <p:nvGrpSpPr>
          <p:cNvPr id="112" name="子陵职场PPT48"/>
          <p:cNvGrpSpPr/>
          <p:nvPr/>
        </p:nvGrpSpPr>
        <p:grpSpPr>
          <a:xfrm>
            <a:off x="8716645" y="3563620"/>
            <a:ext cx="138430" cy="138430"/>
            <a:chOff x="13715" y="3502"/>
            <a:chExt cx="218" cy="218"/>
          </a:xfrm>
        </p:grpSpPr>
        <p:sp>
          <p:nvSpPr>
            <p:cNvPr id="113" name="子陵职场PPT48-1"/>
            <p:cNvSpPr/>
            <p:nvPr>
              <p:custDataLst>
                <p:tags r:id="rId28"/>
              </p:custDataLst>
            </p:nvPr>
          </p:nvSpPr>
          <p:spPr>
            <a:xfrm rot="2700000">
              <a:off x="13752" y="3538"/>
              <a:ext cx="146" cy="146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85000"/>
                    <a:lumOff val="15000"/>
                  </a:schemeClr>
                </a:gs>
                <a:gs pos="70000">
                  <a:schemeClr val="accent2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15900" dist="63500" dir="5400000" algn="t" rotWithShape="0">
                <a:schemeClr val="accent2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 sz="1400" b="1" dirty="0">
                <a:solidFill>
                  <a:srgbClr val="FFFFFF"/>
                </a:solidFill>
                <a:ea typeface="+mn-lt"/>
                <a:cs typeface="+mn-lt"/>
                <a:sym typeface="+mn-ea"/>
              </a:endParaRPr>
            </a:p>
          </p:txBody>
        </p:sp>
        <p:sp>
          <p:nvSpPr>
            <p:cNvPr id="114" name="子陵职场PPT48-2"/>
            <p:cNvSpPr/>
            <p:nvPr>
              <p:custDataLst>
                <p:tags r:id="rId29"/>
              </p:custDataLst>
            </p:nvPr>
          </p:nvSpPr>
          <p:spPr>
            <a:xfrm rot="2700000">
              <a:off x="13715" y="3502"/>
              <a:ext cx="219" cy="219"/>
            </a:xfrm>
            <a:prstGeom prst="ellipse">
              <a:avLst/>
            </a:prstGeom>
            <a:noFill/>
            <a:ln w="3175">
              <a:solidFill>
                <a:schemeClr val="accent4"/>
              </a:solidFill>
            </a:ln>
            <a:effectLst>
              <a:outerShdw blurRad="279400" dist="88900" dir="2700000" algn="tl" rotWithShape="0">
                <a:schemeClr val="accent1">
                  <a:alpha val="2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sp>
        <p:nvSpPr>
          <p:cNvPr id="116" name="子陵职场PPT49"/>
          <p:cNvSpPr/>
          <p:nvPr>
            <p:custDataLst>
              <p:tags r:id="rId30"/>
            </p:custDataLst>
          </p:nvPr>
        </p:nvSpPr>
        <p:spPr>
          <a:xfrm rot="2700000">
            <a:off x="8740140" y="4996180"/>
            <a:ext cx="92710" cy="92710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85000"/>
                  <a:lumOff val="15000"/>
                </a:schemeClr>
              </a:gs>
              <a:gs pos="70000">
                <a:schemeClr val="accent2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15900" dist="63500" dir="5400000" algn="t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400" b="1" dirty="0">
              <a:solidFill>
                <a:srgbClr val="FFFFFF"/>
              </a:solidFill>
              <a:ea typeface="+mn-lt"/>
              <a:cs typeface="+mn-lt"/>
              <a:sym typeface="+mn-ea"/>
            </a:endParaRPr>
          </a:p>
        </p:txBody>
      </p:sp>
      <p:sp>
        <p:nvSpPr>
          <p:cNvPr id="117" name="子陵职场PPT50"/>
          <p:cNvSpPr/>
          <p:nvPr>
            <p:custDataLst>
              <p:tags r:id="rId31"/>
            </p:custDataLst>
          </p:nvPr>
        </p:nvSpPr>
        <p:spPr>
          <a:xfrm rot="2700000">
            <a:off x="8716645" y="4973320"/>
            <a:ext cx="139065" cy="139065"/>
          </a:xfrm>
          <a:prstGeom prst="ellipse">
            <a:avLst/>
          </a:prstGeom>
          <a:noFill/>
          <a:ln w="3175">
            <a:solidFill>
              <a:schemeClr val="accent4"/>
            </a:solidFill>
          </a:ln>
          <a:effectLst>
            <a:outerShdw blurRad="279400" dist="88900" dir="2700000" algn="tl" rotWithShape="0">
              <a:schemeClr val="accent1">
                <a:alpha val="2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grpSp>
        <p:nvGrpSpPr>
          <p:cNvPr id="5394" name="子陵职场PPT52"/>
          <p:cNvGrpSpPr/>
          <p:nvPr/>
        </p:nvGrpSpPr>
        <p:grpSpPr>
          <a:xfrm>
            <a:off x="5918835" y="2695575"/>
            <a:ext cx="553085" cy="552450"/>
            <a:chOff x="5642475" y="1435075"/>
            <a:chExt cx="481975" cy="481825"/>
          </a:xfrm>
          <a:solidFill>
            <a:schemeClr val="bg1"/>
          </a:solidFill>
        </p:grpSpPr>
        <p:sp>
          <p:nvSpPr>
            <p:cNvPr id="5395" name="子陵职场PPT52-1"/>
            <p:cNvSpPr/>
            <p:nvPr/>
          </p:nvSpPr>
          <p:spPr>
            <a:xfrm>
              <a:off x="5642475" y="1435075"/>
              <a:ext cx="481975" cy="340675"/>
            </a:xfrm>
            <a:custGeom>
              <a:avLst/>
              <a:gdLst/>
              <a:ahLst/>
              <a:cxnLst/>
              <a:rect l="l" t="t" r="r" b="b"/>
              <a:pathLst>
                <a:path w="19279" h="13627" extrusionOk="0">
                  <a:moveTo>
                    <a:pt x="2262" y="2259"/>
                  </a:moveTo>
                  <a:cubicBezTo>
                    <a:pt x="2883" y="2259"/>
                    <a:pt x="3428" y="2765"/>
                    <a:pt x="3428" y="3389"/>
                  </a:cubicBezTo>
                  <a:lnTo>
                    <a:pt x="3428" y="7342"/>
                  </a:lnTo>
                  <a:cubicBezTo>
                    <a:pt x="3428" y="7366"/>
                    <a:pt x="3434" y="7394"/>
                    <a:pt x="3434" y="7418"/>
                  </a:cubicBezTo>
                  <a:lnTo>
                    <a:pt x="1636" y="6246"/>
                  </a:lnTo>
                  <a:cubicBezTo>
                    <a:pt x="1320" y="6035"/>
                    <a:pt x="1130" y="5683"/>
                    <a:pt x="1133" y="5304"/>
                  </a:cubicBezTo>
                  <a:lnTo>
                    <a:pt x="1133" y="3389"/>
                  </a:lnTo>
                  <a:cubicBezTo>
                    <a:pt x="1133" y="2765"/>
                    <a:pt x="1636" y="2259"/>
                    <a:pt x="2262" y="2259"/>
                  </a:cubicBezTo>
                  <a:close/>
                  <a:moveTo>
                    <a:pt x="17017" y="2259"/>
                  </a:moveTo>
                  <a:cubicBezTo>
                    <a:pt x="17641" y="2259"/>
                    <a:pt x="18147" y="2765"/>
                    <a:pt x="18147" y="3389"/>
                  </a:cubicBezTo>
                  <a:lnTo>
                    <a:pt x="18147" y="5307"/>
                  </a:lnTo>
                  <a:cubicBezTo>
                    <a:pt x="18147" y="5683"/>
                    <a:pt x="17957" y="6035"/>
                    <a:pt x="17644" y="6246"/>
                  </a:cubicBezTo>
                  <a:lnTo>
                    <a:pt x="15843" y="7421"/>
                  </a:lnTo>
                  <a:cubicBezTo>
                    <a:pt x="15843" y="7394"/>
                    <a:pt x="15849" y="7369"/>
                    <a:pt x="15849" y="7342"/>
                  </a:cubicBezTo>
                  <a:lnTo>
                    <a:pt x="15849" y="3389"/>
                  </a:lnTo>
                  <a:cubicBezTo>
                    <a:pt x="15849" y="2765"/>
                    <a:pt x="16394" y="2259"/>
                    <a:pt x="17017" y="2259"/>
                  </a:cubicBezTo>
                  <a:close/>
                  <a:moveTo>
                    <a:pt x="9638" y="2284"/>
                  </a:moveTo>
                  <a:cubicBezTo>
                    <a:pt x="9845" y="2284"/>
                    <a:pt x="10051" y="2381"/>
                    <a:pt x="10146" y="2576"/>
                  </a:cubicBezTo>
                  <a:lnTo>
                    <a:pt x="10883" y="4069"/>
                  </a:lnTo>
                  <a:lnTo>
                    <a:pt x="12534" y="4310"/>
                  </a:lnTo>
                  <a:cubicBezTo>
                    <a:pt x="12994" y="4376"/>
                    <a:pt x="13181" y="4945"/>
                    <a:pt x="12847" y="5274"/>
                  </a:cubicBezTo>
                  <a:lnTo>
                    <a:pt x="11651" y="6439"/>
                  </a:lnTo>
                  <a:lnTo>
                    <a:pt x="11934" y="8080"/>
                  </a:lnTo>
                  <a:cubicBezTo>
                    <a:pt x="11996" y="8445"/>
                    <a:pt x="11705" y="8742"/>
                    <a:pt x="11376" y="8742"/>
                  </a:cubicBezTo>
                  <a:cubicBezTo>
                    <a:pt x="11290" y="8742"/>
                    <a:pt x="11201" y="8721"/>
                    <a:pt x="11115" y="8676"/>
                  </a:cubicBezTo>
                  <a:lnTo>
                    <a:pt x="9637" y="7899"/>
                  </a:lnTo>
                  <a:lnTo>
                    <a:pt x="8161" y="8676"/>
                  </a:lnTo>
                  <a:cubicBezTo>
                    <a:pt x="8076" y="8721"/>
                    <a:pt x="7987" y="8742"/>
                    <a:pt x="7900" y="8742"/>
                  </a:cubicBezTo>
                  <a:cubicBezTo>
                    <a:pt x="7571" y="8742"/>
                    <a:pt x="7280" y="8445"/>
                    <a:pt x="7342" y="8080"/>
                  </a:cubicBezTo>
                  <a:lnTo>
                    <a:pt x="7625" y="6439"/>
                  </a:lnTo>
                  <a:lnTo>
                    <a:pt x="6430" y="5271"/>
                  </a:lnTo>
                  <a:cubicBezTo>
                    <a:pt x="6279" y="5120"/>
                    <a:pt x="6222" y="4897"/>
                    <a:pt x="6288" y="4692"/>
                  </a:cubicBezTo>
                  <a:cubicBezTo>
                    <a:pt x="6355" y="4488"/>
                    <a:pt x="6532" y="4340"/>
                    <a:pt x="6743" y="4310"/>
                  </a:cubicBezTo>
                  <a:lnTo>
                    <a:pt x="8393" y="4069"/>
                  </a:lnTo>
                  <a:lnTo>
                    <a:pt x="9131" y="2576"/>
                  </a:lnTo>
                  <a:cubicBezTo>
                    <a:pt x="9226" y="2381"/>
                    <a:pt x="9432" y="2284"/>
                    <a:pt x="9638" y="2284"/>
                  </a:cubicBezTo>
                  <a:close/>
                  <a:moveTo>
                    <a:pt x="3994" y="1"/>
                  </a:moveTo>
                  <a:cubicBezTo>
                    <a:pt x="3681" y="1"/>
                    <a:pt x="3428" y="254"/>
                    <a:pt x="3428" y="567"/>
                  </a:cubicBezTo>
                  <a:lnTo>
                    <a:pt x="3428" y="1443"/>
                  </a:lnTo>
                  <a:cubicBezTo>
                    <a:pt x="3072" y="1242"/>
                    <a:pt x="2669" y="1133"/>
                    <a:pt x="2262" y="1130"/>
                  </a:cubicBezTo>
                  <a:cubicBezTo>
                    <a:pt x="1013" y="1130"/>
                    <a:pt x="4" y="2142"/>
                    <a:pt x="4" y="3389"/>
                  </a:cubicBezTo>
                  <a:lnTo>
                    <a:pt x="4" y="5307"/>
                  </a:lnTo>
                  <a:cubicBezTo>
                    <a:pt x="1" y="6060"/>
                    <a:pt x="380" y="6767"/>
                    <a:pt x="1010" y="7186"/>
                  </a:cubicBezTo>
                  <a:lnTo>
                    <a:pt x="3681" y="8941"/>
                  </a:lnTo>
                  <a:cubicBezTo>
                    <a:pt x="3690" y="8947"/>
                    <a:pt x="3702" y="8944"/>
                    <a:pt x="3714" y="8950"/>
                  </a:cubicBezTo>
                  <a:cubicBezTo>
                    <a:pt x="4129" y="10107"/>
                    <a:pt x="5006" y="11037"/>
                    <a:pt x="6297" y="11642"/>
                  </a:cubicBezTo>
                  <a:cubicBezTo>
                    <a:pt x="7137" y="12034"/>
                    <a:pt x="7692" y="12817"/>
                    <a:pt x="7866" y="13627"/>
                  </a:cubicBezTo>
                  <a:lnTo>
                    <a:pt x="11386" y="13627"/>
                  </a:lnTo>
                  <a:cubicBezTo>
                    <a:pt x="11504" y="12844"/>
                    <a:pt x="11949" y="12067"/>
                    <a:pt x="12648" y="11676"/>
                  </a:cubicBezTo>
                  <a:cubicBezTo>
                    <a:pt x="14003" y="10908"/>
                    <a:pt x="15027" y="10101"/>
                    <a:pt x="15521" y="8965"/>
                  </a:cubicBezTo>
                  <a:cubicBezTo>
                    <a:pt x="15545" y="8953"/>
                    <a:pt x="15575" y="8956"/>
                    <a:pt x="15599" y="8941"/>
                  </a:cubicBezTo>
                  <a:lnTo>
                    <a:pt x="18273" y="7186"/>
                  </a:lnTo>
                  <a:cubicBezTo>
                    <a:pt x="18899" y="6767"/>
                    <a:pt x="19279" y="6063"/>
                    <a:pt x="19279" y="5307"/>
                  </a:cubicBezTo>
                  <a:lnTo>
                    <a:pt x="19279" y="3389"/>
                  </a:lnTo>
                  <a:cubicBezTo>
                    <a:pt x="19276" y="2142"/>
                    <a:pt x="18267" y="1130"/>
                    <a:pt x="17020" y="1130"/>
                  </a:cubicBezTo>
                  <a:cubicBezTo>
                    <a:pt x="16611" y="1133"/>
                    <a:pt x="16207" y="1242"/>
                    <a:pt x="15852" y="1443"/>
                  </a:cubicBezTo>
                  <a:lnTo>
                    <a:pt x="15852" y="567"/>
                  </a:lnTo>
                  <a:cubicBezTo>
                    <a:pt x="15852" y="254"/>
                    <a:pt x="15599" y="1"/>
                    <a:pt x="152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HarmonyOS Sans SC" panose="00000500000000000000" charset="-122"/>
              </a:endParaRPr>
            </a:p>
          </p:txBody>
        </p:sp>
        <p:sp>
          <p:nvSpPr>
            <p:cNvPr id="5396" name="子陵职场PPT52-2"/>
            <p:cNvSpPr/>
            <p:nvPr/>
          </p:nvSpPr>
          <p:spPr>
            <a:xfrm>
              <a:off x="5756375" y="1803975"/>
              <a:ext cx="254100" cy="112925"/>
            </a:xfrm>
            <a:custGeom>
              <a:avLst/>
              <a:gdLst/>
              <a:ahLst/>
              <a:cxnLst/>
              <a:rect l="l" t="t" r="r" b="b"/>
              <a:pathLst>
                <a:path w="10164" h="4517" extrusionOk="0">
                  <a:moveTo>
                    <a:pt x="2259" y="0"/>
                  </a:moveTo>
                  <a:cubicBezTo>
                    <a:pt x="1636" y="0"/>
                    <a:pt x="1130" y="506"/>
                    <a:pt x="1130" y="1129"/>
                  </a:cubicBezTo>
                  <a:lnTo>
                    <a:pt x="1130" y="1695"/>
                  </a:lnTo>
                  <a:lnTo>
                    <a:pt x="2825" y="1695"/>
                  </a:lnTo>
                  <a:cubicBezTo>
                    <a:pt x="3136" y="1695"/>
                    <a:pt x="3389" y="1945"/>
                    <a:pt x="3389" y="2258"/>
                  </a:cubicBezTo>
                  <a:cubicBezTo>
                    <a:pt x="3389" y="2572"/>
                    <a:pt x="3136" y="2825"/>
                    <a:pt x="2825" y="2825"/>
                  </a:cubicBezTo>
                  <a:lnTo>
                    <a:pt x="567" y="2825"/>
                  </a:lnTo>
                  <a:cubicBezTo>
                    <a:pt x="254" y="2825"/>
                    <a:pt x="1" y="3075"/>
                    <a:pt x="1" y="3388"/>
                  </a:cubicBezTo>
                  <a:lnTo>
                    <a:pt x="1" y="3954"/>
                  </a:lnTo>
                  <a:cubicBezTo>
                    <a:pt x="1" y="4264"/>
                    <a:pt x="254" y="4517"/>
                    <a:pt x="567" y="4517"/>
                  </a:cubicBezTo>
                  <a:lnTo>
                    <a:pt x="9601" y="4517"/>
                  </a:lnTo>
                  <a:cubicBezTo>
                    <a:pt x="9911" y="4517"/>
                    <a:pt x="10164" y="4264"/>
                    <a:pt x="10164" y="3954"/>
                  </a:cubicBezTo>
                  <a:lnTo>
                    <a:pt x="10164" y="3388"/>
                  </a:lnTo>
                  <a:cubicBezTo>
                    <a:pt x="10164" y="3075"/>
                    <a:pt x="9911" y="2825"/>
                    <a:pt x="9601" y="2825"/>
                  </a:cubicBezTo>
                  <a:lnTo>
                    <a:pt x="7342" y="2825"/>
                  </a:lnTo>
                  <a:cubicBezTo>
                    <a:pt x="7029" y="2825"/>
                    <a:pt x="6776" y="2572"/>
                    <a:pt x="6776" y="2258"/>
                  </a:cubicBezTo>
                  <a:cubicBezTo>
                    <a:pt x="6776" y="1945"/>
                    <a:pt x="7029" y="1695"/>
                    <a:pt x="7342" y="1695"/>
                  </a:cubicBezTo>
                  <a:lnTo>
                    <a:pt x="9035" y="1695"/>
                  </a:lnTo>
                  <a:lnTo>
                    <a:pt x="9035" y="1129"/>
                  </a:lnTo>
                  <a:cubicBezTo>
                    <a:pt x="9035" y="506"/>
                    <a:pt x="8529" y="0"/>
                    <a:pt x="79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HarmonyOS Sans SC" panose="00000500000000000000" charset="-122"/>
              </a:endParaRPr>
            </a:p>
          </p:txBody>
        </p:sp>
        <p:sp>
          <p:nvSpPr>
            <p:cNvPr id="5397" name="子陵职场PPT52-3"/>
            <p:cNvSpPr/>
            <p:nvPr/>
          </p:nvSpPr>
          <p:spPr>
            <a:xfrm>
              <a:off x="5843400" y="1537550"/>
              <a:ext cx="79975" cy="76125"/>
            </a:xfrm>
            <a:custGeom>
              <a:avLst/>
              <a:gdLst/>
              <a:ahLst/>
              <a:cxnLst/>
              <a:rect l="l" t="t" r="r" b="b"/>
              <a:pathLst>
                <a:path w="3199" h="3045" extrusionOk="0">
                  <a:moveTo>
                    <a:pt x="1603" y="0"/>
                  </a:moveTo>
                  <a:lnTo>
                    <a:pt x="1238" y="738"/>
                  </a:lnTo>
                  <a:cubicBezTo>
                    <a:pt x="1157" y="904"/>
                    <a:pt x="998" y="1018"/>
                    <a:pt x="814" y="1045"/>
                  </a:cubicBezTo>
                  <a:lnTo>
                    <a:pt x="1" y="1163"/>
                  </a:lnTo>
                  <a:lnTo>
                    <a:pt x="588" y="1735"/>
                  </a:lnTo>
                  <a:cubicBezTo>
                    <a:pt x="721" y="1864"/>
                    <a:pt x="784" y="2051"/>
                    <a:pt x="751" y="2235"/>
                  </a:cubicBezTo>
                  <a:lnTo>
                    <a:pt x="612" y="3045"/>
                  </a:lnTo>
                  <a:lnTo>
                    <a:pt x="1338" y="2662"/>
                  </a:lnTo>
                  <a:cubicBezTo>
                    <a:pt x="1421" y="2619"/>
                    <a:pt x="1511" y="2597"/>
                    <a:pt x="1601" y="2597"/>
                  </a:cubicBezTo>
                  <a:cubicBezTo>
                    <a:pt x="1691" y="2597"/>
                    <a:pt x="1781" y="2619"/>
                    <a:pt x="1862" y="2662"/>
                  </a:cubicBezTo>
                  <a:lnTo>
                    <a:pt x="2588" y="3045"/>
                  </a:lnTo>
                  <a:lnTo>
                    <a:pt x="2452" y="2235"/>
                  </a:lnTo>
                  <a:cubicBezTo>
                    <a:pt x="2419" y="2051"/>
                    <a:pt x="2479" y="1864"/>
                    <a:pt x="2612" y="1735"/>
                  </a:cubicBezTo>
                  <a:lnTo>
                    <a:pt x="3199" y="1163"/>
                  </a:lnTo>
                  <a:lnTo>
                    <a:pt x="2389" y="1045"/>
                  </a:lnTo>
                  <a:cubicBezTo>
                    <a:pt x="2205" y="1018"/>
                    <a:pt x="2045" y="904"/>
                    <a:pt x="1964" y="735"/>
                  </a:cubicBezTo>
                  <a:lnTo>
                    <a:pt x="16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HarmonyOS Sans SC" panose="00000500000000000000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子陵职场PPT2"/>
          <p:cNvSpPr/>
          <p:nvPr/>
        </p:nvSpPr>
        <p:spPr>
          <a:xfrm>
            <a:off x="4445" y="26035"/>
            <a:ext cx="12215495" cy="683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子陵职场PPT3"/>
          <p:cNvSpPr/>
          <p:nvPr/>
        </p:nvSpPr>
        <p:spPr>
          <a:xfrm rot="19620000">
            <a:off x="1550787" y="-655613"/>
            <a:ext cx="1036320" cy="461332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7265">
                <a:moveTo>
                  <a:pt x="0" y="0"/>
                </a:moveTo>
                <a:lnTo>
                  <a:pt x="1632" y="1060"/>
                </a:lnTo>
                <a:lnTo>
                  <a:pt x="1632" y="7265"/>
                </a:lnTo>
                <a:lnTo>
                  <a:pt x="0" y="726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34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子陵职场PPT4"/>
          <p:cNvSpPr/>
          <p:nvPr/>
        </p:nvSpPr>
        <p:spPr>
          <a:xfrm rot="5400000">
            <a:off x="-900430" y="4309745"/>
            <a:ext cx="3241040" cy="1478915"/>
          </a:xfrm>
          <a:prstGeom prst="triangle">
            <a:avLst/>
          </a:pr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" name="子陵职场PPT5"/>
          <p:cNvSpPr/>
          <p:nvPr/>
        </p:nvSpPr>
        <p:spPr>
          <a:xfrm rot="19620000">
            <a:off x="3345180" y="-610870"/>
            <a:ext cx="1036320" cy="40874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6506">
                <a:moveTo>
                  <a:pt x="0" y="0"/>
                </a:moveTo>
                <a:lnTo>
                  <a:pt x="1632" y="1060"/>
                </a:lnTo>
                <a:lnTo>
                  <a:pt x="1632" y="6506"/>
                </a:lnTo>
                <a:lnTo>
                  <a:pt x="0" y="650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34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1" name="子陵职场PPT6"/>
          <p:cNvSpPr/>
          <p:nvPr/>
        </p:nvSpPr>
        <p:spPr>
          <a:xfrm rot="19620000">
            <a:off x="10378211" y="-685347"/>
            <a:ext cx="1474195" cy="347221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22" h="5468">
                <a:moveTo>
                  <a:pt x="0" y="0"/>
                </a:moveTo>
                <a:lnTo>
                  <a:pt x="1002" y="651"/>
                </a:lnTo>
                <a:lnTo>
                  <a:pt x="2322" y="5252"/>
                </a:lnTo>
                <a:lnTo>
                  <a:pt x="1568" y="54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34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6" name="子陵职场PPT7"/>
          <p:cNvSpPr/>
          <p:nvPr/>
        </p:nvSpPr>
        <p:spPr>
          <a:xfrm>
            <a:off x="9123629" y="1904875"/>
            <a:ext cx="3126156" cy="4348937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23" h="6849">
                <a:moveTo>
                  <a:pt x="1534" y="0"/>
                </a:moveTo>
                <a:lnTo>
                  <a:pt x="4923" y="3764"/>
                </a:lnTo>
                <a:lnTo>
                  <a:pt x="4923" y="6849"/>
                </a:lnTo>
                <a:lnTo>
                  <a:pt x="0" y="1381"/>
                </a:lnTo>
                <a:lnTo>
                  <a:pt x="1534" y="0"/>
                </a:lnTo>
                <a:close/>
              </a:path>
            </a:pathLst>
          </a:cu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43" name="子陵职场PPT8"/>
          <p:cNvSpPr/>
          <p:nvPr/>
        </p:nvSpPr>
        <p:spPr>
          <a:xfrm>
            <a:off x="8418144" y="4523615"/>
            <a:ext cx="3071467" cy="23293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37" h="3668">
                <a:moveTo>
                  <a:pt x="1534" y="0"/>
                </a:moveTo>
                <a:lnTo>
                  <a:pt x="4837" y="3668"/>
                </a:lnTo>
                <a:lnTo>
                  <a:pt x="2059" y="3668"/>
                </a:lnTo>
                <a:lnTo>
                  <a:pt x="0" y="1381"/>
                </a:lnTo>
                <a:lnTo>
                  <a:pt x="1534" y="0"/>
                </a:lnTo>
                <a:close/>
              </a:path>
            </a:pathLst>
          </a:custGeom>
          <a:gradFill>
            <a:gsLst>
              <a:gs pos="36000">
                <a:srgbClr val="F7F7F7">
                  <a:alpha val="84000"/>
                </a:srgbClr>
              </a:gs>
              <a:gs pos="99000">
                <a:srgbClr val="F7F7F7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65" name="子陵职场PPT9"/>
          <p:cNvSpPr/>
          <p:nvPr/>
        </p:nvSpPr>
        <p:spPr>
          <a:xfrm>
            <a:off x="6097270" y="5020945"/>
            <a:ext cx="6137275" cy="1845310"/>
          </a:xfrm>
          <a:custGeom>
            <a:avLst/>
            <a:gdLst>
              <a:gd name="connsiteX0" fmla="*/ 3938 w 12469"/>
              <a:gd name="connsiteY0" fmla="*/ 0 h 2906"/>
              <a:gd name="connsiteX1" fmla="*/ 12469 w 12469"/>
              <a:gd name="connsiteY1" fmla="*/ 0 h 2906"/>
              <a:gd name="connsiteX2" fmla="*/ 12469 w 12469"/>
              <a:gd name="connsiteY2" fmla="*/ 2906 h 2906"/>
              <a:gd name="connsiteX3" fmla="*/ 0 w 12469"/>
              <a:gd name="connsiteY3" fmla="*/ 2906 h 2906"/>
              <a:gd name="connsiteX4" fmla="*/ 3938 w 12469"/>
              <a:gd name="connsiteY4" fmla="*/ 0 h 2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9" h="2906">
                <a:moveTo>
                  <a:pt x="3938" y="0"/>
                </a:moveTo>
                <a:lnTo>
                  <a:pt x="12469" y="0"/>
                </a:lnTo>
                <a:lnTo>
                  <a:pt x="12469" y="2906"/>
                </a:lnTo>
                <a:lnTo>
                  <a:pt x="0" y="2906"/>
                </a:lnTo>
                <a:lnTo>
                  <a:pt x="3938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80000"/>
                  <a:lumOff val="20000"/>
                  <a:alpha val="100000"/>
                </a:schemeClr>
              </a:gs>
              <a:gs pos="9200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6" name="子陵职场PPT10"/>
          <p:cNvSpPr/>
          <p:nvPr/>
        </p:nvSpPr>
        <p:spPr bwMode="auto">
          <a:xfrm>
            <a:off x="2054860" y="4629150"/>
            <a:ext cx="10194925" cy="1505585"/>
          </a:xfrm>
          <a:custGeom>
            <a:avLst/>
            <a:gdLst>
              <a:gd name="connsiteX0" fmla="*/ 1701 w 16055"/>
              <a:gd name="connsiteY0" fmla="*/ 20 h 2371"/>
              <a:gd name="connsiteX1" fmla="*/ 16055 w 16055"/>
              <a:gd name="connsiteY1" fmla="*/ 0 h 2371"/>
              <a:gd name="connsiteX2" fmla="*/ 16055 w 16055"/>
              <a:gd name="connsiteY2" fmla="*/ 2371 h 2371"/>
              <a:gd name="connsiteX3" fmla="*/ 0 w 16055"/>
              <a:gd name="connsiteY3" fmla="*/ 2351 h 2371"/>
              <a:gd name="connsiteX4" fmla="*/ 1701 w 16055"/>
              <a:gd name="connsiteY4" fmla="*/ 20 h 2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55" h="2371">
                <a:moveTo>
                  <a:pt x="1701" y="20"/>
                </a:moveTo>
                <a:lnTo>
                  <a:pt x="16055" y="0"/>
                </a:lnTo>
                <a:lnTo>
                  <a:pt x="16055" y="2371"/>
                </a:lnTo>
                <a:lnTo>
                  <a:pt x="0" y="2351"/>
                </a:lnTo>
                <a:lnTo>
                  <a:pt x="1701" y="20"/>
                </a:lnTo>
                <a:close/>
              </a:path>
            </a:pathLst>
          </a:custGeom>
          <a:gradFill flip="none" rotWithShape="1">
            <a:gsLst>
              <a:gs pos="80000">
                <a:schemeClr val="accent3"/>
              </a:gs>
              <a:gs pos="20000">
                <a:schemeClr val="accent3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1049">
            <a:solidFill>
              <a:schemeClr val="bg1"/>
            </a:solidFill>
          </a:ln>
          <a:effectLst>
            <a:outerShdw blurRad="294640" dist="73660" dir="5400000" sx="99000" sy="99000" algn="t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6070" tIns="53035" rIns="106070" bIns="53035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90" b="1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sym typeface="+mn-ea"/>
            </a:endParaRPr>
          </a:p>
        </p:txBody>
      </p:sp>
      <p:grpSp>
        <p:nvGrpSpPr>
          <p:cNvPr id="56" name="子陵职场PPT11"/>
          <p:cNvGrpSpPr/>
          <p:nvPr/>
        </p:nvGrpSpPr>
        <p:grpSpPr>
          <a:xfrm>
            <a:off x="3204845" y="2286000"/>
            <a:ext cx="2892425" cy="667385"/>
            <a:chOff x="5850" y="9068"/>
            <a:chExt cx="4555" cy="1051"/>
          </a:xfrm>
        </p:grpSpPr>
        <p:sp>
          <p:nvSpPr>
            <p:cNvPr id="53" name="子陵职场PPT11-1"/>
            <p:cNvSpPr/>
            <p:nvPr/>
          </p:nvSpPr>
          <p:spPr>
            <a:xfrm>
              <a:off x="5850" y="9068"/>
              <a:ext cx="4555" cy="93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80000"/>
                    <a:lumOff val="20000"/>
                    <a:alpha val="100000"/>
                  </a:schemeClr>
                </a:gs>
                <a:gs pos="92000">
                  <a:schemeClr val="accent2">
                    <a:alpha val="10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2400">
                <a:sym typeface="+mn-ea"/>
              </a:endParaRPr>
            </a:p>
          </p:txBody>
        </p:sp>
        <p:sp>
          <p:nvSpPr>
            <p:cNvPr id="55" name="子陵职场PPT11-2"/>
            <p:cNvSpPr txBox="1"/>
            <p:nvPr/>
          </p:nvSpPr>
          <p:spPr>
            <a:xfrm>
              <a:off x="6231" y="9191"/>
              <a:ext cx="3675" cy="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  <a:buClrTx/>
                <a:buSzTx/>
                <a:buFontTx/>
              </a:pPr>
              <a:r>
                <a:rPr lang="en-US" sz="3600" b="1">
                  <a:solidFill>
                    <a:schemeClr val="bg1"/>
                  </a:solidFill>
                  <a:effectLst/>
                  <a:latin typeface="HarmonyOS Sans SC Black" panose="00000A00000000000000" charset="-122"/>
                  <a:ea typeface="HarmonyOS Sans SC Black" panose="00000A00000000000000" charset="-122"/>
                  <a:cs typeface="HarmonyOS Sans SC Black" panose="00000A00000000000000" charset="-122"/>
                  <a:sym typeface="+mn-ea"/>
                </a:rPr>
                <a:t>PART 02</a:t>
              </a:r>
              <a:endParaRPr lang="en-US" sz="3600" b="1">
                <a:solidFill>
                  <a:schemeClr val="bg1"/>
                </a:solidFill>
                <a:effectLst/>
                <a:latin typeface="HarmonyOS Sans SC Black" panose="00000A00000000000000" charset="-122"/>
                <a:ea typeface="HarmonyOS Sans SC Black" panose="00000A00000000000000" charset="-122"/>
                <a:cs typeface="HarmonyOS Sans SC Black" panose="00000A00000000000000" charset="-122"/>
                <a:sym typeface="+mn-ea"/>
              </a:endParaRPr>
            </a:p>
          </p:txBody>
        </p:sp>
      </p:grpSp>
      <p:sp>
        <p:nvSpPr>
          <p:cNvPr id="15" name="子陵职场PPT12"/>
          <p:cNvSpPr txBox="1"/>
          <p:nvPr>
            <p:custDataLst>
              <p:tags r:id="rId1"/>
            </p:custDataLst>
          </p:nvPr>
        </p:nvSpPr>
        <p:spPr>
          <a:xfrm>
            <a:off x="2316480" y="2917190"/>
            <a:ext cx="7710805" cy="1369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10000"/>
              </a:lnSpc>
              <a:buClrTx/>
              <a:buSzTx/>
              <a:buFontTx/>
            </a:pPr>
            <a:r>
              <a:rPr lang="en-US" altLang="zh-CN" sz="7200" b="1">
                <a:solidFill>
                  <a:srgbClr val="3D3838"/>
                </a:solidFill>
                <a:effectLst/>
                <a:latin typeface="+mj-ea"/>
                <a:ea typeface="+mj-ea"/>
                <a:sym typeface="+mn-ea"/>
              </a:rPr>
              <a:t>2026</a:t>
            </a:r>
            <a:r>
              <a:rPr lang="zh-CN" altLang="en-US" sz="7200" b="1">
                <a:solidFill>
                  <a:srgbClr val="3D3838"/>
                </a:solidFill>
                <a:effectLst/>
                <a:latin typeface="+mj-ea"/>
                <a:ea typeface="+mj-ea"/>
                <a:sym typeface="+mn-ea"/>
              </a:rPr>
              <a:t>年工作规划</a:t>
            </a:r>
            <a:endParaRPr lang="zh-CN" altLang="en-US" sz="7200" b="1">
              <a:solidFill>
                <a:srgbClr val="3D3838"/>
              </a:solidFill>
              <a:effectLst/>
              <a:latin typeface="+mj-ea"/>
              <a:ea typeface="+mj-ea"/>
              <a:sym typeface="+mn-ea"/>
            </a:endParaRPr>
          </a:p>
        </p:txBody>
      </p:sp>
      <p:sp>
        <p:nvSpPr>
          <p:cNvPr id="22" name="子陵职场PPT15"/>
          <p:cNvSpPr/>
          <p:nvPr/>
        </p:nvSpPr>
        <p:spPr>
          <a:xfrm rot="19620000">
            <a:off x="5778500" y="-137160"/>
            <a:ext cx="1036320" cy="26422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7265">
                <a:moveTo>
                  <a:pt x="0" y="0"/>
                </a:moveTo>
                <a:lnTo>
                  <a:pt x="1632" y="1060"/>
                </a:lnTo>
                <a:lnTo>
                  <a:pt x="1632" y="7265"/>
                </a:lnTo>
                <a:lnTo>
                  <a:pt x="0" y="726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子陵职场PPT16"/>
          <p:cNvSpPr/>
          <p:nvPr/>
        </p:nvSpPr>
        <p:spPr>
          <a:xfrm rot="19620000">
            <a:off x="7494905" y="-53340"/>
            <a:ext cx="1036320" cy="193611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6506">
                <a:moveTo>
                  <a:pt x="0" y="0"/>
                </a:moveTo>
                <a:lnTo>
                  <a:pt x="1632" y="1060"/>
                </a:lnTo>
                <a:lnTo>
                  <a:pt x="1632" y="6506"/>
                </a:lnTo>
                <a:lnTo>
                  <a:pt x="0" y="650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5" name="子陵职场PPT17"/>
          <p:cNvGrpSpPr/>
          <p:nvPr/>
        </p:nvGrpSpPr>
        <p:grpSpPr>
          <a:xfrm flipH="1">
            <a:off x="-55880" y="-701040"/>
            <a:ext cx="10224770" cy="3724910"/>
            <a:chOff x="2725" y="-1104"/>
            <a:chExt cx="16566" cy="6265"/>
          </a:xfrm>
        </p:grpSpPr>
        <p:grpSp>
          <p:nvGrpSpPr>
            <p:cNvPr id="6" name="组合 5"/>
            <p:cNvGrpSpPr/>
            <p:nvPr/>
          </p:nvGrpSpPr>
          <p:grpSpPr>
            <a:xfrm>
              <a:off x="2725" y="-25"/>
              <a:ext cx="16566" cy="5186"/>
              <a:chOff x="9145" y="5726"/>
              <a:chExt cx="16566" cy="5186"/>
            </a:xfrm>
          </p:grpSpPr>
          <p:sp>
            <p:nvSpPr>
              <p:cNvPr id="7" name="子陵职场PPT17-1"/>
              <p:cNvSpPr/>
              <p:nvPr/>
            </p:nvSpPr>
            <p:spPr>
              <a:xfrm>
                <a:off x="17263" y="5726"/>
                <a:ext cx="8220" cy="3825"/>
              </a:xfrm>
              <a:custGeom>
                <a:avLst/>
                <a:gdLst>
                  <a:gd name="connsiteX0" fmla="*/ 0 w 7695"/>
                  <a:gd name="connsiteY0" fmla="*/ 0 h 3270"/>
                  <a:gd name="connsiteX1" fmla="*/ 7695 w 7695"/>
                  <a:gd name="connsiteY1" fmla="*/ 19 h 3270"/>
                  <a:gd name="connsiteX2" fmla="*/ 7695 w 7695"/>
                  <a:gd name="connsiteY2" fmla="*/ 3270 h 3270"/>
                  <a:gd name="connsiteX3" fmla="*/ 2565 w 7695"/>
                  <a:gd name="connsiteY3" fmla="*/ 2595 h 3270"/>
                  <a:gd name="connsiteX4" fmla="*/ 0 w 7695"/>
                  <a:gd name="connsiteY4" fmla="*/ 0 h 3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95" h="3270">
                    <a:moveTo>
                      <a:pt x="0" y="0"/>
                    </a:moveTo>
                    <a:lnTo>
                      <a:pt x="7695" y="19"/>
                    </a:lnTo>
                    <a:lnTo>
                      <a:pt x="7695" y="3270"/>
                    </a:lnTo>
                    <a:cubicBezTo>
                      <a:pt x="4110" y="3255"/>
                      <a:pt x="3285" y="3270"/>
                      <a:pt x="2565" y="259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>
                <a:outerShdw blurRad="63500" sx="102000" sy="102000" algn="ctr" rotWithShape="0">
                  <a:srgbClr val="3D3838">
                    <a:alpha val="10000"/>
                  </a:srgb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子陵职场PPT17-2"/>
              <p:cNvSpPr/>
              <p:nvPr/>
            </p:nvSpPr>
            <p:spPr>
              <a:xfrm>
                <a:off x="18016" y="5785"/>
                <a:ext cx="7638" cy="3211"/>
              </a:xfrm>
              <a:custGeom>
                <a:avLst/>
                <a:gdLst>
                  <a:gd name="connsiteX0" fmla="*/ 0 w 7695"/>
                  <a:gd name="connsiteY0" fmla="*/ 0 h 3270"/>
                  <a:gd name="connsiteX1" fmla="*/ 7695 w 7695"/>
                  <a:gd name="connsiteY1" fmla="*/ 19 h 3270"/>
                  <a:gd name="connsiteX2" fmla="*/ 7695 w 7695"/>
                  <a:gd name="connsiteY2" fmla="*/ 3270 h 3270"/>
                  <a:gd name="connsiteX3" fmla="*/ 2565 w 7695"/>
                  <a:gd name="connsiteY3" fmla="*/ 2595 h 3270"/>
                  <a:gd name="connsiteX4" fmla="*/ 0 w 7695"/>
                  <a:gd name="connsiteY4" fmla="*/ 0 h 3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95" h="3270">
                    <a:moveTo>
                      <a:pt x="0" y="0"/>
                    </a:moveTo>
                    <a:lnTo>
                      <a:pt x="7695" y="19"/>
                    </a:lnTo>
                    <a:lnTo>
                      <a:pt x="7695" y="3270"/>
                    </a:lnTo>
                    <a:cubicBezTo>
                      <a:pt x="4110" y="3255"/>
                      <a:pt x="3285" y="3270"/>
                      <a:pt x="2565" y="2595"/>
                    </a:cubicBez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子陵职场PPT17-3"/>
              <p:cNvSpPr/>
              <p:nvPr/>
            </p:nvSpPr>
            <p:spPr>
              <a:xfrm>
                <a:off x="9145" y="5726"/>
                <a:ext cx="16516" cy="5186"/>
              </a:xfrm>
              <a:custGeom>
                <a:avLst/>
                <a:gdLst>
                  <a:gd name="connsiteX0" fmla="*/ 0 w 16516"/>
                  <a:gd name="connsiteY0" fmla="*/ 0 h 5186"/>
                  <a:gd name="connsiteX1" fmla="*/ 16516 w 16516"/>
                  <a:gd name="connsiteY1" fmla="*/ 0 h 5186"/>
                  <a:gd name="connsiteX2" fmla="*/ 16508 w 16516"/>
                  <a:gd name="connsiteY2" fmla="*/ 5186 h 5186"/>
                  <a:gd name="connsiteX3" fmla="*/ 11775 w 16516"/>
                  <a:gd name="connsiteY3" fmla="*/ 934 h 5186"/>
                  <a:gd name="connsiteX4" fmla="*/ 0 w 16516"/>
                  <a:gd name="connsiteY4" fmla="*/ 0 h 5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16" h="5186">
                    <a:moveTo>
                      <a:pt x="0" y="0"/>
                    </a:moveTo>
                    <a:lnTo>
                      <a:pt x="16516" y="0"/>
                    </a:lnTo>
                    <a:lnTo>
                      <a:pt x="16508" y="5186"/>
                    </a:lnTo>
                    <a:cubicBezTo>
                      <a:pt x="14508" y="3320"/>
                      <a:pt x="13258" y="2084"/>
                      <a:pt x="11775" y="934"/>
                    </a:cubicBezTo>
                    <a:cubicBezTo>
                      <a:pt x="11125" y="334"/>
                      <a:pt x="491" y="1337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子陵职场PPT17-4"/>
              <p:cNvSpPr/>
              <p:nvPr/>
            </p:nvSpPr>
            <p:spPr>
              <a:xfrm rot="10800000">
                <a:off x="22695" y="5726"/>
                <a:ext cx="3016" cy="2633"/>
              </a:xfrm>
              <a:custGeom>
                <a:avLst/>
                <a:gdLst>
                  <a:gd name="connsiteX0" fmla="*/ 27 w 3016"/>
                  <a:gd name="connsiteY0" fmla="*/ 2623 h 2633"/>
                  <a:gd name="connsiteX1" fmla="*/ 0 w 3016"/>
                  <a:gd name="connsiteY1" fmla="*/ 0 h 2633"/>
                  <a:gd name="connsiteX2" fmla="*/ 3016 w 3016"/>
                  <a:gd name="connsiteY2" fmla="*/ 2633 h 2633"/>
                  <a:gd name="connsiteX3" fmla="*/ 27 w 3016"/>
                  <a:gd name="connsiteY3" fmla="*/ 2623 h 2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16" h="2633">
                    <a:moveTo>
                      <a:pt x="27" y="2623"/>
                    </a:moveTo>
                    <a:lnTo>
                      <a:pt x="0" y="0"/>
                    </a:lnTo>
                    <a:lnTo>
                      <a:pt x="3016" y="2633"/>
                    </a:lnTo>
                    <a:lnTo>
                      <a:pt x="27" y="262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80000"/>
                      <a:lumOff val="20000"/>
                      <a:alpha val="100000"/>
                    </a:schemeClr>
                  </a:gs>
                  <a:gs pos="92000">
                    <a:schemeClr val="accent2">
                      <a:alpha val="100000"/>
                    </a:scheme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</p:grpSp>
        <p:sp>
          <p:nvSpPr>
            <p:cNvPr id="14" name="子陵职场PPT17-5"/>
            <p:cNvSpPr/>
            <p:nvPr/>
          </p:nvSpPr>
          <p:spPr>
            <a:xfrm rot="19620000">
              <a:off x="16368" y="-1104"/>
              <a:ext cx="2322" cy="546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22" h="5468">
                  <a:moveTo>
                    <a:pt x="0" y="0"/>
                  </a:moveTo>
                  <a:lnTo>
                    <a:pt x="1002" y="651"/>
                  </a:lnTo>
                  <a:lnTo>
                    <a:pt x="2322" y="5252"/>
                  </a:lnTo>
                  <a:lnTo>
                    <a:pt x="1568" y="54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F7F7F7"/>
                </a:gs>
                <a:gs pos="99000">
                  <a:srgbClr val="F7F7F7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182745" y="5020945"/>
            <a:ext cx="6616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4000" b="1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乘风破浪</a:t>
            </a:r>
            <a:r>
              <a:rPr lang="en-US" altLang="zh-CN" sz="4000" b="1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   </a:t>
            </a:r>
            <a:r>
              <a:rPr lang="zh-CN" altLang="en-US" sz="4000" b="1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再创辉煌</a:t>
            </a:r>
            <a:endParaRPr lang="zh-CN" altLang="en-US" sz="4000" b="1">
              <a:solidFill>
                <a:schemeClr val="bg1"/>
              </a:solidFill>
              <a:effectLst/>
              <a:latin typeface="+mj-ea"/>
              <a:ea typeface="+mj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21066"/>
          <a:stretch>
            <a:fillRect/>
          </a:stretch>
        </p:blipFill>
        <p:spPr>
          <a:xfrm>
            <a:off x="10168890" y="21590"/>
            <a:ext cx="2023110" cy="748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2026</a:t>
            </a:r>
            <a:r>
              <a:t>年总体目标</a:t>
            </a:r>
            <a:r>
              <a:rPr lang="en-US" altLang="zh-CN"/>
              <a:t>/</a:t>
            </a:r>
            <a:r>
              <a:t>主要事项</a:t>
            </a:r>
          </a:p>
        </p:txBody>
      </p:sp>
      <p:grpSp>
        <p:nvGrpSpPr>
          <p:cNvPr id="267" name="子陵职场PPT2"/>
          <p:cNvGrpSpPr/>
          <p:nvPr>
            <p:custDataLst>
              <p:tags r:id="rId1"/>
            </p:custDataLst>
          </p:nvPr>
        </p:nvGrpSpPr>
        <p:grpSpPr>
          <a:xfrm>
            <a:off x="1932940" y="2921000"/>
            <a:ext cx="8326120" cy="3695700"/>
            <a:chOff x="2150008" y="2464414"/>
            <a:chExt cx="7891983" cy="3502908"/>
          </a:xfrm>
        </p:grpSpPr>
        <p:sp>
          <p:nvSpPr>
            <p:cNvPr id="10" name="子陵职场PPT2-1"/>
            <p:cNvSpPr/>
            <p:nvPr>
              <p:custDataLst>
                <p:tags r:id="rId2"/>
              </p:custDataLst>
            </p:nvPr>
          </p:nvSpPr>
          <p:spPr>
            <a:xfrm>
              <a:off x="3251487" y="4016299"/>
              <a:ext cx="1886576" cy="1672725"/>
            </a:xfrm>
            <a:custGeom>
              <a:avLst/>
              <a:gdLst>
                <a:gd name="connsiteX0" fmla="*/ 1886577 w 1886576"/>
                <a:gd name="connsiteY0" fmla="*/ 975512 h 1672725"/>
                <a:gd name="connsiteX1" fmla="*/ 543416 w 1886576"/>
                <a:gd name="connsiteY1" fmla="*/ 0 h 1672725"/>
                <a:gd name="connsiteX2" fmla="*/ 0 w 1886576"/>
                <a:gd name="connsiteY2" fmla="*/ 1672725 h 1672725"/>
                <a:gd name="connsiteX3" fmla="*/ 1661008 w 1886576"/>
                <a:gd name="connsiteY3" fmla="*/ 1672725 h 1672725"/>
                <a:gd name="connsiteX4" fmla="*/ 1886577 w 1886576"/>
                <a:gd name="connsiteY4" fmla="*/ 975512 h 167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6576" h="1672725">
                  <a:moveTo>
                    <a:pt x="1886577" y="975512"/>
                  </a:moveTo>
                  <a:lnTo>
                    <a:pt x="543416" y="0"/>
                  </a:lnTo>
                  <a:cubicBezTo>
                    <a:pt x="202133" y="468715"/>
                    <a:pt x="0" y="1047284"/>
                    <a:pt x="0" y="1672725"/>
                  </a:cubicBezTo>
                  <a:lnTo>
                    <a:pt x="1661008" y="1672725"/>
                  </a:lnTo>
                  <a:cubicBezTo>
                    <a:pt x="1659543" y="1410538"/>
                    <a:pt x="1744497" y="1170322"/>
                    <a:pt x="1886577" y="975512"/>
                  </a:cubicBezTo>
                  <a:close/>
                </a:path>
              </a:pathLst>
            </a:custGeom>
            <a:solidFill>
              <a:schemeClr val="accent1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3" name="子陵职场PPT2-2"/>
            <p:cNvSpPr/>
            <p:nvPr>
              <p:custDataLst>
                <p:tags r:id="rId3"/>
              </p:custDataLst>
            </p:nvPr>
          </p:nvSpPr>
          <p:spPr>
            <a:xfrm>
              <a:off x="3761215" y="2942649"/>
              <a:ext cx="1968601" cy="2049161"/>
            </a:xfrm>
            <a:custGeom>
              <a:avLst/>
              <a:gdLst>
                <a:gd name="connsiteX0" fmla="*/ 1442762 w 1968601"/>
                <a:gd name="connsiteY0" fmla="*/ 0 h 2049161"/>
                <a:gd name="connsiteX1" fmla="*/ 0 w 1968601"/>
                <a:gd name="connsiteY1" fmla="*/ 1048749 h 2049161"/>
                <a:gd name="connsiteX2" fmla="*/ 1376849 w 1968601"/>
                <a:gd name="connsiteY2" fmla="*/ 2049162 h 2049161"/>
                <a:gd name="connsiteX3" fmla="*/ 1968602 w 1968601"/>
                <a:gd name="connsiteY3" fmla="*/ 1618530 h 2049161"/>
                <a:gd name="connsiteX4" fmla="*/ 1442762 w 1968601"/>
                <a:gd name="connsiteY4" fmla="*/ 0 h 2049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601" h="2049161">
                  <a:moveTo>
                    <a:pt x="1442762" y="0"/>
                  </a:moveTo>
                  <a:cubicBezTo>
                    <a:pt x="858334" y="190415"/>
                    <a:pt x="354465" y="562458"/>
                    <a:pt x="0" y="1048749"/>
                  </a:cubicBezTo>
                  <a:lnTo>
                    <a:pt x="1376849" y="2049162"/>
                  </a:lnTo>
                  <a:cubicBezTo>
                    <a:pt x="1521858" y="1849959"/>
                    <a:pt x="1728385" y="1696162"/>
                    <a:pt x="1968602" y="1618530"/>
                  </a:cubicBezTo>
                  <a:lnTo>
                    <a:pt x="1442762" y="0"/>
                  </a:lnTo>
                  <a:close/>
                </a:path>
              </a:pathLst>
            </a:custGeom>
            <a:solidFill>
              <a:schemeClr val="accent2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6" name="子陵职场PPT2-3"/>
            <p:cNvSpPr/>
            <p:nvPr>
              <p:custDataLst>
                <p:tags r:id="rId4"/>
              </p:custDataLst>
            </p:nvPr>
          </p:nvSpPr>
          <p:spPr>
            <a:xfrm>
              <a:off x="7053935" y="3921091"/>
              <a:ext cx="2047697" cy="1766468"/>
            </a:xfrm>
            <a:custGeom>
              <a:avLst/>
              <a:gdLst>
                <a:gd name="connsiteX0" fmla="*/ 1473522 w 2047697"/>
                <a:gd name="connsiteY0" fmla="*/ 0 h 1766468"/>
                <a:gd name="connsiteX1" fmla="*/ 0 w 2047697"/>
                <a:gd name="connsiteY1" fmla="*/ 1070720 h 1766468"/>
                <a:gd name="connsiteX2" fmla="*/ 227034 w 2047697"/>
                <a:gd name="connsiteY2" fmla="*/ 1766468 h 1766468"/>
                <a:gd name="connsiteX3" fmla="*/ 2047698 w 2047697"/>
                <a:gd name="connsiteY3" fmla="*/ 1766468 h 1766468"/>
                <a:gd name="connsiteX4" fmla="*/ 1473522 w 2047697"/>
                <a:gd name="connsiteY4" fmla="*/ 0 h 1766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7697" h="1766468">
                  <a:moveTo>
                    <a:pt x="1473522" y="0"/>
                  </a:moveTo>
                  <a:lnTo>
                    <a:pt x="0" y="1070720"/>
                  </a:lnTo>
                  <a:cubicBezTo>
                    <a:pt x="142079" y="1265530"/>
                    <a:pt x="227034" y="1507211"/>
                    <a:pt x="227034" y="1766468"/>
                  </a:cubicBezTo>
                  <a:lnTo>
                    <a:pt x="2047698" y="1766468"/>
                  </a:lnTo>
                  <a:cubicBezTo>
                    <a:pt x="2047698" y="1105874"/>
                    <a:pt x="1833846" y="496545"/>
                    <a:pt x="1473522" y="0"/>
                  </a:cubicBezTo>
                  <a:close/>
                </a:path>
              </a:pathLst>
            </a:custGeom>
            <a:solidFill>
              <a:schemeClr val="accent5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9" name="子陵职场PPT2-4"/>
            <p:cNvSpPr/>
            <p:nvPr>
              <p:custDataLst>
                <p:tags r:id="rId5"/>
              </p:custDataLst>
            </p:nvPr>
          </p:nvSpPr>
          <p:spPr>
            <a:xfrm>
              <a:off x="6462183" y="2865018"/>
              <a:ext cx="2034514" cy="2126792"/>
            </a:xfrm>
            <a:custGeom>
              <a:avLst/>
              <a:gdLst>
                <a:gd name="connsiteX0" fmla="*/ 550740 w 2034514"/>
                <a:gd name="connsiteY0" fmla="*/ 0 h 2126792"/>
                <a:gd name="connsiteX1" fmla="*/ 0 w 2034514"/>
                <a:gd name="connsiteY1" fmla="*/ 1696161 h 2126792"/>
                <a:gd name="connsiteX2" fmla="*/ 591752 w 2034514"/>
                <a:gd name="connsiteY2" fmla="*/ 2126793 h 2126792"/>
                <a:gd name="connsiteX3" fmla="*/ 2034515 w 2034514"/>
                <a:gd name="connsiteY3" fmla="*/ 1078044 h 2126792"/>
                <a:gd name="connsiteX4" fmla="*/ 550740 w 2034514"/>
                <a:gd name="connsiteY4" fmla="*/ 0 h 2126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4514" h="2126792">
                  <a:moveTo>
                    <a:pt x="550740" y="0"/>
                  </a:moveTo>
                  <a:lnTo>
                    <a:pt x="0" y="1696161"/>
                  </a:lnTo>
                  <a:cubicBezTo>
                    <a:pt x="240216" y="1773792"/>
                    <a:pt x="446744" y="1926124"/>
                    <a:pt x="591752" y="2126793"/>
                  </a:cubicBezTo>
                  <a:lnTo>
                    <a:pt x="2034515" y="1078044"/>
                  </a:lnTo>
                  <a:cubicBezTo>
                    <a:pt x="1669796" y="577105"/>
                    <a:pt x="1152745" y="194809"/>
                    <a:pt x="550740" y="0"/>
                  </a:cubicBezTo>
                  <a:close/>
                </a:path>
              </a:pathLst>
            </a:custGeom>
            <a:solidFill>
              <a:schemeClr val="accent4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2" name="子陵职场PPT2-5"/>
            <p:cNvSpPr/>
            <p:nvPr>
              <p:custDataLst>
                <p:tags r:id="rId6"/>
              </p:custDataLst>
            </p:nvPr>
          </p:nvSpPr>
          <p:spPr>
            <a:xfrm>
              <a:off x="5190794" y="2761022"/>
              <a:ext cx="1810410" cy="1800157"/>
            </a:xfrm>
            <a:custGeom>
              <a:avLst/>
              <a:gdLst>
                <a:gd name="connsiteX0" fmla="*/ 905205 w 1810410"/>
                <a:gd name="connsiteY0" fmla="*/ 0 h 1800157"/>
                <a:gd name="connsiteX1" fmla="*/ 0 w 1810410"/>
                <a:gd name="connsiteY1" fmla="*/ 142079 h 1800157"/>
                <a:gd name="connsiteX2" fmla="*/ 539022 w 1810410"/>
                <a:gd name="connsiteY2" fmla="*/ 1800157 h 1800157"/>
                <a:gd name="connsiteX3" fmla="*/ 905205 w 1810410"/>
                <a:gd name="connsiteY3" fmla="*/ 1741568 h 1800157"/>
                <a:gd name="connsiteX4" fmla="*/ 1271388 w 1810410"/>
                <a:gd name="connsiteY4" fmla="*/ 1800157 h 1800157"/>
                <a:gd name="connsiteX5" fmla="*/ 1810410 w 1810410"/>
                <a:gd name="connsiteY5" fmla="*/ 142079 h 1800157"/>
                <a:gd name="connsiteX6" fmla="*/ 905205 w 1810410"/>
                <a:gd name="connsiteY6" fmla="*/ 0 h 180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0410" h="1800157">
                  <a:moveTo>
                    <a:pt x="905205" y="0"/>
                  </a:moveTo>
                  <a:cubicBezTo>
                    <a:pt x="588823" y="0"/>
                    <a:pt x="285623" y="49801"/>
                    <a:pt x="0" y="142079"/>
                  </a:cubicBezTo>
                  <a:lnTo>
                    <a:pt x="539022" y="1800157"/>
                  </a:lnTo>
                  <a:cubicBezTo>
                    <a:pt x="654736" y="1762074"/>
                    <a:pt x="777773" y="1741568"/>
                    <a:pt x="905205" y="1741568"/>
                  </a:cubicBezTo>
                  <a:cubicBezTo>
                    <a:pt x="1032637" y="1741568"/>
                    <a:pt x="1155675" y="1762074"/>
                    <a:pt x="1271388" y="1800157"/>
                  </a:cubicBezTo>
                  <a:lnTo>
                    <a:pt x="1810410" y="142079"/>
                  </a:lnTo>
                  <a:cubicBezTo>
                    <a:pt x="1524787" y="49801"/>
                    <a:pt x="1221588" y="0"/>
                    <a:pt x="905205" y="0"/>
                  </a:cubicBezTo>
                  <a:close/>
                </a:path>
              </a:pathLst>
            </a:custGeom>
            <a:solidFill>
              <a:schemeClr val="accent3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56" name="子陵职场PPT2-6"/>
            <p:cNvSpPr txBox="1"/>
            <p:nvPr>
              <p:custDataLst>
                <p:tags r:id="rId7"/>
              </p:custDataLst>
            </p:nvPr>
          </p:nvSpPr>
          <p:spPr>
            <a:xfrm>
              <a:off x="4103175" y="4960343"/>
              <a:ext cx="651245" cy="5573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230" spc="0" baseline="0" dirty="0">
                  <a:solidFill>
                    <a:schemeClr val="bg1"/>
                  </a:solidFill>
                  <a:latin typeface="+mj-lt"/>
                  <a:ea typeface="+mj-lt"/>
                  <a:rtl val="0"/>
                </a:rPr>
                <a:t>01</a:t>
              </a:r>
              <a:endParaRPr lang="zh-CN" altLang="en-US" sz="3230" spc="0" baseline="0" dirty="0">
                <a:solidFill>
                  <a:schemeClr val="bg1"/>
                </a:solidFill>
                <a:latin typeface="+mj-lt"/>
                <a:ea typeface="+mj-lt"/>
                <a:rtl val="0"/>
              </a:endParaRPr>
            </a:p>
          </p:txBody>
        </p:sp>
        <p:sp>
          <p:nvSpPr>
            <p:cNvPr id="60" name="子陵职场PPT2-7"/>
            <p:cNvSpPr/>
            <p:nvPr>
              <p:custDataLst>
                <p:tags r:id="rId8"/>
              </p:custDataLst>
            </p:nvPr>
          </p:nvSpPr>
          <p:spPr>
            <a:xfrm>
              <a:off x="3002300" y="4557185"/>
              <a:ext cx="245858" cy="423477"/>
            </a:xfrm>
            <a:custGeom>
              <a:avLst/>
              <a:gdLst>
                <a:gd name="connsiteX0" fmla="*/ 145192 w 245858"/>
                <a:gd name="connsiteY0" fmla="*/ 393614 h 423477"/>
                <a:gd name="connsiteX1" fmla="*/ 117362 w 245858"/>
                <a:gd name="connsiteY1" fmla="*/ 421443 h 423477"/>
                <a:gd name="connsiteX2" fmla="*/ 64631 w 245858"/>
                <a:gd name="connsiteY2" fmla="*/ 393614 h 423477"/>
                <a:gd name="connsiteX3" fmla="*/ 1648 w 245858"/>
                <a:gd name="connsiteY3" fmla="*/ 191481 h 423477"/>
                <a:gd name="connsiteX4" fmla="*/ 14830 w 245858"/>
                <a:gd name="connsiteY4" fmla="*/ 146074 h 423477"/>
                <a:gd name="connsiteX5" fmla="*/ 177416 w 245858"/>
                <a:gd name="connsiteY5" fmla="*/ 9853 h 423477"/>
                <a:gd name="connsiteX6" fmla="*/ 236005 w 245858"/>
                <a:gd name="connsiteY6" fmla="*/ 15713 h 423477"/>
                <a:gd name="connsiteX7" fmla="*/ 230146 w 245858"/>
                <a:gd name="connsiteY7" fmla="*/ 74302 h 423477"/>
                <a:gd name="connsiteX8" fmla="*/ 89532 w 245858"/>
                <a:gd name="connsiteY8" fmla="*/ 191481 h 423477"/>
                <a:gd name="connsiteX9" fmla="*/ 145192 w 245858"/>
                <a:gd name="connsiteY9" fmla="*/ 367249 h 423477"/>
                <a:gd name="connsiteX10" fmla="*/ 145192 w 245858"/>
                <a:gd name="connsiteY10" fmla="*/ 393614 h 423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858" h="423477">
                  <a:moveTo>
                    <a:pt x="145192" y="393614"/>
                  </a:moveTo>
                  <a:cubicBezTo>
                    <a:pt x="140797" y="406796"/>
                    <a:pt x="132009" y="417049"/>
                    <a:pt x="117362" y="421443"/>
                  </a:cubicBezTo>
                  <a:cubicBezTo>
                    <a:pt x="95391" y="428767"/>
                    <a:pt x="71955" y="415585"/>
                    <a:pt x="64631" y="393614"/>
                  </a:cubicBezTo>
                  <a:lnTo>
                    <a:pt x="1648" y="191481"/>
                  </a:lnTo>
                  <a:cubicBezTo>
                    <a:pt x="-2746" y="175368"/>
                    <a:pt x="1648" y="157791"/>
                    <a:pt x="14830" y="146074"/>
                  </a:cubicBezTo>
                  <a:lnTo>
                    <a:pt x="177416" y="9853"/>
                  </a:lnTo>
                  <a:cubicBezTo>
                    <a:pt x="194993" y="-4794"/>
                    <a:pt x="221358" y="-3329"/>
                    <a:pt x="236005" y="15713"/>
                  </a:cubicBezTo>
                  <a:cubicBezTo>
                    <a:pt x="250652" y="33289"/>
                    <a:pt x="249188" y="59655"/>
                    <a:pt x="230146" y="74302"/>
                  </a:cubicBezTo>
                  <a:lnTo>
                    <a:pt x="89532" y="191481"/>
                  </a:lnTo>
                  <a:lnTo>
                    <a:pt x="145192" y="367249"/>
                  </a:lnTo>
                  <a:cubicBezTo>
                    <a:pt x="146656" y="377501"/>
                    <a:pt x="146656" y="384825"/>
                    <a:pt x="145192" y="393614"/>
                  </a:cubicBezTo>
                  <a:close/>
                </a:path>
              </a:pathLst>
            </a:custGeom>
            <a:solidFill>
              <a:schemeClr val="accent1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73" name="子陵职场PPT2-8"/>
            <p:cNvSpPr/>
            <p:nvPr/>
          </p:nvSpPr>
          <p:spPr>
            <a:xfrm>
              <a:off x="2150008" y="5856003"/>
              <a:ext cx="1578982" cy="111319"/>
            </a:xfrm>
            <a:custGeom>
              <a:avLst/>
              <a:gdLst>
                <a:gd name="connsiteX0" fmla="*/ 1578983 w 1578982"/>
                <a:gd name="connsiteY0" fmla="*/ 0 h 111319"/>
                <a:gd name="connsiteX1" fmla="*/ 55660 w 1578982"/>
                <a:gd name="connsiteY1" fmla="*/ 0 h 111319"/>
                <a:gd name="connsiteX2" fmla="*/ 0 w 1578982"/>
                <a:gd name="connsiteY2" fmla="*/ 55660 h 111319"/>
                <a:gd name="connsiteX3" fmla="*/ 0 w 1578982"/>
                <a:gd name="connsiteY3" fmla="*/ 55660 h 111319"/>
                <a:gd name="connsiteX4" fmla="*/ 55660 w 1578982"/>
                <a:gd name="connsiteY4" fmla="*/ 111320 h 111319"/>
                <a:gd name="connsiteX5" fmla="*/ 1578983 w 1578982"/>
                <a:gd name="connsiteY5" fmla="*/ 111320 h 111319"/>
                <a:gd name="connsiteX6" fmla="*/ 1578983 w 1578982"/>
                <a:gd name="connsiteY6" fmla="*/ 0 h 111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8982" h="111319">
                  <a:moveTo>
                    <a:pt x="1578983" y="0"/>
                  </a:moveTo>
                  <a:lnTo>
                    <a:pt x="55660" y="0"/>
                  </a:lnTo>
                  <a:cubicBezTo>
                    <a:pt x="24901" y="0"/>
                    <a:pt x="0" y="24901"/>
                    <a:pt x="0" y="55660"/>
                  </a:cubicBezTo>
                  <a:lnTo>
                    <a:pt x="0" y="55660"/>
                  </a:lnTo>
                  <a:cubicBezTo>
                    <a:pt x="0" y="86420"/>
                    <a:pt x="24901" y="111320"/>
                    <a:pt x="55660" y="111320"/>
                  </a:cubicBezTo>
                  <a:lnTo>
                    <a:pt x="1578983" y="111320"/>
                  </a:lnTo>
                  <a:lnTo>
                    <a:pt x="1578983" y="0"/>
                  </a:lnTo>
                  <a:close/>
                </a:path>
              </a:pathLst>
            </a:custGeom>
            <a:solidFill>
              <a:schemeClr val="accent1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98" name="子陵职场PPT2-9"/>
            <p:cNvSpPr/>
            <p:nvPr>
              <p:custDataLst>
                <p:tags r:id="rId9"/>
              </p:custDataLst>
            </p:nvPr>
          </p:nvSpPr>
          <p:spPr>
            <a:xfrm>
              <a:off x="4079056" y="3080255"/>
              <a:ext cx="369197" cy="293625"/>
            </a:xfrm>
            <a:custGeom>
              <a:avLst/>
              <a:gdLst>
                <a:gd name="connsiteX0" fmla="*/ 67383 w 369197"/>
                <a:gd name="connsiteY0" fmla="*/ 285702 h 293625"/>
                <a:gd name="connsiteX1" fmla="*/ 27835 w 369197"/>
                <a:gd name="connsiteY1" fmla="*/ 291561 h 293625"/>
                <a:gd name="connsiteX2" fmla="*/ 2935 w 369197"/>
                <a:gd name="connsiteY2" fmla="*/ 237366 h 293625"/>
                <a:gd name="connsiteX3" fmla="*/ 74707 w 369197"/>
                <a:gd name="connsiteY3" fmla="*/ 38162 h 293625"/>
                <a:gd name="connsiteX4" fmla="*/ 112790 w 369197"/>
                <a:gd name="connsiteY4" fmla="*/ 10332 h 293625"/>
                <a:gd name="connsiteX5" fmla="*/ 325176 w 369197"/>
                <a:gd name="connsiteY5" fmla="*/ 79 h 293625"/>
                <a:gd name="connsiteX6" fmla="*/ 369118 w 369197"/>
                <a:gd name="connsiteY6" fmla="*/ 39627 h 293625"/>
                <a:gd name="connsiteX7" fmla="*/ 329570 w 369197"/>
                <a:gd name="connsiteY7" fmla="*/ 83569 h 293625"/>
                <a:gd name="connsiteX8" fmla="*/ 146479 w 369197"/>
                <a:gd name="connsiteY8" fmla="*/ 92358 h 293625"/>
                <a:gd name="connsiteX9" fmla="*/ 83495 w 369197"/>
                <a:gd name="connsiteY9" fmla="*/ 265196 h 293625"/>
                <a:gd name="connsiteX10" fmla="*/ 67383 w 369197"/>
                <a:gd name="connsiteY10" fmla="*/ 285702 h 293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9197" h="293625">
                  <a:moveTo>
                    <a:pt x="67383" y="285702"/>
                  </a:moveTo>
                  <a:cubicBezTo>
                    <a:pt x="57130" y="293026"/>
                    <a:pt x="42483" y="295955"/>
                    <a:pt x="27835" y="291561"/>
                  </a:cubicBezTo>
                  <a:cubicBezTo>
                    <a:pt x="5864" y="284238"/>
                    <a:pt x="-5854" y="259337"/>
                    <a:pt x="2935" y="237366"/>
                  </a:cubicBezTo>
                  <a:lnTo>
                    <a:pt x="74707" y="38162"/>
                  </a:lnTo>
                  <a:cubicBezTo>
                    <a:pt x="80566" y="22050"/>
                    <a:pt x="95213" y="11797"/>
                    <a:pt x="112790" y="10332"/>
                  </a:cubicBezTo>
                  <a:lnTo>
                    <a:pt x="325176" y="79"/>
                  </a:lnTo>
                  <a:cubicBezTo>
                    <a:pt x="348612" y="-1386"/>
                    <a:pt x="367653" y="17656"/>
                    <a:pt x="369118" y="39627"/>
                  </a:cubicBezTo>
                  <a:cubicBezTo>
                    <a:pt x="370583" y="63063"/>
                    <a:pt x="351541" y="82104"/>
                    <a:pt x="329570" y="83569"/>
                  </a:cubicBezTo>
                  <a:lnTo>
                    <a:pt x="146479" y="92358"/>
                  </a:lnTo>
                  <a:lnTo>
                    <a:pt x="83495" y="265196"/>
                  </a:lnTo>
                  <a:cubicBezTo>
                    <a:pt x="79101" y="273984"/>
                    <a:pt x="74707" y="281308"/>
                    <a:pt x="67383" y="285702"/>
                  </a:cubicBezTo>
                  <a:close/>
                </a:path>
              </a:pathLst>
            </a:custGeom>
            <a:solidFill>
              <a:schemeClr val="accent2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12" name="子陵职场PPT2-10"/>
            <p:cNvSpPr/>
            <p:nvPr/>
          </p:nvSpPr>
          <p:spPr>
            <a:xfrm>
              <a:off x="3728990" y="5856004"/>
              <a:ext cx="1577517" cy="109855"/>
            </a:xfrm>
            <a:custGeom>
              <a:avLst/>
              <a:gdLst>
                <a:gd name="connsiteX0" fmla="*/ 0 w 1577517"/>
                <a:gd name="connsiteY0" fmla="*/ 0 h 109855"/>
                <a:gd name="connsiteX1" fmla="*/ 1577518 w 1577517"/>
                <a:gd name="connsiteY1" fmla="*/ 0 h 109855"/>
                <a:gd name="connsiteX2" fmla="*/ 1577518 w 1577517"/>
                <a:gd name="connsiteY2" fmla="*/ 109855 h 109855"/>
                <a:gd name="connsiteX3" fmla="*/ 0 w 1577517"/>
                <a:gd name="connsiteY3" fmla="*/ 109855 h 109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7517" h="109855">
                  <a:moveTo>
                    <a:pt x="0" y="0"/>
                  </a:moveTo>
                  <a:lnTo>
                    <a:pt x="1577518" y="0"/>
                  </a:lnTo>
                  <a:lnTo>
                    <a:pt x="1577518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chemeClr val="accent2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36" name="子陵职场PPT2-11"/>
            <p:cNvSpPr txBox="1"/>
            <p:nvPr>
              <p:custDataLst>
                <p:tags r:id="rId10"/>
              </p:custDataLst>
            </p:nvPr>
          </p:nvSpPr>
          <p:spPr>
            <a:xfrm>
              <a:off x="5729937" y="3742227"/>
              <a:ext cx="621730" cy="5585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230" spc="0" baseline="0" dirty="0">
                  <a:solidFill>
                    <a:schemeClr val="bg1"/>
                  </a:solidFill>
                  <a:latin typeface="+mj-lt"/>
                  <a:ea typeface="+mj-lt"/>
                  <a:rtl val="0"/>
                </a:rPr>
                <a:t>03</a:t>
              </a:r>
              <a:endParaRPr lang="zh-CN" altLang="en-US" sz="3230" spc="0" baseline="0" dirty="0">
                <a:solidFill>
                  <a:schemeClr val="bg1"/>
                </a:solidFill>
                <a:latin typeface="+mj-lt"/>
                <a:ea typeface="+mj-lt"/>
                <a:rtl val="0"/>
              </a:endParaRPr>
            </a:p>
          </p:txBody>
        </p:sp>
        <p:sp>
          <p:nvSpPr>
            <p:cNvPr id="139" name="子陵职场PPT2-12"/>
            <p:cNvSpPr/>
            <p:nvPr>
              <p:custDataLst>
                <p:tags r:id="rId11"/>
              </p:custDataLst>
            </p:nvPr>
          </p:nvSpPr>
          <p:spPr>
            <a:xfrm>
              <a:off x="5877968" y="2464414"/>
              <a:ext cx="436062" cy="202865"/>
            </a:xfrm>
            <a:custGeom>
              <a:avLst/>
              <a:gdLst>
                <a:gd name="connsiteX0" fmla="*/ 42263 w 436062"/>
                <a:gd name="connsiteY0" fmla="*/ 202866 h 202865"/>
                <a:gd name="connsiteX1" fmla="*/ 7110 w 436062"/>
                <a:gd name="connsiteY1" fmla="*/ 183824 h 202865"/>
                <a:gd name="connsiteX2" fmla="*/ 18827 w 436062"/>
                <a:gd name="connsiteY2" fmla="*/ 125235 h 202865"/>
                <a:gd name="connsiteX3" fmla="*/ 194595 w 436062"/>
                <a:gd name="connsiteY3" fmla="*/ 6591 h 202865"/>
                <a:gd name="connsiteX4" fmla="*/ 241467 w 436062"/>
                <a:gd name="connsiteY4" fmla="*/ 6591 h 202865"/>
                <a:gd name="connsiteX5" fmla="*/ 417235 w 436062"/>
                <a:gd name="connsiteY5" fmla="*/ 125235 h 202865"/>
                <a:gd name="connsiteX6" fmla="*/ 428953 w 436062"/>
                <a:gd name="connsiteY6" fmla="*/ 183824 h 202865"/>
                <a:gd name="connsiteX7" fmla="*/ 370363 w 436062"/>
                <a:gd name="connsiteY7" fmla="*/ 195542 h 202865"/>
                <a:gd name="connsiteX8" fmla="*/ 218031 w 436062"/>
                <a:gd name="connsiteY8" fmla="*/ 93011 h 202865"/>
                <a:gd name="connsiteX9" fmla="*/ 65699 w 436062"/>
                <a:gd name="connsiteY9" fmla="*/ 195542 h 202865"/>
                <a:gd name="connsiteX10" fmla="*/ 42263 w 436062"/>
                <a:gd name="connsiteY10" fmla="*/ 202866 h 202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6062" h="202865">
                  <a:moveTo>
                    <a:pt x="42263" y="202866"/>
                  </a:moveTo>
                  <a:cubicBezTo>
                    <a:pt x="29081" y="202866"/>
                    <a:pt x="15898" y="197007"/>
                    <a:pt x="7110" y="183824"/>
                  </a:cubicBezTo>
                  <a:cubicBezTo>
                    <a:pt x="-6073" y="164782"/>
                    <a:pt x="-214" y="138417"/>
                    <a:pt x="18827" y="125235"/>
                  </a:cubicBezTo>
                  <a:lnTo>
                    <a:pt x="194595" y="6591"/>
                  </a:lnTo>
                  <a:cubicBezTo>
                    <a:pt x="209243" y="-2197"/>
                    <a:pt x="226820" y="-2197"/>
                    <a:pt x="241467" y="6591"/>
                  </a:cubicBezTo>
                  <a:lnTo>
                    <a:pt x="417235" y="125235"/>
                  </a:lnTo>
                  <a:cubicBezTo>
                    <a:pt x="436276" y="138417"/>
                    <a:pt x="442135" y="164782"/>
                    <a:pt x="428953" y="183824"/>
                  </a:cubicBezTo>
                  <a:cubicBezTo>
                    <a:pt x="415770" y="202866"/>
                    <a:pt x="389405" y="208724"/>
                    <a:pt x="370363" y="195542"/>
                  </a:cubicBezTo>
                  <a:lnTo>
                    <a:pt x="218031" y="93011"/>
                  </a:lnTo>
                  <a:lnTo>
                    <a:pt x="65699" y="195542"/>
                  </a:lnTo>
                  <a:cubicBezTo>
                    <a:pt x="58375" y="201401"/>
                    <a:pt x="49587" y="202866"/>
                    <a:pt x="42263" y="202866"/>
                  </a:cubicBezTo>
                  <a:close/>
                </a:path>
              </a:pathLst>
            </a:custGeom>
            <a:solidFill>
              <a:schemeClr val="accent3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52" name="子陵职场PPT2-13"/>
            <p:cNvSpPr/>
            <p:nvPr/>
          </p:nvSpPr>
          <p:spPr>
            <a:xfrm>
              <a:off x="5306508" y="5856004"/>
              <a:ext cx="1577517" cy="109855"/>
            </a:xfrm>
            <a:custGeom>
              <a:avLst/>
              <a:gdLst>
                <a:gd name="connsiteX0" fmla="*/ 0 w 1577517"/>
                <a:gd name="connsiteY0" fmla="*/ 0 h 109855"/>
                <a:gd name="connsiteX1" fmla="*/ 1577518 w 1577517"/>
                <a:gd name="connsiteY1" fmla="*/ 0 h 109855"/>
                <a:gd name="connsiteX2" fmla="*/ 1577518 w 1577517"/>
                <a:gd name="connsiteY2" fmla="*/ 109855 h 109855"/>
                <a:gd name="connsiteX3" fmla="*/ 0 w 1577517"/>
                <a:gd name="connsiteY3" fmla="*/ 109855 h 109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7517" h="109855">
                  <a:moveTo>
                    <a:pt x="0" y="0"/>
                  </a:moveTo>
                  <a:lnTo>
                    <a:pt x="1577518" y="0"/>
                  </a:lnTo>
                  <a:lnTo>
                    <a:pt x="1577518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chemeClr val="accent3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76" name="子陵职场PPT2-14"/>
            <p:cNvSpPr txBox="1"/>
            <p:nvPr>
              <p:custDataLst>
                <p:tags r:id="rId12"/>
              </p:custDataLst>
            </p:nvPr>
          </p:nvSpPr>
          <p:spPr>
            <a:xfrm>
              <a:off x="6761270" y="4048561"/>
              <a:ext cx="621730" cy="5585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230" spc="0" baseline="0">
                  <a:solidFill>
                    <a:schemeClr val="bg1"/>
                  </a:solidFill>
                  <a:latin typeface="+mj-lt"/>
                  <a:ea typeface="+mj-lt"/>
                  <a:rtl val="0"/>
                </a:rPr>
                <a:t>04</a:t>
              </a:r>
              <a:endParaRPr lang="zh-CN" altLang="en-US" sz="3230" spc="0" baseline="0">
                <a:solidFill>
                  <a:schemeClr val="bg1"/>
                </a:solidFill>
                <a:latin typeface="+mj-lt"/>
                <a:ea typeface="+mj-lt"/>
                <a:rtl val="0"/>
              </a:endParaRPr>
            </a:p>
          </p:txBody>
        </p:sp>
        <p:sp>
          <p:nvSpPr>
            <p:cNvPr id="179" name="子陵职场PPT2-15"/>
            <p:cNvSpPr/>
            <p:nvPr>
              <p:custDataLst>
                <p:tags r:id="rId13"/>
              </p:custDataLst>
            </p:nvPr>
          </p:nvSpPr>
          <p:spPr>
            <a:xfrm>
              <a:off x="7739430" y="3080249"/>
              <a:ext cx="368527" cy="292447"/>
            </a:xfrm>
            <a:custGeom>
              <a:avLst/>
              <a:gdLst>
                <a:gd name="connsiteX0" fmla="*/ 17577 w 368527"/>
                <a:gd name="connsiteY0" fmla="*/ 74787 h 292447"/>
                <a:gd name="connsiteX1" fmla="*/ 0 w 368527"/>
                <a:gd name="connsiteY1" fmla="*/ 39633 h 292447"/>
                <a:gd name="connsiteX2" fmla="*/ 43942 w 368527"/>
                <a:gd name="connsiteY2" fmla="*/ 85 h 292447"/>
                <a:gd name="connsiteX3" fmla="*/ 256328 w 368527"/>
                <a:gd name="connsiteY3" fmla="*/ 8874 h 292447"/>
                <a:gd name="connsiteX4" fmla="*/ 294411 w 368527"/>
                <a:gd name="connsiteY4" fmla="*/ 36704 h 292447"/>
                <a:gd name="connsiteX5" fmla="*/ 366183 w 368527"/>
                <a:gd name="connsiteY5" fmla="*/ 235907 h 292447"/>
                <a:gd name="connsiteX6" fmla="*/ 341283 w 368527"/>
                <a:gd name="connsiteY6" fmla="*/ 290103 h 292447"/>
                <a:gd name="connsiteX7" fmla="*/ 287087 w 368527"/>
                <a:gd name="connsiteY7" fmla="*/ 265202 h 292447"/>
                <a:gd name="connsiteX8" fmla="*/ 224104 w 368527"/>
                <a:gd name="connsiteY8" fmla="*/ 92364 h 292447"/>
                <a:gd name="connsiteX9" fmla="*/ 41012 w 368527"/>
                <a:gd name="connsiteY9" fmla="*/ 85040 h 292447"/>
                <a:gd name="connsiteX10" fmla="*/ 17577 w 368527"/>
                <a:gd name="connsiteY10" fmla="*/ 74787 h 29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8527" h="292447">
                  <a:moveTo>
                    <a:pt x="17577" y="74787"/>
                  </a:moveTo>
                  <a:cubicBezTo>
                    <a:pt x="7324" y="67463"/>
                    <a:pt x="0" y="54280"/>
                    <a:pt x="0" y="39633"/>
                  </a:cubicBezTo>
                  <a:cubicBezTo>
                    <a:pt x="1464" y="16197"/>
                    <a:pt x="20506" y="-1380"/>
                    <a:pt x="43942" y="85"/>
                  </a:cubicBezTo>
                  <a:lnTo>
                    <a:pt x="256328" y="8874"/>
                  </a:lnTo>
                  <a:cubicBezTo>
                    <a:pt x="273905" y="10338"/>
                    <a:pt x="288552" y="20591"/>
                    <a:pt x="294411" y="36704"/>
                  </a:cubicBezTo>
                  <a:lnTo>
                    <a:pt x="366183" y="235907"/>
                  </a:lnTo>
                  <a:cubicBezTo>
                    <a:pt x="373507" y="257878"/>
                    <a:pt x="363254" y="281314"/>
                    <a:pt x="341283" y="290103"/>
                  </a:cubicBezTo>
                  <a:cubicBezTo>
                    <a:pt x="319312" y="297426"/>
                    <a:pt x="295876" y="287173"/>
                    <a:pt x="287087" y="265202"/>
                  </a:cubicBezTo>
                  <a:lnTo>
                    <a:pt x="224104" y="92364"/>
                  </a:lnTo>
                  <a:lnTo>
                    <a:pt x="41012" y="85040"/>
                  </a:lnTo>
                  <a:cubicBezTo>
                    <a:pt x="32224" y="82110"/>
                    <a:pt x="24900" y="79181"/>
                    <a:pt x="17577" y="74787"/>
                  </a:cubicBezTo>
                  <a:close/>
                </a:path>
              </a:pathLst>
            </a:custGeom>
            <a:solidFill>
              <a:schemeClr val="accent4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93" name="子陵职场PPT2-16"/>
            <p:cNvSpPr/>
            <p:nvPr/>
          </p:nvSpPr>
          <p:spPr>
            <a:xfrm>
              <a:off x="6885491" y="5856004"/>
              <a:ext cx="1577517" cy="109855"/>
            </a:xfrm>
            <a:custGeom>
              <a:avLst/>
              <a:gdLst>
                <a:gd name="connsiteX0" fmla="*/ 0 w 1577517"/>
                <a:gd name="connsiteY0" fmla="*/ 0 h 109855"/>
                <a:gd name="connsiteX1" fmla="*/ 1577518 w 1577517"/>
                <a:gd name="connsiteY1" fmla="*/ 0 h 109855"/>
                <a:gd name="connsiteX2" fmla="*/ 1577518 w 1577517"/>
                <a:gd name="connsiteY2" fmla="*/ 109855 h 109855"/>
                <a:gd name="connsiteX3" fmla="*/ -1 w 1577517"/>
                <a:gd name="connsiteY3" fmla="*/ 109855 h 109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7517" h="109855">
                  <a:moveTo>
                    <a:pt x="0" y="0"/>
                  </a:moveTo>
                  <a:lnTo>
                    <a:pt x="1577518" y="0"/>
                  </a:lnTo>
                  <a:lnTo>
                    <a:pt x="1577518" y="109855"/>
                  </a:lnTo>
                  <a:lnTo>
                    <a:pt x="-1" y="109855"/>
                  </a:lnTo>
                  <a:close/>
                </a:path>
              </a:pathLst>
            </a:custGeom>
            <a:solidFill>
              <a:schemeClr val="accent4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27" name="子陵职场PPT2-17"/>
            <p:cNvSpPr txBox="1"/>
            <p:nvPr>
              <p:custDataLst>
                <p:tags r:id="rId14"/>
              </p:custDataLst>
            </p:nvPr>
          </p:nvSpPr>
          <p:spPr>
            <a:xfrm>
              <a:off x="7475489" y="4960343"/>
              <a:ext cx="621730" cy="5585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230" spc="0" baseline="0">
                  <a:solidFill>
                    <a:schemeClr val="bg1"/>
                  </a:solidFill>
                  <a:latin typeface="+mj-lt"/>
                  <a:ea typeface="+mj-lt"/>
                  <a:rtl val="0"/>
                </a:rPr>
                <a:t>05</a:t>
              </a:r>
              <a:endParaRPr lang="zh-CN" altLang="en-US" sz="3230" spc="0" baseline="0">
                <a:solidFill>
                  <a:schemeClr val="bg1"/>
                </a:solidFill>
                <a:latin typeface="+mj-lt"/>
                <a:ea typeface="+mj-lt"/>
                <a:rtl val="0"/>
              </a:endParaRPr>
            </a:p>
          </p:txBody>
        </p:sp>
        <p:sp>
          <p:nvSpPr>
            <p:cNvPr id="231" name="子陵职场PPT2-18"/>
            <p:cNvSpPr/>
            <p:nvPr>
              <p:custDataLst>
                <p:tags r:id="rId15"/>
              </p:custDataLst>
            </p:nvPr>
          </p:nvSpPr>
          <p:spPr>
            <a:xfrm>
              <a:off x="8954605" y="4567913"/>
              <a:ext cx="247435" cy="421537"/>
            </a:xfrm>
            <a:custGeom>
              <a:avLst/>
              <a:gdLst>
                <a:gd name="connsiteX0" fmla="*/ 2019 w 247435"/>
                <a:gd name="connsiteY0" fmla="*/ 54785 h 421537"/>
                <a:gd name="connsiteX1" fmla="*/ 9342 w 247435"/>
                <a:gd name="connsiteY1" fmla="*/ 15237 h 421537"/>
                <a:gd name="connsiteX2" fmla="*/ 67932 w 247435"/>
                <a:gd name="connsiteY2" fmla="*/ 9378 h 421537"/>
                <a:gd name="connsiteX3" fmla="*/ 231982 w 247435"/>
                <a:gd name="connsiteY3" fmla="*/ 142669 h 421537"/>
                <a:gd name="connsiteX4" fmla="*/ 245165 w 247435"/>
                <a:gd name="connsiteY4" fmla="*/ 188076 h 421537"/>
                <a:gd name="connsiteX5" fmla="*/ 183646 w 247435"/>
                <a:gd name="connsiteY5" fmla="*/ 391674 h 421537"/>
                <a:gd name="connsiteX6" fmla="*/ 130915 w 247435"/>
                <a:gd name="connsiteY6" fmla="*/ 419504 h 421537"/>
                <a:gd name="connsiteX7" fmla="*/ 103086 w 247435"/>
                <a:gd name="connsiteY7" fmla="*/ 366773 h 421537"/>
                <a:gd name="connsiteX8" fmla="*/ 155816 w 247435"/>
                <a:gd name="connsiteY8" fmla="*/ 191005 h 421537"/>
                <a:gd name="connsiteX9" fmla="*/ 13736 w 247435"/>
                <a:gd name="connsiteY9" fmla="*/ 75291 h 421537"/>
                <a:gd name="connsiteX10" fmla="*/ 2019 w 247435"/>
                <a:gd name="connsiteY10" fmla="*/ 54785 h 42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7435" h="421537">
                  <a:moveTo>
                    <a:pt x="2019" y="54785"/>
                  </a:moveTo>
                  <a:cubicBezTo>
                    <a:pt x="-2375" y="41603"/>
                    <a:pt x="554" y="26955"/>
                    <a:pt x="9342" y="15237"/>
                  </a:cubicBezTo>
                  <a:cubicBezTo>
                    <a:pt x="23990" y="-2339"/>
                    <a:pt x="50355" y="-5269"/>
                    <a:pt x="67932" y="9378"/>
                  </a:cubicBezTo>
                  <a:lnTo>
                    <a:pt x="231982" y="142669"/>
                  </a:lnTo>
                  <a:cubicBezTo>
                    <a:pt x="245165" y="152922"/>
                    <a:pt x="251023" y="170499"/>
                    <a:pt x="245165" y="188076"/>
                  </a:cubicBezTo>
                  <a:lnTo>
                    <a:pt x="183646" y="391674"/>
                  </a:lnTo>
                  <a:cubicBezTo>
                    <a:pt x="176322" y="413645"/>
                    <a:pt x="152886" y="426827"/>
                    <a:pt x="130915" y="419504"/>
                  </a:cubicBezTo>
                  <a:cubicBezTo>
                    <a:pt x="108944" y="412180"/>
                    <a:pt x="95762" y="388744"/>
                    <a:pt x="103086" y="366773"/>
                  </a:cubicBezTo>
                  <a:lnTo>
                    <a:pt x="155816" y="191005"/>
                  </a:lnTo>
                  <a:lnTo>
                    <a:pt x="13736" y="75291"/>
                  </a:lnTo>
                  <a:cubicBezTo>
                    <a:pt x="9342" y="69432"/>
                    <a:pt x="4948" y="62109"/>
                    <a:pt x="2019" y="54785"/>
                  </a:cubicBezTo>
                  <a:close/>
                </a:path>
              </a:pathLst>
            </a:custGeom>
            <a:solidFill>
              <a:schemeClr val="accent5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44" name="子陵职场PPT2-19"/>
            <p:cNvSpPr/>
            <p:nvPr/>
          </p:nvSpPr>
          <p:spPr>
            <a:xfrm>
              <a:off x="8463008" y="5856003"/>
              <a:ext cx="1578983" cy="109855"/>
            </a:xfrm>
            <a:custGeom>
              <a:avLst/>
              <a:gdLst>
                <a:gd name="connsiteX0" fmla="*/ 1523323 w 1578983"/>
                <a:gd name="connsiteY0" fmla="*/ 0 h 109855"/>
                <a:gd name="connsiteX1" fmla="*/ 0 w 1578983"/>
                <a:gd name="connsiteY1" fmla="*/ 0 h 109855"/>
                <a:gd name="connsiteX2" fmla="*/ 0 w 1578983"/>
                <a:gd name="connsiteY2" fmla="*/ 109855 h 109855"/>
                <a:gd name="connsiteX3" fmla="*/ 1523323 w 1578983"/>
                <a:gd name="connsiteY3" fmla="*/ 109855 h 109855"/>
                <a:gd name="connsiteX4" fmla="*/ 1578983 w 1578983"/>
                <a:gd name="connsiteY4" fmla="*/ 54195 h 109855"/>
                <a:gd name="connsiteX5" fmla="*/ 1578983 w 1578983"/>
                <a:gd name="connsiteY5" fmla="*/ 54195 h 109855"/>
                <a:gd name="connsiteX6" fmla="*/ 1523323 w 1578983"/>
                <a:gd name="connsiteY6" fmla="*/ 0 h 109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8983" h="109855">
                  <a:moveTo>
                    <a:pt x="1523323" y="0"/>
                  </a:moveTo>
                  <a:lnTo>
                    <a:pt x="0" y="0"/>
                  </a:lnTo>
                  <a:lnTo>
                    <a:pt x="0" y="109855"/>
                  </a:lnTo>
                  <a:lnTo>
                    <a:pt x="1523323" y="109855"/>
                  </a:lnTo>
                  <a:cubicBezTo>
                    <a:pt x="1554083" y="109855"/>
                    <a:pt x="1578983" y="84955"/>
                    <a:pt x="1578983" y="54195"/>
                  </a:cubicBezTo>
                  <a:lnTo>
                    <a:pt x="1578983" y="54195"/>
                  </a:lnTo>
                  <a:cubicBezTo>
                    <a:pt x="1577518" y="23436"/>
                    <a:pt x="1552617" y="0"/>
                    <a:pt x="1523323" y="0"/>
                  </a:cubicBezTo>
                  <a:close/>
                </a:path>
              </a:pathLst>
            </a:custGeom>
            <a:solidFill>
              <a:schemeClr val="accent5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57" name="子陵职场PPT2-20"/>
            <p:cNvSpPr txBox="1"/>
            <p:nvPr>
              <p:custDataLst>
                <p:tags r:id="rId16"/>
              </p:custDataLst>
            </p:nvPr>
          </p:nvSpPr>
          <p:spPr>
            <a:xfrm>
              <a:off x="4747862" y="4055379"/>
              <a:ext cx="621730" cy="5585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230" spc="0" baseline="0" dirty="0">
                  <a:solidFill>
                    <a:schemeClr val="bg1"/>
                  </a:solidFill>
                  <a:latin typeface="+mj-lt"/>
                  <a:ea typeface="+mj-lt"/>
                  <a:rtl val="0"/>
                </a:rPr>
                <a:t>02</a:t>
              </a:r>
              <a:endParaRPr lang="zh-CN" altLang="en-US" sz="3230" spc="0" baseline="0" dirty="0">
                <a:solidFill>
                  <a:schemeClr val="bg1"/>
                </a:solidFill>
                <a:latin typeface="+mj-lt"/>
                <a:ea typeface="+mj-lt"/>
                <a:rtl val="0"/>
              </a:endParaRPr>
            </a:p>
          </p:txBody>
        </p:sp>
        <p:sp>
          <p:nvSpPr>
            <p:cNvPr id="260" name="子陵职场PPT2-21"/>
            <p:cNvSpPr/>
            <p:nvPr>
              <p:custDataLst>
                <p:tags r:id="rId17"/>
              </p:custDataLst>
            </p:nvPr>
          </p:nvSpPr>
          <p:spPr>
            <a:xfrm>
              <a:off x="5889500" y="3165329"/>
              <a:ext cx="428012" cy="330948"/>
            </a:xfrm>
            <a:custGeom>
              <a:avLst/>
              <a:gdLst>
                <a:gd name="connsiteX0" fmla="*/ 403050 w 567641"/>
                <a:gd name="connsiteY0" fmla="*/ 204216 h 438912"/>
                <a:gd name="connsiteX1" fmla="*/ 499062 w 567641"/>
                <a:gd name="connsiteY1" fmla="*/ 120396 h 438912"/>
                <a:gd name="connsiteX2" fmla="*/ 499062 w 567641"/>
                <a:gd name="connsiteY2" fmla="*/ 438912 h 438912"/>
                <a:gd name="connsiteX3" fmla="*/ 403050 w 567641"/>
                <a:gd name="connsiteY3" fmla="*/ 438912 h 438912"/>
                <a:gd name="connsiteX4" fmla="*/ 403050 w 567641"/>
                <a:gd name="connsiteY4" fmla="*/ 204216 h 438912"/>
                <a:gd name="connsiteX5" fmla="*/ 281130 w 567641"/>
                <a:gd name="connsiteY5" fmla="*/ 438912 h 438912"/>
                <a:gd name="connsiteX6" fmla="*/ 377142 w 567641"/>
                <a:gd name="connsiteY6" fmla="*/ 438912 h 438912"/>
                <a:gd name="connsiteX7" fmla="*/ 377142 w 567641"/>
                <a:gd name="connsiteY7" fmla="*/ 225552 h 438912"/>
                <a:gd name="connsiteX8" fmla="*/ 281130 w 567641"/>
                <a:gd name="connsiteY8" fmla="*/ 309372 h 438912"/>
                <a:gd name="connsiteX9" fmla="*/ 281130 w 567641"/>
                <a:gd name="connsiteY9" fmla="*/ 438912 h 438912"/>
                <a:gd name="connsiteX10" fmla="*/ 160734 w 567641"/>
                <a:gd name="connsiteY10" fmla="*/ 438912 h 438912"/>
                <a:gd name="connsiteX11" fmla="*/ 256745 w 567641"/>
                <a:gd name="connsiteY11" fmla="*/ 438912 h 438912"/>
                <a:gd name="connsiteX12" fmla="*/ 256745 w 567641"/>
                <a:gd name="connsiteY12" fmla="*/ 309372 h 438912"/>
                <a:gd name="connsiteX13" fmla="*/ 160734 w 567641"/>
                <a:gd name="connsiteY13" fmla="*/ 207264 h 438912"/>
                <a:gd name="connsiteX14" fmla="*/ 160734 w 567641"/>
                <a:gd name="connsiteY14" fmla="*/ 438912 h 438912"/>
                <a:gd name="connsiteX15" fmla="*/ 38814 w 567641"/>
                <a:gd name="connsiteY15" fmla="*/ 438912 h 438912"/>
                <a:gd name="connsiteX16" fmla="*/ 134825 w 567641"/>
                <a:gd name="connsiteY16" fmla="*/ 438912 h 438912"/>
                <a:gd name="connsiteX17" fmla="*/ 134825 w 567641"/>
                <a:gd name="connsiteY17" fmla="*/ 195072 h 438912"/>
                <a:gd name="connsiteX18" fmla="*/ 38814 w 567641"/>
                <a:gd name="connsiteY18" fmla="*/ 272796 h 438912"/>
                <a:gd name="connsiteX19" fmla="*/ 38814 w 567641"/>
                <a:gd name="connsiteY19" fmla="*/ 438912 h 438912"/>
                <a:gd name="connsiteX20" fmla="*/ 555450 w 567641"/>
                <a:gd name="connsiteY20" fmla="*/ 0 h 438912"/>
                <a:gd name="connsiteX21" fmla="*/ 464010 w 567641"/>
                <a:gd name="connsiteY21" fmla="*/ 0 h 438912"/>
                <a:gd name="connsiteX22" fmla="*/ 456390 w 567641"/>
                <a:gd name="connsiteY22" fmla="*/ 15240 h 438912"/>
                <a:gd name="connsiteX23" fmla="*/ 483822 w 567641"/>
                <a:gd name="connsiteY23" fmla="*/ 47244 h 438912"/>
                <a:gd name="connsiteX24" fmla="*/ 268938 w 567641"/>
                <a:gd name="connsiteY24" fmla="*/ 233172 h 438912"/>
                <a:gd name="connsiteX25" fmla="*/ 156162 w 567641"/>
                <a:gd name="connsiteY25" fmla="*/ 114300 h 438912"/>
                <a:gd name="connsiteX26" fmla="*/ 131778 w 567641"/>
                <a:gd name="connsiteY26" fmla="*/ 112776 h 438912"/>
                <a:gd name="connsiteX27" fmla="*/ 6809 w 567641"/>
                <a:gd name="connsiteY27" fmla="*/ 214884 h 438912"/>
                <a:gd name="connsiteX28" fmla="*/ 3762 w 567641"/>
                <a:gd name="connsiteY28" fmla="*/ 240792 h 438912"/>
                <a:gd name="connsiteX29" fmla="*/ 29669 w 567641"/>
                <a:gd name="connsiteY29" fmla="*/ 243840 h 438912"/>
                <a:gd name="connsiteX30" fmla="*/ 142445 w 567641"/>
                <a:gd name="connsiteY30" fmla="*/ 152400 h 438912"/>
                <a:gd name="connsiteX31" fmla="*/ 255222 w 567641"/>
                <a:gd name="connsiteY31" fmla="*/ 271272 h 438912"/>
                <a:gd name="connsiteX32" fmla="*/ 268938 w 567641"/>
                <a:gd name="connsiteY32" fmla="*/ 277368 h 438912"/>
                <a:gd name="connsiteX33" fmla="*/ 281130 w 567641"/>
                <a:gd name="connsiteY33" fmla="*/ 272796 h 438912"/>
                <a:gd name="connsiteX34" fmla="*/ 509730 w 567641"/>
                <a:gd name="connsiteY34" fmla="*/ 76200 h 438912"/>
                <a:gd name="connsiteX35" fmla="*/ 538685 w 567641"/>
                <a:gd name="connsiteY35" fmla="*/ 109728 h 438912"/>
                <a:gd name="connsiteX36" fmla="*/ 555450 w 567641"/>
                <a:gd name="connsiteY36" fmla="*/ 105156 h 438912"/>
                <a:gd name="connsiteX37" fmla="*/ 567642 w 567641"/>
                <a:gd name="connsiteY37" fmla="*/ 13716 h 438912"/>
                <a:gd name="connsiteX38" fmla="*/ 555450 w 567641"/>
                <a:gd name="connsiteY38" fmla="*/ 0 h 43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67641" h="438912">
                  <a:moveTo>
                    <a:pt x="403050" y="204216"/>
                  </a:moveTo>
                  <a:lnTo>
                    <a:pt x="499062" y="120396"/>
                  </a:lnTo>
                  <a:lnTo>
                    <a:pt x="499062" y="438912"/>
                  </a:lnTo>
                  <a:lnTo>
                    <a:pt x="403050" y="438912"/>
                  </a:lnTo>
                  <a:lnTo>
                    <a:pt x="403050" y="204216"/>
                  </a:lnTo>
                  <a:close/>
                  <a:moveTo>
                    <a:pt x="281130" y="438912"/>
                  </a:moveTo>
                  <a:lnTo>
                    <a:pt x="377142" y="438912"/>
                  </a:lnTo>
                  <a:lnTo>
                    <a:pt x="377142" y="225552"/>
                  </a:lnTo>
                  <a:lnTo>
                    <a:pt x="281130" y="309372"/>
                  </a:lnTo>
                  <a:lnTo>
                    <a:pt x="281130" y="438912"/>
                  </a:lnTo>
                  <a:close/>
                  <a:moveTo>
                    <a:pt x="160734" y="438912"/>
                  </a:moveTo>
                  <a:lnTo>
                    <a:pt x="256745" y="438912"/>
                  </a:lnTo>
                  <a:lnTo>
                    <a:pt x="256745" y="309372"/>
                  </a:lnTo>
                  <a:lnTo>
                    <a:pt x="160734" y="207264"/>
                  </a:lnTo>
                  <a:lnTo>
                    <a:pt x="160734" y="438912"/>
                  </a:lnTo>
                  <a:close/>
                  <a:moveTo>
                    <a:pt x="38814" y="438912"/>
                  </a:moveTo>
                  <a:lnTo>
                    <a:pt x="134825" y="438912"/>
                  </a:lnTo>
                  <a:lnTo>
                    <a:pt x="134825" y="195072"/>
                  </a:lnTo>
                  <a:lnTo>
                    <a:pt x="38814" y="272796"/>
                  </a:lnTo>
                  <a:lnTo>
                    <a:pt x="38814" y="438912"/>
                  </a:lnTo>
                  <a:close/>
                  <a:moveTo>
                    <a:pt x="555450" y="0"/>
                  </a:moveTo>
                  <a:lnTo>
                    <a:pt x="464010" y="0"/>
                  </a:lnTo>
                  <a:cubicBezTo>
                    <a:pt x="456390" y="0"/>
                    <a:pt x="451818" y="9144"/>
                    <a:pt x="456390" y="15240"/>
                  </a:cubicBezTo>
                  <a:lnTo>
                    <a:pt x="483822" y="47244"/>
                  </a:lnTo>
                  <a:lnTo>
                    <a:pt x="268938" y="233172"/>
                  </a:lnTo>
                  <a:lnTo>
                    <a:pt x="156162" y="114300"/>
                  </a:lnTo>
                  <a:cubicBezTo>
                    <a:pt x="150065" y="108204"/>
                    <a:pt x="139398" y="106680"/>
                    <a:pt x="131778" y="112776"/>
                  </a:cubicBezTo>
                  <a:lnTo>
                    <a:pt x="6809" y="214884"/>
                  </a:lnTo>
                  <a:cubicBezTo>
                    <a:pt x="-811" y="220980"/>
                    <a:pt x="-2335" y="231648"/>
                    <a:pt x="3762" y="240792"/>
                  </a:cubicBezTo>
                  <a:cubicBezTo>
                    <a:pt x="9858" y="248412"/>
                    <a:pt x="20525" y="249936"/>
                    <a:pt x="29669" y="243840"/>
                  </a:cubicBezTo>
                  <a:lnTo>
                    <a:pt x="142445" y="152400"/>
                  </a:lnTo>
                  <a:lnTo>
                    <a:pt x="255222" y="271272"/>
                  </a:lnTo>
                  <a:cubicBezTo>
                    <a:pt x="258269" y="274320"/>
                    <a:pt x="262842" y="277368"/>
                    <a:pt x="268938" y="277368"/>
                  </a:cubicBezTo>
                  <a:cubicBezTo>
                    <a:pt x="273510" y="277368"/>
                    <a:pt x="276558" y="275844"/>
                    <a:pt x="281130" y="272796"/>
                  </a:cubicBezTo>
                  <a:lnTo>
                    <a:pt x="509730" y="76200"/>
                  </a:lnTo>
                  <a:lnTo>
                    <a:pt x="538685" y="109728"/>
                  </a:lnTo>
                  <a:cubicBezTo>
                    <a:pt x="543258" y="115824"/>
                    <a:pt x="553925" y="112776"/>
                    <a:pt x="555450" y="105156"/>
                  </a:cubicBezTo>
                  <a:lnTo>
                    <a:pt x="567642" y="13716"/>
                  </a:lnTo>
                  <a:cubicBezTo>
                    <a:pt x="564594" y="6096"/>
                    <a:pt x="561545" y="0"/>
                    <a:pt x="555450" y="0"/>
                  </a:cubicBezTo>
                  <a:close/>
                </a:path>
              </a:pathLst>
            </a:custGeom>
            <a:solidFill>
              <a:schemeClr val="bg1"/>
            </a:solidFill>
            <a:ln w="15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61" name="子陵职场PPT2-22"/>
            <p:cNvSpPr/>
            <p:nvPr>
              <p:custDataLst>
                <p:tags r:id="rId18"/>
              </p:custDataLst>
            </p:nvPr>
          </p:nvSpPr>
          <p:spPr>
            <a:xfrm>
              <a:off x="7305852" y="3617352"/>
              <a:ext cx="379211" cy="379211"/>
            </a:xfrm>
            <a:custGeom>
              <a:avLst/>
              <a:gdLst>
                <a:gd name="connsiteX0" fmla="*/ 195072 w 502920"/>
                <a:gd name="connsiteY0" fmla="*/ 103632 h 502920"/>
                <a:gd name="connsiteX1" fmla="*/ 251460 w 502920"/>
                <a:gd name="connsiteY1" fmla="*/ 47244 h 502920"/>
                <a:gd name="connsiteX2" fmla="*/ 307848 w 502920"/>
                <a:gd name="connsiteY2" fmla="*/ 103632 h 502920"/>
                <a:gd name="connsiteX3" fmla="*/ 251460 w 502920"/>
                <a:gd name="connsiteY3" fmla="*/ 160020 h 502920"/>
                <a:gd name="connsiteX4" fmla="*/ 195072 w 502920"/>
                <a:gd name="connsiteY4" fmla="*/ 103632 h 502920"/>
                <a:gd name="connsiteX5" fmla="*/ 324612 w 502920"/>
                <a:gd name="connsiteY5" fmla="*/ 184404 h 502920"/>
                <a:gd name="connsiteX6" fmla="*/ 176784 w 502920"/>
                <a:gd name="connsiteY6" fmla="*/ 184404 h 502920"/>
                <a:gd name="connsiteX7" fmla="*/ 156972 w 502920"/>
                <a:gd name="connsiteY7" fmla="*/ 204216 h 502920"/>
                <a:gd name="connsiteX8" fmla="*/ 156972 w 502920"/>
                <a:gd name="connsiteY8" fmla="*/ 330708 h 502920"/>
                <a:gd name="connsiteX9" fmla="*/ 176784 w 502920"/>
                <a:gd name="connsiteY9" fmla="*/ 350520 h 502920"/>
                <a:gd name="connsiteX10" fmla="*/ 195072 w 502920"/>
                <a:gd name="connsiteY10" fmla="*/ 350520 h 502920"/>
                <a:gd name="connsiteX11" fmla="*/ 195072 w 502920"/>
                <a:gd name="connsiteY11" fmla="*/ 483108 h 502920"/>
                <a:gd name="connsiteX12" fmla="*/ 214884 w 502920"/>
                <a:gd name="connsiteY12" fmla="*/ 502920 h 502920"/>
                <a:gd name="connsiteX13" fmla="*/ 288036 w 502920"/>
                <a:gd name="connsiteY13" fmla="*/ 502920 h 502920"/>
                <a:gd name="connsiteX14" fmla="*/ 307848 w 502920"/>
                <a:gd name="connsiteY14" fmla="*/ 483108 h 502920"/>
                <a:gd name="connsiteX15" fmla="*/ 307848 w 502920"/>
                <a:gd name="connsiteY15" fmla="*/ 350520 h 502920"/>
                <a:gd name="connsiteX16" fmla="*/ 326136 w 502920"/>
                <a:gd name="connsiteY16" fmla="*/ 350520 h 502920"/>
                <a:gd name="connsiteX17" fmla="*/ 345948 w 502920"/>
                <a:gd name="connsiteY17" fmla="*/ 330708 h 502920"/>
                <a:gd name="connsiteX18" fmla="*/ 345948 w 502920"/>
                <a:gd name="connsiteY18" fmla="*/ 204216 h 502920"/>
                <a:gd name="connsiteX19" fmla="*/ 324612 w 502920"/>
                <a:gd name="connsiteY19" fmla="*/ 184404 h 502920"/>
                <a:gd name="connsiteX20" fmla="*/ 416052 w 502920"/>
                <a:gd name="connsiteY20" fmla="*/ 103632 h 502920"/>
                <a:gd name="connsiteX21" fmla="*/ 467868 w 502920"/>
                <a:gd name="connsiteY21" fmla="*/ 51816 h 502920"/>
                <a:gd name="connsiteX22" fmla="*/ 416052 w 502920"/>
                <a:gd name="connsiteY22" fmla="*/ 0 h 502920"/>
                <a:gd name="connsiteX23" fmla="*/ 364236 w 502920"/>
                <a:gd name="connsiteY23" fmla="*/ 51816 h 502920"/>
                <a:gd name="connsiteX24" fmla="*/ 416052 w 502920"/>
                <a:gd name="connsiteY24" fmla="*/ 103632 h 502920"/>
                <a:gd name="connsiteX25" fmla="*/ 484632 w 502920"/>
                <a:gd name="connsiteY25" fmla="*/ 126492 h 502920"/>
                <a:gd name="connsiteX26" fmla="*/ 347472 w 502920"/>
                <a:gd name="connsiteY26" fmla="*/ 126492 h 502920"/>
                <a:gd name="connsiteX27" fmla="*/ 329184 w 502920"/>
                <a:gd name="connsiteY27" fmla="*/ 144780 h 502920"/>
                <a:gd name="connsiteX28" fmla="*/ 329184 w 502920"/>
                <a:gd name="connsiteY28" fmla="*/ 146304 h 502920"/>
                <a:gd name="connsiteX29" fmla="*/ 381000 w 502920"/>
                <a:gd name="connsiteY29" fmla="*/ 202692 h 502920"/>
                <a:gd name="connsiteX30" fmla="*/ 381000 w 502920"/>
                <a:gd name="connsiteY30" fmla="*/ 329184 h 502920"/>
                <a:gd name="connsiteX31" fmla="*/ 362712 w 502920"/>
                <a:gd name="connsiteY31" fmla="*/ 370332 h 502920"/>
                <a:gd name="connsiteX32" fmla="*/ 362712 w 502920"/>
                <a:gd name="connsiteY32" fmla="*/ 402336 h 502920"/>
                <a:gd name="connsiteX33" fmla="*/ 381000 w 502920"/>
                <a:gd name="connsiteY33" fmla="*/ 420624 h 502920"/>
                <a:gd name="connsiteX34" fmla="*/ 449580 w 502920"/>
                <a:gd name="connsiteY34" fmla="*/ 420624 h 502920"/>
                <a:gd name="connsiteX35" fmla="*/ 467868 w 502920"/>
                <a:gd name="connsiteY35" fmla="*/ 402336 h 502920"/>
                <a:gd name="connsiteX36" fmla="*/ 467868 w 502920"/>
                <a:gd name="connsiteY36" fmla="*/ 278892 h 502920"/>
                <a:gd name="connsiteX37" fmla="*/ 484632 w 502920"/>
                <a:gd name="connsiteY37" fmla="*/ 278892 h 502920"/>
                <a:gd name="connsiteX38" fmla="*/ 502920 w 502920"/>
                <a:gd name="connsiteY38" fmla="*/ 260604 h 502920"/>
                <a:gd name="connsiteX39" fmla="*/ 502920 w 502920"/>
                <a:gd name="connsiteY39" fmla="*/ 143256 h 502920"/>
                <a:gd name="connsiteX40" fmla="*/ 484632 w 502920"/>
                <a:gd name="connsiteY40" fmla="*/ 126492 h 502920"/>
                <a:gd name="connsiteX41" fmla="*/ 138684 w 502920"/>
                <a:gd name="connsiteY41" fmla="*/ 51816 h 502920"/>
                <a:gd name="connsiteX42" fmla="*/ 86868 w 502920"/>
                <a:gd name="connsiteY42" fmla="*/ 0 h 502920"/>
                <a:gd name="connsiteX43" fmla="*/ 35052 w 502920"/>
                <a:gd name="connsiteY43" fmla="*/ 51816 h 502920"/>
                <a:gd name="connsiteX44" fmla="*/ 86868 w 502920"/>
                <a:gd name="connsiteY44" fmla="*/ 103632 h 502920"/>
                <a:gd name="connsiteX45" fmla="*/ 138684 w 502920"/>
                <a:gd name="connsiteY45" fmla="*/ 51816 h 502920"/>
                <a:gd name="connsiteX46" fmla="*/ 0 w 502920"/>
                <a:gd name="connsiteY46" fmla="*/ 144780 h 502920"/>
                <a:gd name="connsiteX47" fmla="*/ 0 w 502920"/>
                <a:gd name="connsiteY47" fmla="*/ 262128 h 502920"/>
                <a:gd name="connsiteX48" fmla="*/ 18288 w 502920"/>
                <a:gd name="connsiteY48" fmla="*/ 280416 h 502920"/>
                <a:gd name="connsiteX49" fmla="*/ 35052 w 502920"/>
                <a:gd name="connsiteY49" fmla="*/ 280416 h 502920"/>
                <a:gd name="connsiteX50" fmla="*/ 35052 w 502920"/>
                <a:gd name="connsiteY50" fmla="*/ 403860 h 502920"/>
                <a:gd name="connsiteX51" fmla="*/ 53340 w 502920"/>
                <a:gd name="connsiteY51" fmla="*/ 422148 h 502920"/>
                <a:gd name="connsiteX52" fmla="*/ 121920 w 502920"/>
                <a:gd name="connsiteY52" fmla="*/ 422148 h 502920"/>
                <a:gd name="connsiteX53" fmla="*/ 140208 w 502920"/>
                <a:gd name="connsiteY53" fmla="*/ 403860 h 502920"/>
                <a:gd name="connsiteX54" fmla="*/ 140208 w 502920"/>
                <a:gd name="connsiteY54" fmla="*/ 371856 h 502920"/>
                <a:gd name="connsiteX55" fmla="*/ 121920 w 502920"/>
                <a:gd name="connsiteY55" fmla="*/ 330708 h 502920"/>
                <a:gd name="connsiteX56" fmla="*/ 121920 w 502920"/>
                <a:gd name="connsiteY56" fmla="*/ 204216 h 502920"/>
                <a:gd name="connsiteX57" fmla="*/ 173736 w 502920"/>
                <a:gd name="connsiteY57" fmla="*/ 147828 h 502920"/>
                <a:gd name="connsiteX58" fmla="*/ 173736 w 502920"/>
                <a:gd name="connsiteY58" fmla="*/ 146304 h 502920"/>
                <a:gd name="connsiteX59" fmla="*/ 155448 w 502920"/>
                <a:gd name="connsiteY59" fmla="*/ 128016 h 502920"/>
                <a:gd name="connsiteX60" fmla="*/ 18288 w 502920"/>
                <a:gd name="connsiteY60" fmla="*/ 128016 h 502920"/>
                <a:gd name="connsiteX61" fmla="*/ 0 w 502920"/>
                <a:gd name="connsiteY61" fmla="*/ 144780 h 50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502920" h="502920">
                  <a:moveTo>
                    <a:pt x="195072" y="103632"/>
                  </a:moveTo>
                  <a:cubicBezTo>
                    <a:pt x="195072" y="73152"/>
                    <a:pt x="219456" y="47244"/>
                    <a:pt x="251460" y="47244"/>
                  </a:cubicBezTo>
                  <a:cubicBezTo>
                    <a:pt x="281940" y="47244"/>
                    <a:pt x="307848" y="71628"/>
                    <a:pt x="307848" y="103632"/>
                  </a:cubicBezTo>
                  <a:cubicBezTo>
                    <a:pt x="307848" y="135636"/>
                    <a:pt x="283464" y="160020"/>
                    <a:pt x="251460" y="160020"/>
                  </a:cubicBezTo>
                  <a:cubicBezTo>
                    <a:pt x="219456" y="160020"/>
                    <a:pt x="195072" y="135636"/>
                    <a:pt x="195072" y="103632"/>
                  </a:cubicBezTo>
                  <a:close/>
                  <a:moveTo>
                    <a:pt x="324612" y="184404"/>
                  </a:moveTo>
                  <a:lnTo>
                    <a:pt x="176784" y="184404"/>
                  </a:lnTo>
                  <a:cubicBezTo>
                    <a:pt x="166116" y="184404"/>
                    <a:pt x="156972" y="193548"/>
                    <a:pt x="156972" y="204216"/>
                  </a:cubicBezTo>
                  <a:lnTo>
                    <a:pt x="156972" y="330708"/>
                  </a:lnTo>
                  <a:cubicBezTo>
                    <a:pt x="156972" y="341376"/>
                    <a:pt x="166116" y="350520"/>
                    <a:pt x="176784" y="350520"/>
                  </a:cubicBezTo>
                  <a:lnTo>
                    <a:pt x="195072" y="350520"/>
                  </a:lnTo>
                  <a:lnTo>
                    <a:pt x="195072" y="483108"/>
                  </a:lnTo>
                  <a:cubicBezTo>
                    <a:pt x="195072" y="493776"/>
                    <a:pt x="204216" y="502920"/>
                    <a:pt x="214884" y="502920"/>
                  </a:cubicBezTo>
                  <a:lnTo>
                    <a:pt x="288036" y="502920"/>
                  </a:lnTo>
                  <a:cubicBezTo>
                    <a:pt x="298704" y="502920"/>
                    <a:pt x="307848" y="493776"/>
                    <a:pt x="307848" y="483108"/>
                  </a:cubicBezTo>
                  <a:lnTo>
                    <a:pt x="307848" y="350520"/>
                  </a:lnTo>
                  <a:lnTo>
                    <a:pt x="326136" y="350520"/>
                  </a:lnTo>
                  <a:cubicBezTo>
                    <a:pt x="336804" y="350520"/>
                    <a:pt x="345948" y="341376"/>
                    <a:pt x="345948" y="330708"/>
                  </a:cubicBezTo>
                  <a:lnTo>
                    <a:pt x="345948" y="204216"/>
                  </a:lnTo>
                  <a:cubicBezTo>
                    <a:pt x="344424" y="192024"/>
                    <a:pt x="335280" y="184404"/>
                    <a:pt x="324612" y="184404"/>
                  </a:cubicBezTo>
                  <a:close/>
                  <a:moveTo>
                    <a:pt x="416052" y="103632"/>
                  </a:moveTo>
                  <a:cubicBezTo>
                    <a:pt x="445008" y="103632"/>
                    <a:pt x="467868" y="80772"/>
                    <a:pt x="467868" y="51816"/>
                  </a:cubicBezTo>
                  <a:cubicBezTo>
                    <a:pt x="467868" y="22860"/>
                    <a:pt x="445008" y="0"/>
                    <a:pt x="416052" y="0"/>
                  </a:cubicBezTo>
                  <a:cubicBezTo>
                    <a:pt x="387096" y="0"/>
                    <a:pt x="364236" y="22860"/>
                    <a:pt x="364236" y="51816"/>
                  </a:cubicBezTo>
                  <a:cubicBezTo>
                    <a:pt x="364236" y="80772"/>
                    <a:pt x="387096" y="103632"/>
                    <a:pt x="416052" y="103632"/>
                  </a:cubicBezTo>
                  <a:close/>
                  <a:moveTo>
                    <a:pt x="484632" y="126492"/>
                  </a:moveTo>
                  <a:lnTo>
                    <a:pt x="347472" y="126492"/>
                  </a:lnTo>
                  <a:cubicBezTo>
                    <a:pt x="338328" y="126492"/>
                    <a:pt x="329184" y="134112"/>
                    <a:pt x="329184" y="144780"/>
                  </a:cubicBezTo>
                  <a:lnTo>
                    <a:pt x="329184" y="146304"/>
                  </a:lnTo>
                  <a:cubicBezTo>
                    <a:pt x="358140" y="149352"/>
                    <a:pt x="381000" y="173736"/>
                    <a:pt x="381000" y="202692"/>
                  </a:cubicBezTo>
                  <a:lnTo>
                    <a:pt x="381000" y="329184"/>
                  </a:lnTo>
                  <a:cubicBezTo>
                    <a:pt x="381000" y="345948"/>
                    <a:pt x="373380" y="359664"/>
                    <a:pt x="362712" y="370332"/>
                  </a:cubicBezTo>
                  <a:lnTo>
                    <a:pt x="362712" y="402336"/>
                  </a:lnTo>
                  <a:cubicBezTo>
                    <a:pt x="362712" y="411480"/>
                    <a:pt x="370332" y="420624"/>
                    <a:pt x="381000" y="420624"/>
                  </a:cubicBezTo>
                  <a:lnTo>
                    <a:pt x="449580" y="420624"/>
                  </a:lnTo>
                  <a:cubicBezTo>
                    <a:pt x="458724" y="420624"/>
                    <a:pt x="467868" y="413004"/>
                    <a:pt x="467868" y="402336"/>
                  </a:cubicBezTo>
                  <a:lnTo>
                    <a:pt x="467868" y="278892"/>
                  </a:lnTo>
                  <a:lnTo>
                    <a:pt x="484632" y="278892"/>
                  </a:lnTo>
                  <a:cubicBezTo>
                    <a:pt x="493776" y="278892"/>
                    <a:pt x="502920" y="271272"/>
                    <a:pt x="502920" y="260604"/>
                  </a:cubicBezTo>
                  <a:lnTo>
                    <a:pt x="502920" y="143256"/>
                  </a:lnTo>
                  <a:cubicBezTo>
                    <a:pt x="502920" y="134112"/>
                    <a:pt x="495300" y="126492"/>
                    <a:pt x="484632" y="126492"/>
                  </a:cubicBezTo>
                  <a:close/>
                  <a:moveTo>
                    <a:pt x="138684" y="51816"/>
                  </a:moveTo>
                  <a:cubicBezTo>
                    <a:pt x="138684" y="22860"/>
                    <a:pt x="115824" y="0"/>
                    <a:pt x="86868" y="0"/>
                  </a:cubicBezTo>
                  <a:cubicBezTo>
                    <a:pt x="57912" y="0"/>
                    <a:pt x="35052" y="22860"/>
                    <a:pt x="35052" y="51816"/>
                  </a:cubicBezTo>
                  <a:cubicBezTo>
                    <a:pt x="35052" y="80772"/>
                    <a:pt x="57912" y="103632"/>
                    <a:pt x="86868" y="103632"/>
                  </a:cubicBezTo>
                  <a:cubicBezTo>
                    <a:pt x="115824" y="103632"/>
                    <a:pt x="138684" y="80772"/>
                    <a:pt x="138684" y="51816"/>
                  </a:cubicBezTo>
                  <a:close/>
                  <a:moveTo>
                    <a:pt x="0" y="144780"/>
                  </a:moveTo>
                  <a:lnTo>
                    <a:pt x="0" y="262128"/>
                  </a:lnTo>
                  <a:cubicBezTo>
                    <a:pt x="0" y="271272"/>
                    <a:pt x="7620" y="280416"/>
                    <a:pt x="18288" y="280416"/>
                  </a:cubicBezTo>
                  <a:lnTo>
                    <a:pt x="35052" y="280416"/>
                  </a:lnTo>
                  <a:lnTo>
                    <a:pt x="35052" y="403860"/>
                  </a:lnTo>
                  <a:cubicBezTo>
                    <a:pt x="35052" y="413004"/>
                    <a:pt x="42672" y="422148"/>
                    <a:pt x="53340" y="422148"/>
                  </a:cubicBezTo>
                  <a:lnTo>
                    <a:pt x="121920" y="422148"/>
                  </a:lnTo>
                  <a:cubicBezTo>
                    <a:pt x="131064" y="422148"/>
                    <a:pt x="140208" y="414528"/>
                    <a:pt x="140208" y="403860"/>
                  </a:cubicBezTo>
                  <a:lnTo>
                    <a:pt x="140208" y="371856"/>
                  </a:lnTo>
                  <a:cubicBezTo>
                    <a:pt x="129540" y="361188"/>
                    <a:pt x="121920" y="345948"/>
                    <a:pt x="121920" y="330708"/>
                  </a:cubicBezTo>
                  <a:lnTo>
                    <a:pt x="121920" y="204216"/>
                  </a:lnTo>
                  <a:cubicBezTo>
                    <a:pt x="121920" y="173736"/>
                    <a:pt x="144780" y="149352"/>
                    <a:pt x="173736" y="147828"/>
                  </a:cubicBezTo>
                  <a:lnTo>
                    <a:pt x="173736" y="146304"/>
                  </a:lnTo>
                  <a:cubicBezTo>
                    <a:pt x="173736" y="137160"/>
                    <a:pt x="166116" y="128016"/>
                    <a:pt x="155448" y="128016"/>
                  </a:cubicBezTo>
                  <a:lnTo>
                    <a:pt x="18288" y="128016"/>
                  </a:lnTo>
                  <a:cubicBezTo>
                    <a:pt x="7620" y="126492"/>
                    <a:pt x="0" y="134112"/>
                    <a:pt x="0" y="144780"/>
                  </a:cubicBezTo>
                  <a:close/>
                </a:path>
              </a:pathLst>
            </a:custGeom>
            <a:solidFill>
              <a:schemeClr val="bg1"/>
            </a:solidFill>
            <a:ln w="15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64" name="子陵职场PPT2-23"/>
            <p:cNvSpPr/>
            <p:nvPr>
              <p:custDataLst>
                <p:tags r:id="rId19"/>
              </p:custDataLst>
            </p:nvPr>
          </p:nvSpPr>
          <p:spPr>
            <a:xfrm>
              <a:off x="4486744" y="3544082"/>
              <a:ext cx="435517" cy="437816"/>
            </a:xfrm>
            <a:custGeom>
              <a:avLst/>
              <a:gdLst>
                <a:gd name="connsiteX0" fmla="*/ 577596 w 577595"/>
                <a:gd name="connsiteY0" fmla="*/ 89916 h 580644"/>
                <a:gd name="connsiteX1" fmla="*/ 505968 w 577595"/>
                <a:gd name="connsiteY1" fmla="*/ 71628 h 580644"/>
                <a:gd name="connsiteX2" fmla="*/ 486156 w 577595"/>
                <a:gd name="connsiteY2" fmla="*/ 0 h 580644"/>
                <a:gd name="connsiteX3" fmla="*/ 403860 w 577595"/>
                <a:gd name="connsiteY3" fmla="*/ 111252 h 580644"/>
                <a:gd name="connsiteX4" fmla="*/ 409956 w 577595"/>
                <a:gd name="connsiteY4" fmla="*/ 147828 h 580644"/>
                <a:gd name="connsiteX5" fmla="*/ 233172 w 577595"/>
                <a:gd name="connsiteY5" fmla="*/ 324612 h 580644"/>
                <a:gd name="connsiteX6" fmla="*/ 233172 w 577595"/>
                <a:gd name="connsiteY6" fmla="*/ 348996 h 580644"/>
                <a:gd name="connsiteX7" fmla="*/ 245364 w 577595"/>
                <a:gd name="connsiteY7" fmla="*/ 353568 h 580644"/>
                <a:gd name="connsiteX8" fmla="*/ 257556 w 577595"/>
                <a:gd name="connsiteY8" fmla="*/ 348996 h 580644"/>
                <a:gd name="connsiteX9" fmla="*/ 435864 w 577595"/>
                <a:gd name="connsiteY9" fmla="*/ 170688 h 580644"/>
                <a:gd name="connsiteX10" fmla="*/ 470916 w 577595"/>
                <a:gd name="connsiteY10" fmla="*/ 175260 h 580644"/>
                <a:gd name="connsiteX11" fmla="*/ 577596 w 577595"/>
                <a:gd name="connsiteY11" fmla="*/ 89916 h 580644"/>
                <a:gd name="connsiteX12" fmla="*/ 364236 w 577595"/>
                <a:gd name="connsiteY12" fmla="*/ 288036 h 580644"/>
                <a:gd name="connsiteX13" fmla="*/ 390144 w 577595"/>
                <a:gd name="connsiteY13" fmla="*/ 262128 h 580644"/>
                <a:gd name="connsiteX14" fmla="*/ 408432 w 577595"/>
                <a:gd name="connsiteY14" fmla="*/ 336804 h 580644"/>
                <a:gd name="connsiteX15" fmla="*/ 243840 w 577595"/>
                <a:gd name="connsiteY15" fmla="*/ 501396 h 580644"/>
                <a:gd name="connsiteX16" fmla="*/ 79248 w 577595"/>
                <a:gd name="connsiteY16" fmla="*/ 336804 h 580644"/>
                <a:gd name="connsiteX17" fmla="*/ 243840 w 577595"/>
                <a:gd name="connsiteY17" fmla="*/ 172212 h 580644"/>
                <a:gd name="connsiteX18" fmla="*/ 318516 w 577595"/>
                <a:gd name="connsiteY18" fmla="*/ 190500 h 580644"/>
                <a:gd name="connsiteX19" fmla="*/ 292608 w 577595"/>
                <a:gd name="connsiteY19" fmla="*/ 216408 h 580644"/>
                <a:gd name="connsiteX20" fmla="*/ 243840 w 577595"/>
                <a:gd name="connsiteY20" fmla="*/ 207264 h 580644"/>
                <a:gd name="connsiteX21" fmla="*/ 114300 w 577595"/>
                <a:gd name="connsiteY21" fmla="*/ 336804 h 580644"/>
                <a:gd name="connsiteX22" fmla="*/ 243840 w 577595"/>
                <a:gd name="connsiteY22" fmla="*/ 466344 h 580644"/>
                <a:gd name="connsiteX23" fmla="*/ 373380 w 577595"/>
                <a:gd name="connsiteY23" fmla="*/ 336804 h 580644"/>
                <a:gd name="connsiteX24" fmla="*/ 364236 w 577595"/>
                <a:gd name="connsiteY24" fmla="*/ 288036 h 580644"/>
                <a:gd name="connsiteX25" fmla="*/ 297180 w 577595"/>
                <a:gd name="connsiteY25" fmla="*/ 353568 h 580644"/>
                <a:gd name="connsiteX26" fmla="*/ 332232 w 577595"/>
                <a:gd name="connsiteY26" fmla="*/ 318516 h 580644"/>
                <a:gd name="connsiteX27" fmla="*/ 333756 w 577595"/>
                <a:gd name="connsiteY27" fmla="*/ 335280 h 580644"/>
                <a:gd name="connsiteX28" fmla="*/ 242316 w 577595"/>
                <a:gd name="connsiteY28" fmla="*/ 426720 h 580644"/>
                <a:gd name="connsiteX29" fmla="*/ 150876 w 577595"/>
                <a:gd name="connsiteY29" fmla="*/ 335280 h 580644"/>
                <a:gd name="connsiteX30" fmla="*/ 242316 w 577595"/>
                <a:gd name="connsiteY30" fmla="*/ 243840 h 580644"/>
                <a:gd name="connsiteX31" fmla="*/ 259080 w 577595"/>
                <a:gd name="connsiteY31" fmla="*/ 245364 h 580644"/>
                <a:gd name="connsiteX32" fmla="*/ 224028 w 577595"/>
                <a:gd name="connsiteY32" fmla="*/ 280416 h 580644"/>
                <a:gd name="connsiteX33" fmla="*/ 185928 w 577595"/>
                <a:gd name="connsiteY33" fmla="*/ 333756 h 580644"/>
                <a:gd name="connsiteX34" fmla="*/ 242316 w 577595"/>
                <a:gd name="connsiteY34" fmla="*/ 390144 h 580644"/>
                <a:gd name="connsiteX35" fmla="*/ 297180 w 577595"/>
                <a:gd name="connsiteY35" fmla="*/ 353568 h 580644"/>
                <a:gd name="connsiteX36" fmla="*/ 449580 w 577595"/>
                <a:gd name="connsiteY36" fmla="*/ 207264 h 580644"/>
                <a:gd name="connsiteX37" fmla="*/ 487680 w 577595"/>
                <a:gd name="connsiteY37" fmla="*/ 336804 h 580644"/>
                <a:gd name="connsiteX38" fmla="*/ 243840 w 577595"/>
                <a:gd name="connsiteY38" fmla="*/ 580644 h 580644"/>
                <a:gd name="connsiteX39" fmla="*/ 0 w 577595"/>
                <a:gd name="connsiteY39" fmla="*/ 336804 h 580644"/>
                <a:gd name="connsiteX40" fmla="*/ 243840 w 577595"/>
                <a:gd name="connsiteY40" fmla="*/ 92964 h 580644"/>
                <a:gd name="connsiteX41" fmla="*/ 371856 w 577595"/>
                <a:gd name="connsiteY41" fmla="*/ 129540 h 580644"/>
                <a:gd name="connsiteX42" fmla="*/ 373380 w 577595"/>
                <a:gd name="connsiteY42" fmla="*/ 135636 h 580644"/>
                <a:gd name="connsiteX43" fmla="*/ 352044 w 577595"/>
                <a:gd name="connsiteY43" fmla="*/ 156972 h 580644"/>
                <a:gd name="connsiteX44" fmla="*/ 245364 w 577595"/>
                <a:gd name="connsiteY44" fmla="*/ 126492 h 580644"/>
                <a:gd name="connsiteX45" fmla="*/ 36576 w 577595"/>
                <a:gd name="connsiteY45" fmla="*/ 335280 h 580644"/>
                <a:gd name="connsiteX46" fmla="*/ 245364 w 577595"/>
                <a:gd name="connsiteY46" fmla="*/ 544068 h 580644"/>
                <a:gd name="connsiteX47" fmla="*/ 454152 w 577595"/>
                <a:gd name="connsiteY47" fmla="*/ 335280 h 580644"/>
                <a:gd name="connsiteX48" fmla="*/ 423672 w 577595"/>
                <a:gd name="connsiteY48" fmla="*/ 227076 h 580644"/>
                <a:gd name="connsiteX49" fmla="*/ 446532 w 577595"/>
                <a:gd name="connsiteY49" fmla="*/ 204216 h 580644"/>
                <a:gd name="connsiteX50" fmla="*/ 449580 w 577595"/>
                <a:gd name="connsiteY50" fmla="*/ 207264 h 58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577595" h="580644">
                  <a:moveTo>
                    <a:pt x="577596" y="89916"/>
                  </a:moveTo>
                  <a:lnTo>
                    <a:pt x="505968" y="71628"/>
                  </a:lnTo>
                  <a:lnTo>
                    <a:pt x="486156" y="0"/>
                  </a:lnTo>
                  <a:lnTo>
                    <a:pt x="403860" y="111252"/>
                  </a:lnTo>
                  <a:lnTo>
                    <a:pt x="409956" y="147828"/>
                  </a:lnTo>
                  <a:lnTo>
                    <a:pt x="233172" y="324612"/>
                  </a:lnTo>
                  <a:cubicBezTo>
                    <a:pt x="227076" y="330708"/>
                    <a:pt x="227076" y="341376"/>
                    <a:pt x="233172" y="348996"/>
                  </a:cubicBezTo>
                  <a:cubicBezTo>
                    <a:pt x="236220" y="352044"/>
                    <a:pt x="240792" y="353568"/>
                    <a:pt x="245364" y="353568"/>
                  </a:cubicBezTo>
                  <a:cubicBezTo>
                    <a:pt x="249936" y="353568"/>
                    <a:pt x="254508" y="352044"/>
                    <a:pt x="257556" y="348996"/>
                  </a:cubicBezTo>
                  <a:lnTo>
                    <a:pt x="435864" y="170688"/>
                  </a:lnTo>
                  <a:lnTo>
                    <a:pt x="470916" y="175260"/>
                  </a:lnTo>
                  <a:lnTo>
                    <a:pt x="577596" y="89916"/>
                  </a:lnTo>
                  <a:close/>
                  <a:moveTo>
                    <a:pt x="364236" y="288036"/>
                  </a:moveTo>
                  <a:lnTo>
                    <a:pt x="390144" y="262128"/>
                  </a:lnTo>
                  <a:cubicBezTo>
                    <a:pt x="400812" y="284988"/>
                    <a:pt x="408432" y="309372"/>
                    <a:pt x="408432" y="336804"/>
                  </a:cubicBezTo>
                  <a:cubicBezTo>
                    <a:pt x="408432" y="426720"/>
                    <a:pt x="335280" y="501396"/>
                    <a:pt x="243840" y="501396"/>
                  </a:cubicBezTo>
                  <a:cubicBezTo>
                    <a:pt x="153924" y="501396"/>
                    <a:pt x="79248" y="428244"/>
                    <a:pt x="79248" y="336804"/>
                  </a:cubicBezTo>
                  <a:cubicBezTo>
                    <a:pt x="79248" y="246888"/>
                    <a:pt x="152400" y="172212"/>
                    <a:pt x="243840" y="172212"/>
                  </a:cubicBezTo>
                  <a:cubicBezTo>
                    <a:pt x="269748" y="172212"/>
                    <a:pt x="295656" y="178308"/>
                    <a:pt x="318516" y="190500"/>
                  </a:cubicBezTo>
                  <a:lnTo>
                    <a:pt x="292608" y="216408"/>
                  </a:lnTo>
                  <a:cubicBezTo>
                    <a:pt x="277368" y="210312"/>
                    <a:pt x="262128" y="207264"/>
                    <a:pt x="243840" y="207264"/>
                  </a:cubicBezTo>
                  <a:cubicBezTo>
                    <a:pt x="172212" y="207264"/>
                    <a:pt x="114300" y="265176"/>
                    <a:pt x="114300" y="336804"/>
                  </a:cubicBezTo>
                  <a:cubicBezTo>
                    <a:pt x="114300" y="408432"/>
                    <a:pt x="172212" y="466344"/>
                    <a:pt x="243840" y="466344"/>
                  </a:cubicBezTo>
                  <a:cubicBezTo>
                    <a:pt x="315468" y="466344"/>
                    <a:pt x="373380" y="408432"/>
                    <a:pt x="373380" y="336804"/>
                  </a:cubicBezTo>
                  <a:cubicBezTo>
                    <a:pt x="373380" y="318516"/>
                    <a:pt x="368808" y="301752"/>
                    <a:pt x="364236" y="288036"/>
                  </a:cubicBezTo>
                  <a:close/>
                  <a:moveTo>
                    <a:pt x="297180" y="353568"/>
                  </a:moveTo>
                  <a:lnTo>
                    <a:pt x="332232" y="318516"/>
                  </a:lnTo>
                  <a:cubicBezTo>
                    <a:pt x="333756" y="324612"/>
                    <a:pt x="333756" y="329184"/>
                    <a:pt x="333756" y="335280"/>
                  </a:cubicBezTo>
                  <a:cubicBezTo>
                    <a:pt x="333756" y="385572"/>
                    <a:pt x="292608" y="426720"/>
                    <a:pt x="242316" y="426720"/>
                  </a:cubicBezTo>
                  <a:cubicBezTo>
                    <a:pt x="192024" y="426720"/>
                    <a:pt x="150876" y="385572"/>
                    <a:pt x="150876" y="335280"/>
                  </a:cubicBezTo>
                  <a:cubicBezTo>
                    <a:pt x="150876" y="284988"/>
                    <a:pt x="192024" y="243840"/>
                    <a:pt x="242316" y="243840"/>
                  </a:cubicBezTo>
                  <a:cubicBezTo>
                    <a:pt x="248412" y="243840"/>
                    <a:pt x="254508" y="243840"/>
                    <a:pt x="259080" y="245364"/>
                  </a:cubicBezTo>
                  <a:lnTo>
                    <a:pt x="224028" y="280416"/>
                  </a:lnTo>
                  <a:cubicBezTo>
                    <a:pt x="201168" y="288036"/>
                    <a:pt x="185928" y="309372"/>
                    <a:pt x="185928" y="333756"/>
                  </a:cubicBezTo>
                  <a:cubicBezTo>
                    <a:pt x="185928" y="365760"/>
                    <a:pt x="211836" y="390144"/>
                    <a:pt x="242316" y="390144"/>
                  </a:cubicBezTo>
                  <a:cubicBezTo>
                    <a:pt x="268224" y="393192"/>
                    <a:pt x="289560" y="376428"/>
                    <a:pt x="297180" y="353568"/>
                  </a:cubicBezTo>
                  <a:close/>
                  <a:moveTo>
                    <a:pt x="449580" y="207264"/>
                  </a:moveTo>
                  <a:cubicBezTo>
                    <a:pt x="473964" y="245364"/>
                    <a:pt x="487680" y="289560"/>
                    <a:pt x="487680" y="336804"/>
                  </a:cubicBezTo>
                  <a:cubicBezTo>
                    <a:pt x="487680" y="470916"/>
                    <a:pt x="377952" y="580644"/>
                    <a:pt x="243840" y="580644"/>
                  </a:cubicBezTo>
                  <a:cubicBezTo>
                    <a:pt x="109728" y="580644"/>
                    <a:pt x="0" y="470916"/>
                    <a:pt x="0" y="336804"/>
                  </a:cubicBezTo>
                  <a:cubicBezTo>
                    <a:pt x="0" y="202692"/>
                    <a:pt x="109728" y="92964"/>
                    <a:pt x="243840" y="92964"/>
                  </a:cubicBezTo>
                  <a:cubicBezTo>
                    <a:pt x="291084" y="92964"/>
                    <a:pt x="333756" y="106680"/>
                    <a:pt x="371856" y="129540"/>
                  </a:cubicBezTo>
                  <a:lnTo>
                    <a:pt x="373380" y="135636"/>
                  </a:lnTo>
                  <a:lnTo>
                    <a:pt x="352044" y="156972"/>
                  </a:lnTo>
                  <a:cubicBezTo>
                    <a:pt x="320040" y="138684"/>
                    <a:pt x="283464" y="126492"/>
                    <a:pt x="245364" y="126492"/>
                  </a:cubicBezTo>
                  <a:cubicBezTo>
                    <a:pt x="129540" y="126492"/>
                    <a:pt x="36576" y="220980"/>
                    <a:pt x="36576" y="335280"/>
                  </a:cubicBezTo>
                  <a:cubicBezTo>
                    <a:pt x="36576" y="451104"/>
                    <a:pt x="131064" y="544068"/>
                    <a:pt x="245364" y="544068"/>
                  </a:cubicBezTo>
                  <a:cubicBezTo>
                    <a:pt x="361188" y="544068"/>
                    <a:pt x="454152" y="449580"/>
                    <a:pt x="454152" y="335280"/>
                  </a:cubicBezTo>
                  <a:cubicBezTo>
                    <a:pt x="454152" y="295656"/>
                    <a:pt x="443484" y="259080"/>
                    <a:pt x="423672" y="227076"/>
                  </a:cubicBezTo>
                  <a:lnTo>
                    <a:pt x="446532" y="204216"/>
                  </a:lnTo>
                  <a:lnTo>
                    <a:pt x="449580" y="207264"/>
                  </a:lnTo>
                  <a:close/>
                </a:path>
              </a:pathLst>
            </a:custGeom>
            <a:solidFill>
              <a:schemeClr val="bg1"/>
            </a:solidFill>
            <a:ln w="15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65" name="子陵职场PPT2-24"/>
            <p:cNvSpPr/>
            <p:nvPr>
              <p:custDataLst>
                <p:tags r:id="rId20"/>
              </p:custDataLst>
            </p:nvPr>
          </p:nvSpPr>
          <p:spPr>
            <a:xfrm>
              <a:off x="8153659" y="4845359"/>
              <a:ext cx="541237" cy="319456"/>
            </a:xfrm>
            <a:custGeom>
              <a:avLst/>
              <a:gdLst>
                <a:gd name="connsiteX0" fmla="*/ 166115 w 717803"/>
                <a:gd name="connsiteY0" fmla="*/ 278892 h 423672"/>
                <a:gd name="connsiteX1" fmla="*/ 150875 w 717803"/>
                <a:gd name="connsiteY1" fmla="*/ 271272 h 423672"/>
                <a:gd name="connsiteX2" fmla="*/ 146304 w 717803"/>
                <a:gd name="connsiteY2" fmla="*/ 257556 h 423672"/>
                <a:gd name="connsiteX3" fmla="*/ 153924 w 717803"/>
                <a:gd name="connsiteY3" fmla="*/ 243840 h 423672"/>
                <a:gd name="connsiteX4" fmla="*/ 217932 w 717803"/>
                <a:gd name="connsiteY4" fmla="*/ 190500 h 423672"/>
                <a:gd name="connsiteX5" fmla="*/ 230124 w 717803"/>
                <a:gd name="connsiteY5" fmla="*/ 185928 h 423672"/>
                <a:gd name="connsiteX6" fmla="*/ 245364 w 717803"/>
                <a:gd name="connsiteY6" fmla="*/ 193548 h 423672"/>
                <a:gd name="connsiteX7" fmla="*/ 249935 w 717803"/>
                <a:gd name="connsiteY7" fmla="*/ 207264 h 423672"/>
                <a:gd name="connsiteX8" fmla="*/ 242315 w 717803"/>
                <a:gd name="connsiteY8" fmla="*/ 220980 h 423672"/>
                <a:gd name="connsiteX9" fmla="*/ 178307 w 717803"/>
                <a:gd name="connsiteY9" fmla="*/ 274320 h 423672"/>
                <a:gd name="connsiteX10" fmla="*/ 166115 w 717803"/>
                <a:gd name="connsiteY10" fmla="*/ 278892 h 423672"/>
                <a:gd name="connsiteX11" fmla="*/ 214884 w 717803"/>
                <a:gd name="connsiteY11" fmla="*/ 327660 h 423672"/>
                <a:gd name="connsiteX12" fmla="*/ 297180 w 717803"/>
                <a:gd name="connsiteY12" fmla="*/ 259080 h 423672"/>
                <a:gd name="connsiteX13" fmla="*/ 300227 w 717803"/>
                <a:gd name="connsiteY13" fmla="*/ 231648 h 423672"/>
                <a:gd name="connsiteX14" fmla="*/ 284987 w 717803"/>
                <a:gd name="connsiteY14" fmla="*/ 224028 h 423672"/>
                <a:gd name="connsiteX15" fmla="*/ 272795 w 717803"/>
                <a:gd name="connsiteY15" fmla="*/ 228600 h 423672"/>
                <a:gd name="connsiteX16" fmla="*/ 190500 w 717803"/>
                <a:gd name="connsiteY16" fmla="*/ 297180 h 423672"/>
                <a:gd name="connsiteX17" fmla="*/ 187452 w 717803"/>
                <a:gd name="connsiteY17" fmla="*/ 324612 h 423672"/>
                <a:gd name="connsiteX18" fmla="*/ 202692 w 717803"/>
                <a:gd name="connsiteY18" fmla="*/ 332232 h 423672"/>
                <a:gd name="connsiteX19" fmla="*/ 214884 w 717803"/>
                <a:gd name="connsiteY19" fmla="*/ 327660 h 423672"/>
                <a:gd name="connsiteX20" fmla="*/ 262127 w 717803"/>
                <a:gd name="connsiteY20" fmla="*/ 371856 h 423672"/>
                <a:gd name="connsiteX21" fmla="*/ 321564 w 717803"/>
                <a:gd name="connsiteY21" fmla="*/ 323088 h 423672"/>
                <a:gd name="connsiteX22" fmla="*/ 324612 w 717803"/>
                <a:gd name="connsiteY22" fmla="*/ 295656 h 423672"/>
                <a:gd name="connsiteX23" fmla="*/ 309372 w 717803"/>
                <a:gd name="connsiteY23" fmla="*/ 288036 h 423672"/>
                <a:gd name="connsiteX24" fmla="*/ 297180 w 717803"/>
                <a:gd name="connsiteY24" fmla="*/ 292608 h 423672"/>
                <a:gd name="connsiteX25" fmla="*/ 237744 w 717803"/>
                <a:gd name="connsiteY25" fmla="*/ 341376 h 423672"/>
                <a:gd name="connsiteX26" fmla="*/ 234695 w 717803"/>
                <a:gd name="connsiteY26" fmla="*/ 368808 h 423672"/>
                <a:gd name="connsiteX27" fmla="*/ 249935 w 717803"/>
                <a:gd name="connsiteY27" fmla="*/ 376428 h 423672"/>
                <a:gd name="connsiteX28" fmla="*/ 262127 w 717803"/>
                <a:gd name="connsiteY28" fmla="*/ 371856 h 423672"/>
                <a:gd name="connsiteX29" fmla="*/ 304800 w 717803"/>
                <a:gd name="connsiteY29" fmla="*/ 419100 h 423672"/>
                <a:gd name="connsiteX30" fmla="*/ 339852 w 717803"/>
                <a:gd name="connsiteY30" fmla="*/ 390144 h 423672"/>
                <a:gd name="connsiteX31" fmla="*/ 342900 w 717803"/>
                <a:gd name="connsiteY31" fmla="*/ 362712 h 423672"/>
                <a:gd name="connsiteX32" fmla="*/ 327660 w 717803"/>
                <a:gd name="connsiteY32" fmla="*/ 355092 h 423672"/>
                <a:gd name="connsiteX33" fmla="*/ 315467 w 717803"/>
                <a:gd name="connsiteY33" fmla="*/ 359664 h 423672"/>
                <a:gd name="connsiteX34" fmla="*/ 280415 w 717803"/>
                <a:gd name="connsiteY34" fmla="*/ 388620 h 423672"/>
                <a:gd name="connsiteX35" fmla="*/ 277367 w 717803"/>
                <a:gd name="connsiteY35" fmla="*/ 416052 h 423672"/>
                <a:gd name="connsiteX36" fmla="*/ 292607 w 717803"/>
                <a:gd name="connsiteY36" fmla="*/ 423672 h 423672"/>
                <a:gd name="connsiteX37" fmla="*/ 304800 w 717803"/>
                <a:gd name="connsiteY37" fmla="*/ 419100 h 423672"/>
                <a:gd name="connsiteX38" fmla="*/ 637032 w 717803"/>
                <a:gd name="connsiteY38" fmla="*/ 172212 h 423672"/>
                <a:gd name="connsiteX39" fmla="*/ 717804 w 717803"/>
                <a:gd name="connsiteY39" fmla="*/ 129540 h 423672"/>
                <a:gd name="connsiteX40" fmla="*/ 658367 w 717803"/>
                <a:gd name="connsiteY40" fmla="*/ 16764 h 423672"/>
                <a:gd name="connsiteX41" fmla="*/ 571500 w 717803"/>
                <a:gd name="connsiteY41" fmla="*/ 62484 h 423672"/>
                <a:gd name="connsiteX42" fmla="*/ 633984 w 717803"/>
                <a:gd name="connsiteY42" fmla="*/ 169164 h 423672"/>
                <a:gd name="connsiteX43" fmla="*/ 637032 w 717803"/>
                <a:gd name="connsiteY43" fmla="*/ 172212 h 423672"/>
                <a:gd name="connsiteX44" fmla="*/ 565404 w 717803"/>
                <a:gd name="connsiteY44" fmla="*/ 216408 h 423672"/>
                <a:gd name="connsiteX45" fmla="*/ 577595 w 717803"/>
                <a:gd name="connsiteY45" fmla="*/ 199644 h 423672"/>
                <a:gd name="connsiteX46" fmla="*/ 612647 w 717803"/>
                <a:gd name="connsiteY46" fmla="*/ 176784 h 423672"/>
                <a:gd name="connsiteX47" fmla="*/ 550164 w 717803"/>
                <a:gd name="connsiteY47" fmla="*/ 68580 h 423672"/>
                <a:gd name="connsiteX48" fmla="*/ 385572 w 717803"/>
                <a:gd name="connsiteY48" fmla="*/ 38100 h 423672"/>
                <a:gd name="connsiteX49" fmla="*/ 347472 w 717803"/>
                <a:gd name="connsiteY49" fmla="*/ 39624 h 423672"/>
                <a:gd name="connsiteX50" fmla="*/ 345947 w 717803"/>
                <a:gd name="connsiteY50" fmla="*/ 39624 h 423672"/>
                <a:gd name="connsiteX51" fmla="*/ 336804 w 717803"/>
                <a:gd name="connsiteY51" fmla="*/ 41148 h 423672"/>
                <a:gd name="connsiteX52" fmla="*/ 225552 w 717803"/>
                <a:gd name="connsiteY52" fmla="*/ 97536 h 423672"/>
                <a:gd name="connsiteX53" fmla="*/ 216407 w 717803"/>
                <a:gd name="connsiteY53" fmla="*/ 108204 h 423672"/>
                <a:gd name="connsiteX54" fmla="*/ 217932 w 717803"/>
                <a:gd name="connsiteY54" fmla="*/ 123444 h 423672"/>
                <a:gd name="connsiteX55" fmla="*/ 234695 w 717803"/>
                <a:gd name="connsiteY55" fmla="*/ 134112 h 423672"/>
                <a:gd name="connsiteX56" fmla="*/ 243840 w 717803"/>
                <a:gd name="connsiteY56" fmla="*/ 132588 h 423672"/>
                <a:gd name="connsiteX57" fmla="*/ 356615 w 717803"/>
                <a:gd name="connsiteY57" fmla="*/ 76200 h 423672"/>
                <a:gd name="connsiteX58" fmla="*/ 359664 w 717803"/>
                <a:gd name="connsiteY58" fmla="*/ 74676 h 423672"/>
                <a:gd name="connsiteX59" fmla="*/ 362712 w 717803"/>
                <a:gd name="connsiteY59" fmla="*/ 76200 h 423672"/>
                <a:gd name="connsiteX60" fmla="*/ 547115 w 717803"/>
                <a:gd name="connsiteY60" fmla="*/ 240792 h 423672"/>
                <a:gd name="connsiteX61" fmla="*/ 565404 w 717803"/>
                <a:gd name="connsiteY61" fmla="*/ 216408 h 423672"/>
                <a:gd name="connsiteX62" fmla="*/ 377952 w 717803"/>
                <a:gd name="connsiteY62" fmla="*/ 417576 h 423672"/>
                <a:gd name="connsiteX63" fmla="*/ 387095 w 717803"/>
                <a:gd name="connsiteY63" fmla="*/ 391668 h 423672"/>
                <a:gd name="connsiteX64" fmla="*/ 371855 w 717803"/>
                <a:gd name="connsiteY64" fmla="*/ 377952 h 423672"/>
                <a:gd name="connsiteX65" fmla="*/ 356615 w 717803"/>
                <a:gd name="connsiteY65" fmla="*/ 406908 h 423672"/>
                <a:gd name="connsiteX66" fmla="*/ 355092 w 717803"/>
                <a:gd name="connsiteY66" fmla="*/ 408432 h 423672"/>
                <a:gd name="connsiteX67" fmla="*/ 368807 w 717803"/>
                <a:gd name="connsiteY67" fmla="*/ 419100 h 423672"/>
                <a:gd name="connsiteX68" fmla="*/ 377952 w 717803"/>
                <a:gd name="connsiteY68" fmla="*/ 417576 h 423672"/>
                <a:gd name="connsiteX69" fmla="*/ 437387 w 717803"/>
                <a:gd name="connsiteY69" fmla="*/ 387096 h 423672"/>
                <a:gd name="connsiteX70" fmla="*/ 446532 w 717803"/>
                <a:gd name="connsiteY70" fmla="*/ 364236 h 423672"/>
                <a:gd name="connsiteX71" fmla="*/ 445007 w 717803"/>
                <a:gd name="connsiteY71" fmla="*/ 361188 h 423672"/>
                <a:gd name="connsiteX72" fmla="*/ 402335 w 717803"/>
                <a:gd name="connsiteY72" fmla="*/ 316992 h 423672"/>
                <a:gd name="connsiteX73" fmla="*/ 423672 w 717803"/>
                <a:gd name="connsiteY73" fmla="*/ 300228 h 423672"/>
                <a:gd name="connsiteX74" fmla="*/ 472440 w 717803"/>
                <a:gd name="connsiteY74" fmla="*/ 348996 h 423672"/>
                <a:gd name="connsiteX75" fmla="*/ 477012 w 717803"/>
                <a:gd name="connsiteY75" fmla="*/ 352044 h 423672"/>
                <a:gd name="connsiteX76" fmla="*/ 492252 w 717803"/>
                <a:gd name="connsiteY76" fmla="*/ 361188 h 423672"/>
                <a:gd name="connsiteX77" fmla="*/ 501395 w 717803"/>
                <a:gd name="connsiteY77" fmla="*/ 359664 h 423672"/>
                <a:gd name="connsiteX78" fmla="*/ 512064 w 717803"/>
                <a:gd name="connsiteY78" fmla="*/ 342900 h 423672"/>
                <a:gd name="connsiteX79" fmla="*/ 507492 w 717803"/>
                <a:gd name="connsiteY79" fmla="*/ 330708 h 423672"/>
                <a:gd name="connsiteX80" fmla="*/ 457200 w 717803"/>
                <a:gd name="connsiteY80" fmla="*/ 277368 h 423672"/>
                <a:gd name="connsiteX81" fmla="*/ 478535 w 717803"/>
                <a:gd name="connsiteY81" fmla="*/ 262128 h 423672"/>
                <a:gd name="connsiteX82" fmla="*/ 528827 w 717803"/>
                <a:gd name="connsiteY82" fmla="*/ 313944 h 423672"/>
                <a:gd name="connsiteX83" fmla="*/ 530352 w 717803"/>
                <a:gd name="connsiteY83" fmla="*/ 315468 h 423672"/>
                <a:gd name="connsiteX84" fmla="*/ 547115 w 717803"/>
                <a:gd name="connsiteY84" fmla="*/ 326136 h 423672"/>
                <a:gd name="connsiteX85" fmla="*/ 556260 w 717803"/>
                <a:gd name="connsiteY85" fmla="*/ 324612 h 423672"/>
                <a:gd name="connsiteX86" fmla="*/ 563880 w 717803"/>
                <a:gd name="connsiteY86" fmla="*/ 298704 h 423672"/>
                <a:gd name="connsiteX87" fmla="*/ 518160 w 717803"/>
                <a:gd name="connsiteY87" fmla="*/ 248412 h 423672"/>
                <a:gd name="connsiteX88" fmla="*/ 356615 w 717803"/>
                <a:gd name="connsiteY88" fmla="*/ 103632 h 423672"/>
                <a:gd name="connsiteX89" fmla="*/ 254507 w 717803"/>
                <a:gd name="connsiteY89" fmla="*/ 155448 h 423672"/>
                <a:gd name="connsiteX90" fmla="*/ 233172 w 717803"/>
                <a:gd name="connsiteY90" fmla="*/ 160020 h 423672"/>
                <a:gd name="connsiteX91" fmla="*/ 198120 w 717803"/>
                <a:gd name="connsiteY91" fmla="*/ 141732 h 423672"/>
                <a:gd name="connsiteX92" fmla="*/ 192024 w 717803"/>
                <a:gd name="connsiteY92" fmla="*/ 105156 h 423672"/>
                <a:gd name="connsiteX93" fmla="*/ 214884 w 717803"/>
                <a:gd name="connsiteY93" fmla="*/ 76200 h 423672"/>
                <a:gd name="connsiteX94" fmla="*/ 225552 w 717803"/>
                <a:gd name="connsiteY94" fmla="*/ 71628 h 423672"/>
                <a:gd name="connsiteX95" fmla="*/ 175260 w 717803"/>
                <a:gd name="connsiteY95" fmla="*/ 76200 h 423672"/>
                <a:gd name="connsiteX96" fmla="*/ 88392 w 717803"/>
                <a:gd name="connsiteY96" fmla="*/ 166116 h 423672"/>
                <a:gd name="connsiteX97" fmla="*/ 140207 w 717803"/>
                <a:gd name="connsiteY97" fmla="*/ 225552 h 423672"/>
                <a:gd name="connsiteX98" fmla="*/ 205740 w 717803"/>
                <a:gd name="connsiteY98" fmla="*/ 172212 h 423672"/>
                <a:gd name="connsiteX99" fmla="*/ 233172 w 717803"/>
                <a:gd name="connsiteY99" fmla="*/ 161544 h 423672"/>
                <a:gd name="connsiteX100" fmla="*/ 266700 w 717803"/>
                <a:gd name="connsiteY100" fmla="*/ 176784 h 423672"/>
                <a:gd name="connsiteX101" fmla="*/ 275844 w 717803"/>
                <a:gd name="connsiteY101" fmla="*/ 201168 h 423672"/>
                <a:gd name="connsiteX102" fmla="*/ 286512 w 717803"/>
                <a:gd name="connsiteY102" fmla="*/ 199644 h 423672"/>
                <a:gd name="connsiteX103" fmla="*/ 320040 w 717803"/>
                <a:gd name="connsiteY103" fmla="*/ 214884 h 423672"/>
                <a:gd name="connsiteX104" fmla="*/ 323087 w 717803"/>
                <a:gd name="connsiteY104" fmla="*/ 265176 h 423672"/>
                <a:gd name="connsiteX105" fmla="*/ 342900 w 717803"/>
                <a:gd name="connsiteY105" fmla="*/ 278892 h 423672"/>
                <a:gd name="connsiteX106" fmla="*/ 342900 w 717803"/>
                <a:gd name="connsiteY106" fmla="*/ 333756 h 423672"/>
                <a:gd name="connsiteX107" fmla="*/ 359664 w 717803"/>
                <a:gd name="connsiteY107" fmla="*/ 345948 h 423672"/>
                <a:gd name="connsiteX108" fmla="*/ 368807 w 717803"/>
                <a:gd name="connsiteY108" fmla="*/ 339852 h 423672"/>
                <a:gd name="connsiteX109" fmla="*/ 408432 w 717803"/>
                <a:gd name="connsiteY109" fmla="*/ 376428 h 423672"/>
                <a:gd name="connsiteX110" fmla="*/ 416052 w 717803"/>
                <a:gd name="connsiteY110" fmla="*/ 382524 h 423672"/>
                <a:gd name="connsiteX111" fmla="*/ 428244 w 717803"/>
                <a:gd name="connsiteY111" fmla="*/ 388620 h 423672"/>
                <a:gd name="connsiteX112" fmla="*/ 437387 w 717803"/>
                <a:gd name="connsiteY112" fmla="*/ 387096 h 423672"/>
                <a:gd name="connsiteX113" fmla="*/ 62484 w 717803"/>
                <a:gd name="connsiteY113" fmla="*/ 155448 h 423672"/>
                <a:gd name="connsiteX114" fmla="*/ 153924 w 717803"/>
                <a:gd name="connsiteY114" fmla="*/ 60960 h 423672"/>
                <a:gd name="connsiteX115" fmla="*/ 92964 w 717803"/>
                <a:gd name="connsiteY115" fmla="*/ 0 h 423672"/>
                <a:gd name="connsiteX116" fmla="*/ 0 w 717803"/>
                <a:gd name="connsiteY116" fmla="*/ 92964 h 423672"/>
                <a:gd name="connsiteX117" fmla="*/ 62484 w 717803"/>
                <a:gd name="connsiteY117" fmla="*/ 155448 h 423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717803" h="423672">
                  <a:moveTo>
                    <a:pt x="166115" y="278892"/>
                  </a:moveTo>
                  <a:cubicBezTo>
                    <a:pt x="160020" y="278892"/>
                    <a:pt x="155447" y="275844"/>
                    <a:pt x="150875" y="271272"/>
                  </a:cubicBezTo>
                  <a:cubicBezTo>
                    <a:pt x="147827" y="266700"/>
                    <a:pt x="146304" y="262128"/>
                    <a:pt x="146304" y="257556"/>
                  </a:cubicBezTo>
                  <a:cubicBezTo>
                    <a:pt x="146304" y="252984"/>
                    <a:pt x="149352" y="248412"/>
                    <a:pt x="153924" y="243840"/>
                  </a:cubicBezTo>
                  <a:lnTo>
                    <a:pt x="217932" y="190500"/>
                  </a:lnTo>
                  <a:cubicBezTo>
                    <a:pt x="220980" y="187452"/>
                    <a:pt x="225552" y="185928"/>
                    <a:pt x="230124" y="185928"/>
                  </a:cubicBezTo>
                  <a:cubicBezTo>
                    <a:pt x="236220" y="185928"/>
                    <a:pt x="240792" y="188976"/>
                    <a:pt x="245364" y="193548"/>
                  </a:cubicBezTo>
                  <a:cubicBezTo>
                    <a:pt x="248412" y="198120"/>
                    <a:pt x="249935" y="202692"/>
                    <a:pt x="249935" y="207264"/>
                  </a:cubicBezTo>
                  <a:cubicBezTo>
                    <a:pt x="249935" y="211836"/>
                    <a:pt x="246887" y="216408"/>
                    <a:pt x="242315" y="220980"/>
                  </a:cubicBezTo>
                  <a:lnTo>
                    <a:pt x="178307" y="274320"/>
                  </a:lnTo>
                  <a:cubicBezTo>
                    <a:pt x="175260" y="277368"/>
                    <a:pt x="170687" y="278892"/>
                    <a:pt x="166115" y="278892"/>
                  </a:cubicBezTo>
                  <a:close/>
                  <a:moveTo>
                    <a:pt x="214884" y="327660"/>
                  </a:moveTo>
                  <a:lnTo>
                    <a:pt x="297180" y="259080"/>
                  </a:lnTo>
                  <a:cubicBezTo>
                    <a:pt x="304800" y="252984"/>
                    <a:pt x="306324" y="239268"/>
                    <a:pt x="300227" y="231648"/>
                  </a:cubicBezTo>
                  <a:cubicBezTo>
                    <a:pt x="297180" y="227076"/>
                    <a:pt x="291084" y="224028"/>
                    <a:pt x="284987" y="224028"/>
                  </a:cubicBezTo>
                  <a:cubicBezTo>
                    <a:pt x="280415" y="224028"/>
                    <a:pt x="275844" y="225552"/>
                    <a:pt x="272795" y="228600"/>
                  </a:cubicBezTo>
                  <a:lnTo>
                    <a:pt x="190500" y="297180"/>
                  </a:lnTo>
                  <a:cubicBezTo>
                    <a:pt x="182880" y="303276"/>
                    <a:pt x="181355" y="316992"/>
                    <a:pt x="187452" y="324612"/>
                  </a:cubicBezTo>
                  <a:cubicBezTo>
                    <a:pt x="190500" y="329184"/>
                    <a:pt x="196595" y="332232"/>
                    <a:pt x="202692" y="332232"/>
                  </a:cubicBezTo>
                  <a:cubicBezTo>
                    <a:pt x="207264" y="332232"/>
                    <a:pt x="211835" y="330708"/>
                    <a:pt x="214884" y="327660"/>
                  </a:cubicBezTo>
                  <a:close/>
                  <a:moveTo>
                    <a:pt x="262127" y="371856"/>
                  </a:moveTo>
                  <a:lnTo>
                    <a:pt x="321564" y="323088"/>
                  </a:lnTo>
                  <a:cubicBezTo>
                    <a:pt x="329184" y="316992"/>
                    <a:pt x="330707" y="303276"/>
                    <a:pt x="324612" y="295656"/>
                  </a:cubicBezTo>
                  <a:cubicBezTo>
                    <a:pt x="321564" y="291084"/>
                    <a:pt x="315467" y="288036"/>
                    <a:pt x="309372" y="288036"/>
                  </a:cubicBezTo>
                  <a:cubicBezTo>
                    <a:pt x="304800" y="288036"/>
                    <a:pt x="300227" y="289560"/>
                    <a:pt x="297180" y="292608"/>
                  </a:cubicBezTo>
                  <a:lnTo>
                    <a:pt x="237744" y="341376"/>
                  </a:lnTo>
                  <a:cubicBezTo>
                    <a:pt x="230124" y="347472"/>
                    <a:pt x="228600" y="361188"/>
                    <a:pt x="234695" y="368808"/>
                  </a:cubicBezTo>
                  <a:cubicBezTo>
                    <a:pt x="237744" y="373380"/>
                    <a:pt x="243840" y="376428"/>
                    <a:pt x="249935" y="376428"/>
                  </a:cubicBezTo>
                  <a:cubicBezTo>
                    <a:pt x="254507" y="376428"/>
                    <a:pt x="259080" y="374904"/>
                    <a:pt x="262127" y="371856"/>
                  </a:cubicBezTo>
                  <a:close/>
                  <a:moveTo>
                    <a:pt x="304800" y="419100"/>
                  </a:moveTo>
                  <a:lnTo>
                    <a:pt x="339852" y="390144"/>
                  </a:lnTo>
                  <a:cubicBezTo>
                    <a:pt x="347472" y="384048"/>
                    <a:pt x="348995" y="370332"/>
                    <a:pt x="342900" y="362712"/>
                  </a:cubicBezTo>
                  <a:cubicBezTo>
                    <a:pt x="339852" y="358140"/>
                    <a:pt x="333755" y="355092"/>
                    <a:pt x="327660" y="355092"/>
                  </a:cubicBezTo>
                  <a:cubicBezTo>
                    <a:pt x="323087" y="355092"/>
                    <a:pt x="318515" y="356616"/>
                    <a:pt x="315467" y="359664"/>
                  </a:cubicBezTo>
                  <a:lnTo>
                    <a:pt x="280415" y="388620"/>
                  </a:lnTo>
                  <a:cubicBezTo>
                    <a:pt x="272795" y="394716"/>
                    <a:pt x="271272" y="408432"/>
                    <a:pt x="277367" y="416052"/>
                  </a:cubicBezTo>
                  <a:cubicBezTo>
                    <a:pt x="280415" y="420624"/>
                    <a:pt x="286512" y="423672"/>
                    <a:pt x="292607" y="423672"/>
                  </a:cubicBezTo>
                  <a:cubicBezTo>
                    <a:pt x="297180" y="423672"/>
                    <a:pt x="301752" y="422148"/>
                    <a:pt x="304800" y="419100"/>
                  </a:cubicBezTo>
                  <a:close/>
                  <a:moveTo>
                    <a:pt x="637032" y="172212"/>
                  </a:moveTo>
                  <a:lnTo>
                    <a:pt x="717804" y="129540"/>
                  </a:lnTo>
                  <a:lnTo>
                    <a:pt x="658367" y="16764"/>
                  </a:lnTo>
                  <a:cubicBezTo>
                    <a:pt x="624840" y="33528"/>
                    <a:pt x="586740" y="54864"/>
                    <a:pt x="571500" y="62484"/>
                  </a:cubicBezTo>
                  <a:cubicBezTo>
                    <a:pt x="580644" y="76200"/>
                    <a:pt x="597407" y="106680"/>
                    <a:pt x="633984" y="169164"/>
                  </a:cubicBezTo>
                  <a:lnTo>
                    <a:pt x="637032" y="172212"/>
                  </a:lnTo>
                  <a:close/>
                  <a:moveTo>
                    <a:pt x="565404" y="216408"/>
                  </a:moveTo>
                  <a:cubicBezTo>
                    <a:pt x="569975" y="208788"/>
                    <a:pt x="574547" y="202692"/>
                    <a:pt x="577595" y="199644"/>
                  </a:cubicBezTo>
                  <a:cubicBezTo>
                    <a:pt x="583692" y="195072"/>
                    <a:pt x="600455" y="184404"/>
                    <a:pt x="612647" y="176784"/>
                  </a:cubicBezTo>
                  <a:cubicBezTo>
                    <a:pt x="600455" y="156972"/>
                    <a:pt x="563880" y="92964"/>
                    <a:pt x="550164" y="68580"/>
                  </a:cubicBezTo>
                  <a:cubicBezTo>
                    <a:pt x="484632" y="42672"/>
                    <a:pt x="425195" y="38100"/>
                    <a:pt x="385572" y="38100"/>
                  </a:cubicBezTo>
                  <a:cubicBezTo>
                    <a:pt x="373380" y="38100"/>
                    <a:pt x="359664" y="38100"/>
                    <a:pt x="347472" y="39624"/>
                  </a:cubicBezTo>
                  <a:lnTo>
                    <a:pt x="345947" y="39624"/>
                  </a:lnTo>
                  <a:cubicBezTo>
                    <a:pt x="342900" y="39624"/>
                    <a:pt x="339852" y="39624"/>
                    <a:pt x="336804" y="41148"/>
                  </a:cubicBezTo>
                  <a:lnTo>
                    <a:pt x="225552" y="97536"/>
                  </a:lnTo>
                  <a:cubicBezTo>
                    <a:pt x="220980" y="100584"/>
                    <a:pt x="217932" y="103632"/>
                    <a:pt x="216407" y="108204"/>
                  </a:cubicBezTo>
                  <a:cubicBezTo>
                    <a:pt x="214884" y="112776"/>
                    <a:pt x="214884" y="118872"/>
                    <a:pt x="217932" y="123444"/>
                  </a:cubicBezTo>
                  <a:cubicBezTo>
                    <a:pt x="220980" y="129540"/>
                    <a:pt x="228600" y="134112"/>
                    <a:pt x="234695" y="134112"/>
                  </a:cubicBezTo>
                  <a:cubicBezTo>
                    <a:pt x="237744" y="134112"/>
                    <a:pt x="240792" y="134112"/>
                    <a:pt x="243840" y="132588"/>
                  </a:cubicBezTo>
                  <a:lnTo>
                    <a:pt x="356615" y="76200"/>
                  </a:lnTo>
                  <a:lnTo>
                    <a:pt x="359664" y="74676"/>
                  </a:lnTo>
                  <a:lnTo>
                    <a:pt x="362712" y="76200"/>
                  </a:lnTo>
                  <a:cubicBezTo>
                    <a:pt x="434340" y="124968"/>
                    <a:pt x="527304" y="219456"/>
                    <a:pt x="547115" y="240792"/>
                  </a:cubicBezTo>
                  <a:cubicBezTo>
                    <a:pt x="551687" y="237744"/>
                    <a:pt x="559307" y="225552"/>
                    <a:pt x="565404" y="216408"/>
                  </a:cubicBezTo>
                  <a:close/>
                  <a:moveTo>
                    <a:pt x="377952" y="417576"/>
                  </a:moveTo>
                  <a:cubicBezTo>
                    <a:pt x="387095" y="413004"/>
                    <a:pt x="391667" y="402336"/>
                    <a:pt x="387095" y="391668"/>
                  </a:cubicBezTo>
                  <a:lnTo>
                    <a:pt x="371855" y="377952"/>
                  </a:lnTo>
                  <a:cubicBezTo>
                    <a:pt x="370332" y="390144"/>
                    <a:pt x="365760" y="399288"/>
                    <a:pt x="356615" y="406908"/>
                  </a:cubicBezTo>
                  <a:lnTo>
                    <a:pt x="355092" y="408432"/>
                  </a:lnTo>
                  <a:cubicBezTo>
                    <a:pt x="361187" y="414528"/>
                    <a:pt x="367284" y="419100"/>
                    <a:pt x="368807" y="419100"/>
                  </a:cubicBezTo>
                  <a:cubicBezTo>
                    <a:pt x="371855" y="419100"/>
                    <a:pt x="374904" y="419100"/>
                    <a:pt x="377952" y="417576"/>
                  </a:cubicBezTo>
                  <a:close/>
                  <a:moveTo>
                    <a:pt x="437387" y="387096"/>
                  </a:moveTo>
                  <a:cubicBezTo>
                    <a:pt x="446532" y="382524"/>
                    <a:pt x="449580" y="373380"/>
                    <a:pt x="446532" y="364236"/>
                  </a:cubicBezTo>
                  <a:cubicBezTo>
                    <a:pt x="446532" y="362712"/>
                    <a:pt x="445007" y="361188"/>
                    <a:pt x="445007" y="361188"/>
                  </a:cubicBezTo>
                  <a:lnTo>
                    <a:pt x="402335" y="316992"/>
                  </a:lnTo>
                  <a:lnTo>
                    <a:pt x="423672" y="300228"/>
                  </a:lnTo>
                  <a:lnTo>
                    <a:pt x="472440" y="348996"/>
                  </a:lnTo>
                  <a:lnTo>
                    <a:pt x="477012" y="352044"/>
                  </a:lnTo>
                  <a:cubicBezTo>
                    <a:pt x="484632" y="358140"/>
                    <a:pt x="486155" y="361188"/>
                    <a:pt x="492252" y="361188"/>
                  </a:cubicBezTo>
                  <a:cubicBezTo>
                    <a:pt x="495300" y="361188"/>
                    <a:pt x="498347" y="361188"/>
                    <a:pt x="501395" y="359664"/>
                  </a:cubicBezTo>
                  <a:cubicBezTo>
                    <a:pt x="507492" y="356616"/>
                    <a:pt x="512064" y="350520"/>
                    <a:pt x="512064" y="342900"/>
                  </a:cubicBezTo>
                  <a:cubicBezTo>
                    <a:pt x="512064" y="338328"/>
                    <a:pt x="510540" y="335280"/>
                    <a:pt x="507492" y="330708"/>
                  </a:cubicBezTo>
                  <a:lnTo>
                    <a:pt x="457200" y="277368"/>
                  </a:lnTo>
                  <a:lnTo>
                    <a:pt x="478535" y="262128"/>
                  </a:lnTo>
                  <a:lnTo>
                    <a:pt x="528827" y="313944"/>
                  </a:lnTo>
                  <a:lnTo>
                    <a:pt x="530352" y="315468"/>
                  </a:lnTo>
                  <a:cubicBezTo>
                    <a:pt x="537972" y="323088"/>
                    <a:pt x="541020" y="326136"/>
                    <a:pt x="547115" y="326136"/>
                  </a:cubicBezTo>
                  <a:cubicBezTo>
                    <a:pt x="550164" y="326136"/>
                    <a:pt x="553212" y="326136"/>
                    <a:pt x="556260" y="324612"/>
                  </a:cubicBezTo>
                  <a:cubicBezTo>
                    <a:pt x="565404" y="320040"/>
                    <a:pt x="569975" y="309372"/>
                    <a:pt x="563880" y="298704"/>
                  </a:cubicBezTo>
                  <a:lnTo>
                    <a:pt x="518160" y="248412"/>
                  </a:lnTo>
                  <a:cubicBezTo>
                    <a:pt x="489204" y="219456"/>
                    <a:pt x="417575" y="146304"/>
                    <a:pt x="356615" y="103632"/>
                  </a:cubicBezTo>
                  <a:lnTo>
                    <a:pt x="254507" y="155448"/>
                  </a:lnTo>
                  <a:cubicBezTo>
                    <a:pt x="248412" y="158496"/>
                    <a:pt x="242315" y="160020"/>
                    <a:pt x="233172" y="160020"/>
                  </a:cubicBezTo>
                  <a:cubicBezTo>
                    <a:pt x="219455" y="160020"/>
                    <a:pt x="205740" y="152400"/>
                    <a:pt x="198120" y="141732"/>
                  </a:cubicBezTo>
                  <a:cubicBezTo>
                    <a:pt x="190500" y="131064"/>
                    <a:pt x="187452" y="117348"/>
                    <a:pt x="192024" y="105156"/>
                  </a:cubicBezTo>
                  <a:cubicBezTo>
                    <a:pt x="195072" y="92964"/>
                    <a:pt x="204215" y="82296"/>
                    <a:pt x="214884" y="76200"/>
                  </a:cubicBezTo>
                  <a:lnTo>
                    <a:pt x="225552" y="71628"/>
                  </a:lnTo>
                  <a:lnTo>
                    <a:pt x="175260" y="76200"/>
                  </a:lnTo>
                  <a:lnTo>
                    <a:pt x="88392" y="166116"/>
                  </a:lnTo>
                  <a:lnTo>
                    <a:pt x="140207" y="225552"/>
                  </a:lnTo>
                  <a:cubicBezTo>
                    <a:pt x="140207" y="225552"/>
                    <a:pt x="205740" y="172212"/>
                    <a:pt x="205740" y="172212"/>
                  </a:cubicBezTo>
                  <a:cubicBezTo>
                    <a:pt x="213360" y="166116"/>
                    <a:pt x="224027" y="161544"/>
                    <a:pt x="233172" y="161544"/>
                  </a:cubicBezTo>
                  <a:cubicBezTo>
                    <a:pt x="246887" y="161544"/>
                    <a:pt x="259080" y="167640"/>
                    <a:pt x="266700" y="176784"/>
                  </a:cubicBezTo>
                  <a:cubicBezTo>
                    <a:pt x="272795" y="182880"/>
                    <a:pt x="275844" y="192024"/>
                    <a:pt x="275844" y="201168"/>
                  </a:cubicBezTo>
                  <a:cubicBezTo>
                    <a:pt x="278892" y="199644"/>
                    <a:pt x="283464" y="199644"/>
                    <a:pt x="286512" y="199644"/>
                  </a:cubicBezTo>
                  <a:cubicBezTo>
                    <a:pt x="300227" y="199644"/>
                    <a:pt x="312420" y="205740"/>
                    <a:pt x="320040" y="214884"/>
                  </a:cubicBezTo>
                  <a:cubicBezTo>
                    <a:pt x="332232" y="228600"/>
                    <a:pt x="333755" y="249936"/>
                    <a:pt x="323087" y="265176"/>
                  </a:cubicBezTo>
                  <a:cubicBezTo>
                    <a:pt x="330707" y="268224"/>
                    <a:pt x="338327" y="272796"/>
                    <a:pt x="342900" y="278892"/>
                  </a:cubicBezTo>
                  <a:cubicBezTo>
                    <a:pt x="356615" y="295656"/>
                    <a:pt x="356615" y="318516"/>
                    <a:pt x="342900" y="333756"/>
                  </a:cubicBezTo>
                  <a:cubicBezTo>
                    <a:pt x="348995" y="336804"/>
                    <a:pt x="355092" y="339852"/>
                    <a:pt x="359664" y="345948"/>
                  </a:cubicBezTo>
                  <a:lnTo>
                    <a:pt x="368807" y="339852"/>
                  </a:lnTo>
                  <a:lnTo>
                    <a:pt x="408432" y="376428"/>
                  </a:lnTo>
                  <a:cubicBezTo>
                    <a:pt x="411480" y="377952"/>
                    <a:pt x="413004" y="381000"/>
                    <a:pt x="416052" y="382524"/>
                  </a:cubicBezTo>
                  <a:cubicBezTo>
                    <a:pt x="422147" y="387096"/>
                    <a:pt x="423672" y="388620"/>
                    <a:pt x="428244" y="388620"/>
                  </a:cubicBezTo>
                  <a:cubicBezTo>
                    <a:pt x="431292" y="388620"/>
                    <a:pt x="434340" y="388620"/>
                    <a:pt x="437387" y="387096"/>
                  </a:cubicBezTo>
                  <a:close/>
                  <a:moveTo>
                    <a:pt x="62484" y="155448"/>
                  </a:moveTo>
                  <a:lnTo>
                    <a:pt x="153924" y="60960"/>
                  </a:lnTo>
                  <a:lnTo>
                    <a:pt x="92964" y="0"/>
                  </a:lnTo>
                  <a:lnTo>
                    <a:pt x="0" y="92964"/>
                  </a:lnTo>
                  <a:lnTo>
                    <a:pt x="62484" y="155448"/>
                  </a:lnTo>
                  <a:close/>
                </a:path>
              </a:pathLst>
            </a:custGeom>
            <a:solidFill>
              <a:schemeClr val="bg1"/>
            </a:solidFill>
            <a:ln w="15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66" name="子陵职场PPT2-25"/>
            <p:cNvSpPr/>
            <p:nvPr>
              <p:custDataLst>
                <p:tags r:id="rId21"/>
              </p:custDataLst>
            </p:nvPr>
          </p:nvSpPr>
          <p:spPr>
            <a:xfrm>
              <a:off x="3712387" y="4740023"/>
              <a:ext cx="296473" cy="427473"/>
            </a:xfrm>
            <a:custGeom>
              <a:avLst/>
              <a:gdLst>
                <a:gd name="connsiteX0" fmla="*/ 179832 w 393191"/>
                <a:gd name="connsiteY0" fmla="*/ 278892 h 566927"/>
                <a:gd name="connsiteX1" fmla="*/ 213360 w 393191"/>
                <a:gd name="connsiteY1" fmla="*/ 278892 h 566927"/>
                <a:gd name="connsiteX2" fmla="*/ 213360 w 393191"/>
                <a:gd name="connsiteY2" fmla="*/ 449580 h 566927"/>
                <a:gd name="connsiteX3" fmla="*/ 179832 w 393191"/>
                <a:gd name="connsiteY3" fmla="*/ 449580 h 566927"/>
                <a:gd name="connsiteX4" fmla="*/ 179832 w 393191"/>
                <a:gd name="connsiteY4" fmla="*/ 278892 h 566927"/>
                <a:gd name="connsiteX5" fmla="*/ 196596 w 393191"/>
                <a:gd name="connsiteY5" fmla="*/ 0 h 566927"/>
                <a:gd name="connsiteX6" fmla="*/ 0 w 393191"/>
                <a:gd name="connsiteY6" fmla="*/ 198120 h 566927"/>
                <a:gd name="connsiteX7" fmla="*/ 39624 w 393191"/>
                <a:gd name="connsiteY7" fmla="*/ 316992 h 566927"/>
                <a:gd name="connsiteX8" fmla="*/ 85344 w 393191"/>
                <a:gd name="connsiteY8" fmla="*/ 408432 h 566927"/>
                <a:gd name="connsiteX9" fmla="*/ 124968 w 393191"/>
                <a:gd name="connsiteY9" fmla="*/ 448056 h 566927"/>
                <a:gd name="connsiteX10" fmla="*/ 147828 w 393191"/>
                <a:gd name="connsiteY10" fmla="*/ 448056 h 566927"/>
                <a:gd name="connsiteX11" fmla="*/ 147828 w 393191"/>
                <a:gd name="connsiteY11" fmla="*/ 277368 h 566927"/>
                <a:gd name="connsiteX12" fmla="*/ 120396 w 393191"/>
                <a:gd name="connsiteY12" fmla="*/ 277368 h 566927"/>
                <a:gd name="connsiteX13" fmla="*/ 62484 w 393191"/>
                <a:gd name="connsiteY13" fmla="*/ 219456 h 566927"/>
                <a:gd name="connsiteX14" fmla="*/ 120396 w 393191"/>
                <a:gd name="connsiteY14" fmla="*/ 161544 h 566927"/>
                <a:gd name="connsiteX15" fmla="*/ 178308 w 393191"/>
                <a:gd name="connsiteY15" fmla="*/ 219456 h 566927"/>
                <a:gd name="connsiteX16" fmla="*/ 170688 w 393191"/>
                <a:gd name="connsiteY16" fmla="*/ 246888 h 566927"/>
                <a:gd name="connsiteX17" fmla="*/ 224028 w 393191"/>
                <a:gd name="connsiteY17" fmla="*/ 246888 h 566927"/>
                <a:gd name="connsiteX18" fmla="*/ 216408 w 393191"/>
                <a:gd name="connsiteY18" fmla="*/ 219456 h 566927"/>
                <a:gd name="connsiteX19" fmla="*/ 274320 w 393191"/>
                <a:gd name="connsiteY19" fmla="*/ 161544 h 566927"/>
                <a:gd name="connsiteX20" fmla="*/ 332232 w 393191"/>
                <a:gd name="connsiteY20" fmla="*/ 219456 h 566927"/>
                <a:gd name="connsiteX21" fmla="*/ 274320 w 393191"/>
                <a:gd name="connsiteY21" fmla="*/ 277368 h 566927"/>
                <a:gd name="connsiteX22" fmla="*/ 245364 w 393191"/>
                <a:gd name="connsiteY22" fmla="*/ 277368 h 566927"/>
                <a:gd name="connsiteX23" fmla="*/ 245364 w 393191"/>
                <a:gd name="connsiteY23" fmla="*/ 448056 h 566927"/>
                <a:gd name="connsiteX24" fmla="*/ 268224 w 393191"/>
                <a:gd name="connsiteY24" fmla="*/ 448056 h 566927"/>
                <a:gd name="connsiteX25" fmla="*/ 307848 w 393191"/>
                <a:gd name="connsiteY25" fmla="*/ 408432 h 566927"/>
                <a:gd name="connsiteX26" fmla="*/ 353568 w 393191"/>
                <a:gd name="connsiteY26" fmla="*/ 316992 h 566927"/>
                <a:gd name="connsiteX27" fmla="*/ 393192 w 393191"/>
                <a:gd name="connsiteY27" fmla="*/ 198120 h 566927"/>
                <a:gd name="connsiteX28" fmla="*/ 196596 w 393191"/>
                <a:gd name="connsiteY28" fmla="*/ 0 h 566927"/>
                <a:gd name="connsiteX29" fmla="*/ 92964 w 393191"/>
                <a:gd name="connsiteY29" fmla="*/ 220980 h 566927"/>
                <a:gd name="connsiteX30" fmla="*/ 120396 w 393191"/>
                <a:gd name="connsiteY30" fmla="*/ 248412 h 566927"/>
                <a:gd name="connsiteX31" fmla="*/ 147828 w 393191"/>
                <a:gd name="connsiteY31" fmla="*/ 220980 h 566927"/>
                <a:gd name="connsiteX32" fmla="*/ 120396 w 393191"/>
                <a:gd name="connsiteY32" fmla="*/ 193548 h 566927"/>
                <a:gd name="connsiteX33" fmla="*/ 92964 w 393191"/>
                <a:gd name="connsiteY33" fmla="*/ 220980 h 566927"/>
                <a:gd name="connsiteX34" fmla="*/ 300228 w 393191"/>
                <a:gd name="connsiteY34" fmla="*/ 220980 h 566927"/>
                <a:gd name="connsiteX35" fmla="*/ 272796 w 393191"/>
                <a:gd name="connsiteY35" fmla="*/ 193548 h 566927"/>
                <a:gd name="connsiteX36" fmla="*/ 245364 w 393191"/>
                <a:gd name="connsiteY36" fmla="*/ 220980 h 566927"/>
                <a:gd name="connsiteX37" fmla="*/ 272796 w 393191"/>
                <a:gd name="connsiteY37" fmla="*/ 248412 h 566927"/>
                <a:gd name="connsiteX38" fmla="*/ 300228 w 393191"/>
                <a:gd name="connsiteY38" fmla="*/ 220980 h 566927"/>
                <a:gd name="connsiteX39" fmla="*/ 289560 w 393191"/>
                <a:gd name="connsiteY39" fmla="*/ 495300 h 566927"/>
                <a:gd name="connsiteX40" fmla="*/ 274320 w 393191"/>
                <a:gd name="connsiteY40" fmla="*/ 480060 h 566927"/>
                <a:gd name="connsiteX41" fmla="*/ 120396 w 393191"/>
                <a:gd name="connsiteY41" fmla="*/ 480060 h 566927"/>
                <a:gd name="connsiteX42" fmla="*/ 105156 w 393191"/>
                <a:gd name="connsiteY42" fmla="*/ 495300 h 566927"/>
                <a:gd name="connsiteX43" fmla="*/ 120396 w 393191"/>
                <a:gd name="connsiteY43" fmla="*/ 510540 h 566927"/>
                <a:gd name="connsiteX44" fmla="*/ 274320 w 393191"/>
                <a:gd name="connsiteY44" fmla="*/ 510540 h 566927"/>
                <a:gd name="connsiteX45" fmla="*/ 289560 w 393191"/>
                <a:gd name="connsiteY45" fmla="*/ 495300 h 566927"/>
                <a:gd name="connsiteX46" fmla="*/ 269748 w 393191"/>
                <a:gd name="connsiteY46" fmla="*/ 551688 h 566927"/>
                <a:gd name="connsiteX47" fmla="*/ 254508 w 393191"/>
                <a:gd name="connsiteY47" fmla="*/ 536448 h 566927"/>
                <a:gd name="connsiteX48" fmla="*/ 138684 w 393191"/>
                <a:gd name="connsiteY48" fmla="*/ 536448 h 566927"/>
                <a:gd name="connsiteX49" fmla="*/ 123444 w 393191"/>
                <a:gd name="connsiteY49" fmla="*/ 551688 h 566927"/>
                <a:gd name="connsiteX50" fmla="*/ 138684 w 393191"/>
                <a:gd name="connsiteY50" fmla="*/ 566928 h 566927"/>
                <a:gd name="connsiteX51" fmla="*/ 254508 w 393191"/>
                <a:gd name="connsiteY51" fmla="*/ 566928 h 566927"/>
                <a:gd name="connsiteX52" fmla="*/ 269748 w 393191"/>
                <a:gd name="connsiteY52" fmla="*/ 551688 h 566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93191" h="566927">
                  <a:moveTo>
                    <a:pt x="179832" y="278892"/>
                  </a:moveTo>
                  <a:lnTo>
                    <a:pt x="213360" y="278892"/>
                  </a:lnTo>
                  <a:lnTo>
                    <a:pt x="213360" y="449580"/>
                  </a:lnTo>
                  <a:lnTo>
                    <a:pt x="179832" y="449580"/>
                  </a:lnTo>
                  <a:lnTo>
                    <a:pt x="179832" y="278892"/>
                  </a:lnTo>
                  <a:close/>
                  <a:moveTo>
                    <a:pt x="196596" y="0"/>
                  </a:moveTo>
                  <a:cubicBezTo>
                    <a:pt x="88392" y="1524"/>
                    <a:pt x="0" y="89916"/>
                    <a:pt x="0" y="198120"/>
                  </a:cubicBezTo>
                  <a:cubicBezTo>
                    <a:pt x="0" y="242316"/>
                    <a:pt x="15240" y="284988"/>
                    <a:pt x="39624" y="316992"/>
                  </a:cubicBezTo>
                  <a:cubicBezTo>
                    <a:pt x="74676" y="364236"/>
                    <a:pt x="85344" y="384048"/>
                    <a:pt x="85344" y="408432"/>
                  </a:cubicBezTo>
                  <a:cubicBezTo>
                    <a:pt x="85344" y="429768"/>
                    <a:pt x="103632" y="448056"/>
                    <a:pt x="124968" y="448056"/>
                  </a:cubicBezTo>
                  <a:lnTo>
                    <a:pt x="147828" y="448056"/>
                  </a:lnTo>
                  <a:lnTo>
                    <a:pt x="147828" y="277368"/>
                  </a:lnTo>
                  <a:lnTo>
                    <a:pt x="120396" y="277368"/>
                  </a:lnTo>
                  <a:cubicBezTo>
                    <a:pt x="88392" y="277368"/>
                    <a:pt x="62484" y="251460"/>
                    <a:pt x="62484" y="219456"/>
                  </a:cubicBezTo>
                  <a:cubicBezTo>
                    <a:pt x="62484" y="187452"/>
                    <a:pt x="88392" y="161544"/>
                    <a:pt x="120396" y="161544"/>
                  </a:cubicBezTo>
                  <a:cubicBezTo>
                    <a:pt x="152400" y="161544"/>
                    <a:pt x="178308" y="187452"/>
                    <a:pt x="178308" y="219456"/>
                  </a:cubicBezTo>
                  <a:cubicBezTo>
                    <a:pt x="178308" y="228600"/>
                    <a:pt x="175260" y="237744"/>
                    <a:pt x="170688" y="246888"/>
                  </a:cubicBezTo>
                  <a:lnTo>
                    <a:pt x="224028" y="246888"/>
                  </a:lnTo>
                  <a:cubicBezTo>
                    <a:pt x="219456" y="239268"/>
                    <a:pt x="216408" y="230124"/>
                    <a:pt x="216408" y="219456"/>
                  </a:cubicBezTo>
                  <a:cubicBezTo>
                    <a:pt x="216408" y="187452"/>
                    <a:pt x="242316" y="161544"/>
                    <a:pt x="274320" y="161544"/>
                  </a:cubicBezTo>
                  <a:cubicBezTo>
                    <a:pt x="306324" y="161544"/>
                    <a:pt x="332232" y="187452"/>
                    <a:pt x="332232" y="219456"/>
                  </a:cubicBezTo>
                  <a:cubicBezTo>
                    <a:pt x="332232" y="251460"/>
                    <a:pt x="306324" y="277368"/>
                    <a:pt x="274320" y="277368"/>
                  </a:cubicBezTo>
                  <a:lnTo>
                    <a:pt x="245364" y="277368"/>
                  </a:lnTo>
                  <a:lnTo>
                    <a:pt x="245364" y="448056"/>
                  </a:lnTo>
                  <a:lnTo>
                    <a:pt x="268224" y="448056"/>
                  </a:lnTo>
                  <a:cubicBezTo>
                    <a:pt x="289560" y="448056"/>
                    <a:pt x="307848" y="429768"/>
                    <a:pt x="307848" y="408432"/>
                  </a:cubicBezTo>
                  <a:cubicBezTo>
                    <a:pt x="307848" y="384048"/>
                    <a:pt x="318516" y="364236"/>
                    <a:pt x="353568" y="316992"/>
                  </a:cubicBezTo>
                  <a:cubicBezTo>
                    <a:pt x="377952" y="283464"/>
                    <a:pt x="393192" y="242316"/>
                    <a:pt x="393192" y="198120"/>
                  </a:cubicBezTo>
                  <a:cubicBezTo>
                    <a:pt x="393192" y="89916"/>
                    <a:pt x="306324" y="1524"/>
                    <a:pt x="196596" y="0"/>
                  </a:cubicBezTo>
                  <a:close/>
                  <a:moveTo>
                    <a:pt x="92964" y="220980"/>
                  </a:moveTo>
                  <a:cubicBezTo>
                    <a:pt x="92964" y="236220"/>
                    <a:pt x="105156" y="248412"/>
                    <a:pt x="120396" y="248412"/>
                  </a:cubicBezTo>
                  <a:cubicBezTo>
                    <a:pt x="135636" y="248412"/>
                    <a:pt x="147828" y="236220"/>
                    <a:pt x="147828" y="220980"/>
                  </a:cubicBezTo>
                  <a:cubicBezTo>
                    <a:pt x="147828" y="205740"/>
                    <a:pt x="135636" y="193548"/>
                    <a:pt x="120396" y="193548"/>
                  </a:cubicBezTo>
                  <a:cubicBezTo>
                    <a:pt x="105156" y="195072"/>
                    <a:pt x="92964" y="205740"/>
                    <a:pt x="92964" y="220980"/>
                  </a:cubicBezTo>
                  <a:close/>
                  <a:moveTo>
                    <a:pt x="300228" y="220980"/>
                  </a:moveTo>
                  <a:cubicBezTo>
                    <a:pt x="300228" y="205740"/>
                    <a:pt x="288036" y="193548"/>
                    <a:pt x="272796" y="193548"/>
                  </a:cubicBezTo>
                  <a:cubicBezTo>
                    <a:pt x="257556" y="193548"/>
                    <a:pt x="245364" y="205740"/>
                    <a:pt x="245364" y="220980"/>
                  </a:cubicBezTo>
                  <a:cubicBezTo>
                    <a:pt x="245364" y="236220"/>
                    <a:pt x="257556" y="248412"/>
                    <a:pt x="272796" y="248412"/>
                  </a:cubicBezTo>
                  <a:cubicBezTo>
                    <a:pt x="288036" y="248412"/>
                    <a:pt x="300228" y="236220"/>
                    <a:pt x="300228" y="220980"/>
                  </a:cubicBezTo>
                  <a:close/>
                  <a:moveTo>
                    <a:pt x="289560" y="495300"/>
                  </a:moveTo>
                  <a:cubicBezTo>
                    <a:pt x="289560" y="486156"/>
                    <a:pt x="281940" y="480060"/>
                    <a:pt x="274320" y="480060"/>
                  </a:cubicBezTo>
                  <a:lnTo>
                    <a:pt x="120396" y="480060"/>
                  </a:lnTo>
                  <a:cubicBezTo>
                    <a:pt x="111252" y="480060"/>
                    <a:pt x="105156" y="487680"/>
                    <a:pt x="105156" y="495300"/>
                  </a:cubicBezTo>
                  <a:cubicBezTo>
                    <a:pt x="105156" y="502920"/>
                    <a:pt x="112776" y="510540"/>
                    <a:pt x="120396" y="510540"/>
                  </a:cubicBezTo>
                  <a:lnTo>
                    <a:pt x="274320" y="510540"/>
                  </a:lnTo>
                  <a:cubicBezTo>
                    <a:pt x="281940" y="512064"/>
                    <a:pt x="289560" y="504444"/>
                    <a:pt x="289560" y="495300"/>
                  </a:cubicBezTo>
                  <a:close/>
                  <a:moveTo>
                    <a:pt x="269748" y="551688"/>
                  </a:moveTo>
                  <a:cubicBezTo>
                    <a:pt x="269748" y="542544"/>
                    <a:pt x="262128" y="536448"/>
                    <a:pt x="254508" y="536448"/>
                  </a:cubicBezTo>
                  <a:lnTo>
                    <a:pt x="138684" y="536448"/>
                  </a:lnTo>
                  <a:cubicBezTo>
                    <a:pt x="129540" y="536448"/>
                    <a:pt x="123444" y="544068"/>
                    <a:pt x="123444" y="551688"/>
                  </a:cubicBezTo>
                  <a:cubicBezTo>
                    <a:pt x="123444" y="559308"/>
                    <a:pt x="131064" y="566928"/>
                    <a:pt x="138684" y="566928"/>
                  </a:cubicBezTo>
                  <a:lnTo>
                    <a:pt x="254508" y="566928"/>
                  </a:lnTo>
                  <a:cubicBezTo>
                    <a:pt x="263652" y="566928"/>
                    <a:pt x="269748" y="560832"/>
                    <a:pt x="269748" y="551688"/>
                  </a:cubicBezTo>
                  <a:close/>
                </a:path>
              </a:pathLst>
            </a:custGeom>
            <a:solidFill>
              <a:schemeClr val="bg1"/>
            </a:solidFill>
            <a:ln w="15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cxnSp>
        <p:nvCxnSpPr>
          <p:cNvPr id="3" name="子陵职场PPT3"/>
          <p:cNvCxnSpPr/>
          <p:nvPr/>
        </p:nvCxnSpPr>
        <p:spPr>
          <a:xfrm>
            <a:off x="1087120" y="2971165"/>
            <a:ext cx="2666365" cy="1659255"/>
          </a:xfrm>
          <a:prstGeom prst="line">
            <a:avLst/>
          </a:prstGeom>
          <a:ln w="25400">
            <a:gradFill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子陵职场PPT4"/>
          <p:cNvCxnSpPr/>
          <p:nvPr/>
        </p:nvCxnSpPr>
        <p:spPr>
          <a:xfrm>
            <a:off x="4401820" y="1418590"/>
            <a:ext cx="875665" cy="2329815"/>
          </a:xfrm>
          <a:prstGeom prst="line">
            <a:avLst/>
          </a:prstGeom>
          <a:ln w="25400">
            <a:gradFill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子陵职场PPT5"/>
          <p:cNvCxnSpPr/>
          <p:nvPr/>
        </p:nvCxnSpPr>
        <p:spPr>
          <a:xfrm flipH="1">
            <a:off x="6760210" y="1310005"/>
            <a:ext cx="1056640" cy="2939415"/>
          </a:xfrm>
          <a:prstGeom prst="line">
            <a:avLst/>
          </a:prstGeom>
          <a:ln w="25400">
            <a:gradFill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子陵职场PPT6"/>
          <p:cNvCxnSpPr/>
          <p:nvPr/>
        </p:nvCxnSpPr>
        <p:spPr>
          <a:xfrm flipH="1">
            <a:off x="8025765" y="3106420"/>
            <a:ext cx="2468880" cy="1823085"/>
          </a:xfrm>
          <a:prstGeom prst="line">
            <a:avLst/>
          </a:prstGeom>
          <a:ln w="25400">
            <a:gradFill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子陵职场PPT7"/>
          <p:cNvSpPr txBox="1"/>
          <p:nvPr/>
        </p:nvSpPr>
        <p:spPr>
          <a:xfrm>
            <a:off x="5137150" y="5551170"/>
            <a:ext cx="1905000" cy="838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540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80000"/>
                        <a:lumOff val="20000"/>
                      </a:schemeClr>
                    </a:gs>
                  </a:gsLst>
                  <a:lin ang="0" scaled="0"/>
                </a:gradFill>
                <a:effectLst/>
                <a:latin typeface="+mj-ea"/>
                <a:ea typeface="+mj-ea"/>
                <a:sym typeface="+mn-ea"/>
              </a:rPr>
              <a:t>2026</a:t>
            </a:r>
            <a:endParaRPr lang="en-US" altLang="zh-CN" sz="540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lin ang="0" scaled="0"/>
              </a:gradFill>
              <a:effectLst/>
              <a:latin typeface="+mj-ea"/>
              <a:ea typeface="+mj-ea"/>
              <a:sym typeface="+mn-ea"/>
            </a:endParaRPr>
          </a:p>
        </p:txBody>
      </p:sp>
      <p:sp>
        <p:nvSpPr>
          <p:cNvPr id="67" name="子陵职场PPT11"/>
          <p:cNvSpPr/>
          <p:nvPr>
            <p:custDataLst>
              <p:tags r:id="rId22"/>
            </p:custDataLst>
          </p:nvPr>
        </p:nvSpPr>
        <p:spPr>
          <a:xfrm>
            <a:off x="337185" y="4463415"/>
            <a:ext cx="129540" cy="129540"/>
          </a:xfrm>
          <a:prstGeom prst="rect">
            <a:avLst/>
          </a:prstGeom>
          <a:gradFill flip="none" rotWithShape="1">
            <a:gsLst>
              <a:gs pos="30000">
                <a:schemeClr val="accent1"/>
              </a:gs>
              <a:gs pos="99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子陵职场PPT12-4"/>
          <p:cNvSpPr/>
          <p:nvPr>
            <p:custDataLst>
              <p:tags r:id="rId23"/>
            </p:custDataLst>
          </p:nvPr>
        </p:nvSpPr>
        <p:spPr>
          <a:xfrm>
            <a:off x="1748155" y="2047240"/>
            <a:ext cx="129540" cy="129540"/>
          </a:xfrm>
          <a:prstGeom prst="rect">
            <a:avLst/>
          </a:prstGeom>
          <a:gradFill flip="none" rotWithShape="1">
            <a:gsLst>
              <a:gs pos="30000">
                <a:schemeClr val="accent2"/>
              </a:gs>
              <a:gs pos="99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子陵职场PPT16"/>
          <p:cNvSpPr/>
          <p:nvPr>
            <p:custDataLst>
              <p:tags r:id="rId24"/>
            </p:custDataLst>
          </p:nvPr>
        </p:nvSpPr>
        <p:spPr>
          <a:xfrm>
            <a:off x="4979035" y="1507490"/>
            <a:ext cx="129540" cy="129540"/>
          </a:xfrm>
          <a:prstGeom prst="rect">
            <a:avLst/>
          </a:prstGeom>
          <a:gradFill flip="none" rotWithShape="1">
            <a:gsLst>
              <a:gs pos="30000">
                <a:schemeClr val="accent1"/>
              </a:gs>
              <a:gs pos="99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子陵职场PPT17-4"/>
          <p:cNvSpPr/>
          <p:nvPr>
            <p:custDataLst>
              <p:tags r:id="rId25"/>
            </p:custDataLst>
          </p:nvPr>
        </p:nvSpPr>
        <p:spPr>
          <a:xfrm>
            <a:off x="8049895" y="2047240"/>
            <a:ext cx="129540" cy="129540"/>
          </a:xfrm>
          <a:prstGeom prst="rect">
            <a:avLst/>
          </a:prstGeom>
          <a:gradFill flip="none" rotWithShape="1">
            <a:gsLst>
              <a:gs pos="30000">
                <a:schemeClr val="accent2">
                  <a:lumMod val="70000"/>
                  <a:lumOff val="30000"/>
                </a:schemeClr>
              </a:gs>
              <a:gs pos="99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3" name="子陵职场PPT18-4"/>
          <p:cNvSpPr/>
          <p:nvPr>
            <p:custDataLst>
              <p:tags r:id="rId26"/>
            </p:custDataLst>
          </p:nvPr>
        </p:nvSpPr>
        <p:spPr>
          <a:xfrm>
            <a:off x="9619615" y="4463415"/>
            <a:ext cx="129540" cy="129540"/>
          </a:xfrm>
          <a:prstGeom prst="rect">
            <a:avLst/>
          </a:prstGeom>
          <a:gradFill flip="none" rotWithShape="1">
            <a:gsLst>
              <a:gs pos="30000">
                <a:schemeClr val="accent2"/>
              </a:gs>
              <a:gs pos="99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子陵职场PPT1"/>
          <p:cNvSpPr/>
          <p:nvPr/>
        </p:nvSpPr>
        <p:spPr>
          <a:xfrm rot="16200000">
            <a:off x="-666708" y="1640625"/>
            <a:ext cx="5845810" cy="4588510"/>
          </a:xfrm>
          <a:custGeom>
            <a:avLst/>
            <a:gdLst>
              <a:gd name="connsiteX0" fmla="*/ 8160 w 9206"/>
              <a:gd name="connsiteY0" fmla="*/ 7226 h 7226"/>
              <a:gd name="connsiteX1" fmla="*/ 1562 w 9206"/>
              <a:gd name="connsiteY1" fmla="*/ 7226 h 7226"/>
              <a:gd name="connsiteX2" fmla="*/ 0 w 9206"/>
              <a:gd name="connsiteY2" fmla="*/ 0 h 7226"/>
              <a:gd name="connsiteX3" fmla="*/ 9206 w 9206"/>
              <a:gd name="connsiteY3" fmla="*/ 17 h 7226"/>
              <a:gd name="connsiteX4" fmla="*/ 8160 w 9206"/>
              <a:gd name="connsiteY4" fmla="*/ 7226 h 7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6" h="7226">
                <a:moveTo>
                  <a:pt x="8160" y="7226"/>
                </a:moveTo>
                <a:lnTo>
                  <a:pt x="1562" y="7226"/>
                </a:lnTo>
                <a:lnTo>
                  <a:pt x="0" y="0"/>
                </a:lnTo>
                <a:lnTo>
                  <a:pt x="9206" y="17"/>
                </a:lnTo>
                <a:lnTo>
                  <a:pt x="8160" y="7226"/>
                </a:lnTo>
                <a:close/>
              </a:path>
            </a:pathLst>
          </a:custGeom>
          <a:gradFill>
            <a:gsLst>
              <a:gs pos="0">
                <a:srgbClr val="2031B0">
                  <a:lumMod val="2000"/>
                  <a:lumOff val="98000"/>
                </a:srgbClr>
              </a:gs>
              <a:gs pos="100000">
                <a:schemeClr val="accent2">
                  <a:lumMod val="4000"/>
                  <a:lumOff val="96000"/>
                </a:schemeClr>
              </a:gs>
            </a:gsLst>
            <a:lin ang="15600000" scaled="0"/>
          </a:gradFill>
          <a:ln w="15875" cap="flat" cmpd="sng" algn="ctr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15600000" scaled="0"/>
              <a:tileRect/>
            </a:gradFill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2" name="子陵职场PPT2"/>
          <p:cNvSpPr>
            <a:spLocks noGrp="1"/>
          </p:cNvSpPr>
          <p:nvPr>
            <p:ph type="title"/>
          </p:nvPr>
        </p:nvSpPr>
        <p:spPr>
          <a:xfrm>
            <a:off x="842010" y="241935"/>
            <a:ext cx="5397500" cy="589280"/>
          </a:xfrm>
        </p:spPr>
        <p:txBody>
          <a:bodyPr>
            <a:normAutofit/>
          </a:bodyPr>
          <a:lstStyle/>
          <a:p>
            <a:r>
              <a:t>费用预算</a:t>
            </a:r>
          </a:p>
        </p:txBody>
      </p:sp>
      <p:grpSp>
        <p:nvGrpSpPr>
          <p:cNvPr id="180" name="子陵职场PPT3"/>
          <p:cNvGrpSpPr/>
          <p:nvPr/>
        </p:nvGrpSpPr>
        <p:grpSpPr>
          <a:xfrm>
            <a:off x="130810" y="3249930"/>
            <a:ext cx="1700530" cy="4255770"/>
            <a:chOff x="2367864" y="4397038"/>
            <a:chExt cx="1360176" cy="3442205"/>
          </a:xfrm>
        </p:grpSpPr>
        <p:grpSp>
          <p:nvGrpSpPr>
            <p:cNvPr id="181" name="图形 177"/>
            <p:cNvGrpSpPr/>
            <p:nvPr/>
          </p:nvGrpSpPr>
          <p:grpSpPr>
            <a:xfrm>
              <a:off x="2419203" y="7195544"/>
              <a:ext cx="258317" cy="643699"/>
              <a:chOff x="2419203" y="7195544"/>
              <a:chExt cx="258317" cy="643699"/>
            </a:xfrm>
          </p:grpSpPr>
          <p:sp>
            <p:nvSpPr>
              <p:cNvPr id="182" name="子陵职场PPT3-1"/>
              <p:cNvSpPr/>
              <p:nvPr/>
            </p:nvSpPr>
            <p:spPr>
              <a:xfrm>
                <a:off x="2456065" y="7195544"/>
                <a:ext cx="221456" cy="554259"/>
              </a:xfrm>
              <a:custGeom>
                <a:avLst/>
                <a:gdLst>
                  <a:gd name="connsiteX0" fmla="*/ 27527 w 221456"/>
                  <a:gd name="connsiteY0" fmla="*/ 0 h 554259"/>
                  <a:gd name="connsiteX1" fmla="*/ 0 w 221456"/>
                  <a:gd name="connsiteY1" fmla="*/ 509683 h 554259"/>
                  <a:gd name="connsiteX2" fmla="*/ 184690 w 221456"/>
                  <a:gd name="connsiteY2" fmla="*/ 554260 h 554259"/>
                  <a:gd name="connsiteX3" fmla="*/ 221456 w 221456"/>
                  <a:gd name="connsiteY3" fmla="*/ 56388 h 554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1456" h="554259">
                    <a:moveTo>
                      <a:pt x="27527" y="0"/>
                    </a:moveTo>
                    <a:lnTo>
                      <a:pt x="0" y="509683"/>
                    </a:lnTo>
                    <a:lnTo>
                      <a:pt x="184690" y="554260"/>
                    </a:lnTo>
                    <a:lnTo>
                      <a:pt x="221456" y="56388"/>
                    </a:lnTo>
                    <a:close/>
                  </a:path>
                </a:pathLst>
              </a:custGeom>
              <a:solidFill>
                <a:srgbClr val="AA655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grpSp>
            <p:nvGrpSpPr>
              <p:cNvPr id="183" name="图形 177"/>
              <p:cNvGrpSpPr/>
              <p:nvPr/>
            </p:nvGrpSpPr>
            <p:grpSpPr>
              <a:xfrm>
                <a:off x="2419203" y="7700941"/>
                <a:ext cx="221551" cy="138303"/>
                <a:chOff x="2419203" y="7700941"/>
                <a:chExt cx="221551" cy="138303"/>
              </a:xfrm>
            </p:grpSpPr>
            <p:sp>
              <p:nvSpPr>
                <p:cNvPr id="186" name="子陵职场PPT3-2"/>
                <p:cNvSpPr/>
                <p:nvPr/>
              </p:nvSpPr>
              <p:spPr>
                <a:xfrm>
                  <a:off x="2419203" y="7700941"/>
                  <a:ext cx="221551" cy="138303"/>
                </a:xfrm>
                <a:custGeom>
                  <a:avLst/>
                  <a:gdLst>
                    <a:gd name="connsiteX0" fmla="*/ 31432 w 221551"/>
                    <a:gd name="connsiteY0" fmla="*/ 0 h 138303"/>
                    <a:gd name="connsiteX1" fmla="*/ 0 w 221551"/>
                    <a:gd name="connsiteY1" fmla="*/ 138303 h 138303"/>
                    <a:gd name="connsiteX2" fmla="*/ 212408 w 221551"/>
                    <a:gd name="connsiteY2" fmla="*/ 138303 h 138303"/>
                    <a:gd name="connsiteX3" fmla="*/ 221552 w 221551"/>
                    <a:gd name="connsiteY3" fmla="*/ 48197 h 138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1551" h="138303">
                      <a:moveTo>
                        <a:pt x="31432" y="0"/>
                      </a:moveTo>
                      <a:lnTo>
                        <a:pt x="0" y="138303"/>
                      </a:lnTo>
                      <a:lnTo>
                        <a:pt x="212408" y="138303"/>
                      </a:lnTo>
                      <a:lnTo>
                        <a:pt x="221552" y="48197"/>
                      </a:lnTo>
                      <a:close/>
                    </a:path>
                  </a:pathLst>
                </a:custGeom>
                <a:solidFill>
                  <a:srgbClr val="E8505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  <p:sp>
              <p:nvSpPr>
                <p:cNvPr id="187" name="子陵职场PPT3-3"/>
                <p:cNvSpPr/>
                <p:nvPr/>
              </p:nvSpPr>
              <p:spPr>
                <a:xfrm>
                  <a:off x="2424918" y="7812252"/>
                  <a:ext cx="211073" cy="8745"/>
                </a:xfrm>
                <a:custGeom>
                  <a:avLst/>
                  <a:gdLst>
                    <a:gd name="connsiteX0" fmla="*/ 211074 w 211073"/>
                    <a:gd name="connsiteY0" fmla="*/ 6894 h 8745"/>
                    <a:gd name="connsiteX1" fmla="*/ 180118 w 211073"/>
                    <a:gd name="connsiteY1" fmla="*/ 8704 h 8745"/>
                    <a:gd name="connsiteX2" fmla="*/ 105442 w 211073"/>
                    <a:gd name="connsiteY2" fmla="*/ 7371 h 8745"/>
                    <a:gd name="connsiteX3" fmla="*/ 30861 w 211073"/>
                    <a:gd name="connsiteY3" fmla="*/ 4227 h 8745"/>
                    <a:gd name="connsiteX4" fmla="*/ 0 w 211073"/>
                    <a:gd name="connsiteY4" fmla="*/ 1751 h 8745"/>
                    <a:gd name="connsiteX5" fmla="*/ 30956 w 211073"/>
                    <a:gd name="connsiteY5" fmla="*/ 36 h 8745"/>
                    <a:gd name="connsiteX6" fmla="*/ 105632 w 211073"/>
                    <a:gd name="connsiteY6" fmla="*/ 1465 h 8745"/>
                    <a:gd name="connsiteX7" fmla="*/ 180213 w 211073"/>
                    <a:gd name="connsiteY7" fmla="*/ 4513 h 8745"/>
                    <a:gd name="connsiteX8" fmla="*/ 211074 w 211073"/>
                    <a:gd name="connsiteY8" fmla="*/ 6894 h 8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1073" h="8745">
                      <a:moveTo>
                        <a:pt x="211074" y="6894"/>
                      </a:moveTo>
                      <a:cubicBezTo>
                        <a:pt x="211074" y="7656"/>
                        <a:pt x="199263" y="8514"/>
                        <a:pt x="180118" y="8704"/>
                      </a:cubicBezTo>
                      <a:cubicBezTo>
                        <a:pt x="160973" y="8895"/>
                        <a:pt x="134588" y="8418"/>
                        <a:pt x="105442" y="7371"/>
                      </a:cubicBezTo>
                      <a:cubicBezTo>
                        <a:pt x="77343" y="6132"/>
                        <a:pt x="52007" y="5085"/>
                        <a:pt x="30861" y="4227"/>
                      </a:cubicBezTo>
                      <a:cubicBezTo>
                        <a:pt x="11811" y="3275"/>
                        <a:pt x="0" y="2608"/>
                        <a:pt x="0" y="1751"/>
                      </a:cubicBezTo>
                      <a:cubicBezTo>
                        <a:pt x="0" y="989"/>
                        <a:pt x="11811" y="227"/>
                        <a:pt x="30956" y="36"/>
                      </a:cubicBezTo>
                      <a:cubicBezTo>
                        <a:pt x="50102" y="-154"/>
                        <a:pt x="76486" y="417"/>
                        <a:pt x="105632" y="1465"/>
                      </a:cubicBezTo>
                      <a:cubicBezTo>
                        <a:pt x="133731" y="2608"/>
                        <a:pt x="159068" y="3656"/>
                        <a:pt x="180213" y="4513"/>
                      </a:cubicBezTo>
                      <a:cubicBezTo>
                        <a:pt x="199263" y="5370"/>
                        <a:pt x="211074" y="6037"/>
                        <a:pt x="211074" y="6894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  <p:sp>
              <p:nvSpPr>
                <p:cNvPr id="188" name="子陵职场PPT3-4"/>
                <p:cNvSpPr/>
                <p:nvPr/>
              </p:nvSpPr>
              <p:spPr>
                <a:xfrm>
                  <a:off x="2538777" y="7727895"/>
                  <a:ext cx="8406" cy="89155"/>
                </a:xfrm>
                <a:custGeom>
                  <a:avLst/>
                  <a:gdLst>
                    <a:gd name="connsiteX0" fmla="*/ 7204 w 8406"/>
                    <a:gd name="connsiteY0" fmla="*/ 1 h 89155"/>
                    <a:gd name="connsiteX1" fmla="*/ 7108 w 8406"/>
                    <a:gd name="connsiteY1" fmla="*/ 44769 h 89155"/>
                    <a:gd name="connsiteX2" fmla="*/ 1203 w 8406"/>
                    <a:gd name="connsiteY2" fmla="*/ 89155 h 89155"/>
                    <a:gd name="connsiteX3" fmla="*/ 1298 w 8406"/>
                    <a:gd name="connsiteY3" fmla="*/ 44388 h 89155"/>
                    <a:gd name="connsiteX4" fmla="*/ 7204 w 8406"/>
                    <a:gd name="connsiteY4" fmla="*/ 1 h 891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406" h="89155">
                      <a:moveTo>
                        <a:pt x="7204" y="1"/>
                      </a:moveTo>
                      <a:cubicBezTo>
                        <a:pt x="8823" y="97"/>
                        <a:pt x="8823" y="20194"/>
                        <a:pt x="7108" y="44769"/>
                      </a:cubicBezTo>
                      <a:cubicBezTo>
                        <a:pt x="5489" y="69439"/>
                        <a:pt x="2822" y="89251"/>
                        <a:pt x="1203" y="89155"/>
                      </a:cubicBezTo>
                      <a:cubicBezTo>
                        <a:pt x="-416" y="89060"/>
                        <a:pt x="-416" y="68962"/>
                        <a:pt x="1298" y="44388"/>
                      </a:cubicBezTo>
                      <a:cubicBezTo>
                        <a:pt x="2917" y="19718"/>
                        <a:pt x="5584" y="-189"/>
                        <a:pt x="720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  <p:sp>
              <p:nvSpPr>
                <p:cNvPr id="189" name="子陵职场PPT3-5"/>
                <p:cNvSpPr/>
                <p:nvPr/>
              </p:nvSpPr>
              <p:spPr>
                <a:xfrm>
                  <a:off x="2419203" y="7813908"/>
                  <a:ext cx="214502" cy="25336"/>
                </a:xfrm>
                <a:custGeom>
                  <a:avLst/>
                  <a:gdLst>
                    <a:gd name="connsiteX0" fmla="*/ 0 w 214502"/>
                    <a:gd name="connsiteY0" fmla="*/ 25337 h 25336"/>
                    <a:gd name="connsiteX1" fmla="*/ 212408 w 214502"/>
                    <a:gd name="connsiteY1" fmla="*/ 25337 h 25336"/>
                    <a:gd name="connsiteX2" fmla="*/ 214503 w 214502"/>
                    <a:gd name="connsiteY2" fmla="*/ 5239 h 25336"/>
                    <a:gd name="connsiteX3" fmla="*/ 3810 w 214502"/>
                    <a:gd name="connsiteY3" fmla="*/ 0 h 25336"/>
                    <a:gd name="connsiteX4" fmla="*/ 0 w 214502"/>
                    <a:gd name="connsiteY4" fmla="*/ 22955 h 25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4502" h="25336">
                      <a:moveTo>
                        <a:pt x="0" y="25337"/>
                      </a:moveTo>
                      <a:lnTo>
                        <a:pt x="212408" y="25337"/>
                      </a:lnTo>
                      <a:lnTo>
                        <a:pt x="214503" y="5239"/>
                      </a:lnTo>
                      <a:lnTo>
                        <a:pt x="3810" y="0"/>
                      </a:lnTo>
                      <a:lnTo>
                        <a:pt x="0" y="22955"/>
                      </a:lnTo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</p:grpSp>
        </p:grpSp>
        <p:grpSp>
          <p:nvGrpSpPr>
            <p:cNvPr id="190" name="图形 177"/>
            <p:cNvGrpSpPr/>
            <p:nvPr/>
          </p:nvGrpSpPr>
          <p:grpSpPr>
            <a:xfrm>
              <a:off x="3184632" y="7443290"/>
              <a:ext cx="396712" cy="395573"/>
              <a:chOff x="3184632" y="7443290"/>
              <a:chExt cx="396712" cy="395573"/>
            </a:xfrm>
          </p:grpSpPr>
          <p:sp>
            <p:nvSpPr>
              <p:cNvPr id="191" name="子陵职场PPT3-6"/>
              <p:cNvSpPr/>
              <p:nvPr/>
            </p:nvSpPr>
            <p:spPr>
              <a:xfrm>
                <a:off x="3184632" y="7443290"/>
                <a:ext cx="208311" cy="337756"/>
              </a:xfrm>
              <a:custGeom>
                <a:avLst/>
                <a:gdLst>
                  <a:gd name="connsiteX0" fmla="*/ 0 w 208311"/>
                  <a:gd name="connsiteY0" fmla="*/ 0 h 337756"/>
                  <a:gd name="connsiteX1" fmla="*/ 44863 w 208311"/>
                  <a:gd name="connsiteY1" fmla="*/ 337756 h 337756"/>
                  <a:gd name="connsiteX2" fmla="*/ 208312 w 208311"/>
                  <a:gd name="connsiteY2" fmla="*/ 326422 h 337756"/>
                  <a:gd name="connsiteX3" fmla="*/ 173927 w 208311"/>
                  <a:gd name="connsiteY3" fmla="*/ 16764 h 337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8311" h="337756">
                    <a:moveTo>
                      <a:pt x="0" y="0"/>
                    </a:moveTo>
                    <a:lnTo>
                      <a:pt x="44863" y="337756"/>
                    </a:lnTo>
                    <a:lnTo>
                      <a:pt x="208312" y="326422"/>
                    </a:lnTo>
                    <a:lnTo>
                      <a:pt x="173927" y="16764"/>
                    </a:lnTo>
                    <a:close/>
                  </a:path>
                </a:pathLst>
              </a:custGeom>
              <a:solidFill>
                <a:srgbClr val="AA655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grpSp>
            <p:nvGrpSpPr>
              <p:cNvPr id="192" name="图形 177"/>
              <p:cNvGrpSpPr/>
              <p:nvPr/>
            </p:nvGrpSpPr>
            <p:grpSpPr>
              <a:xfrm>
                <a:off x="3226923" y="7676547"/>
                <a:ext cx="354421" cy="162316"/>
                <a:chOff x="3226923" y="7676547"/>
                <a:chExt cx="354421" cy="162316"/>
              </a:xfrm>
            </p:grpSpPr>
            <p:grpSp>
              <p:nvGrpSpPr>
                <p:cNvPr id="193" name="图形 177"/>
                <p:cNvGrpSpPr/>
                <p:nvPr/>
              </p:nvGrpSpPr>
              <p:grpSpPr>
                <a:xfrm>
                  <a:off x="3226923" y="7729681"/>
                  <a:ext cx="354421" cy="109182"/>
                  <a:chOff x="3226923" y="7729681"/>
                  <a:chExt cx="354421" cy="109182"/>
                </a:xfrm>
              </p:grpSpPr>
              <p:sp>
                <p:nvSpPr>
                  <p:cNvPr id="194" name="子陵职场PPT3-7"/>
                  <p:cNvSpPr/>
                  <p:nvPr/>
                </p:nvSpPr>
                <p:spPr>
                  <a:xfrm>
                    <a:off x="3226923" y="7733040"/>
                    <a:ext cx="354234" cy="105822"/>
                  </a:xfrm>
                  <a:custGeom>
                    <a:avLst/>
                    <a:gdLst>
                      <a:gd name="connsiteX0" fmla="*/ 167640 w 354234"/>
                      <a:gd name="connsiteY0" fmla="*/ 0 h 105822"/>
                      <a:gd name="connsiteX1" fmla="*/ 167640 w 354234"/>
                      <a:gd name="connsiteY1" fmla="*/ 0 h 105822"/>
                      <a:gd name="connsiteX2" fmla="*/ 354235 w 354234"/>
                      <a:gd name="connsiteY2" fmla="*/ 95536 h 105822"/>
                      <a:gd name="connsiteX3" fmla="*/ 3143 w 354234"/>
                      <a:gd name="connsiteY3" fmla="*/ 105823 h 105822"/>
                      <a:gd name="connsiteX4" fmla="*/ 0 w 354234"/>
                      <a:gd name="connsiteY4" fmla="*/ 14002 h 105822"/>
                      <a:gd name="connsiteX5" fmla="*/ 12954 w 354234"/>
                      <a:gd name="connsiteY5" fmla="*/ 16573 h 105822"/>
                      <a:gd name="connsiteX6" fmla="*/ 167640 w 354234"/>
                      <a:gd name="connsiteY6" fmla="*/ 0 h 1058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54234" h="105822">
                        <a:moveTo>
                          <a:pt x="167640" y="0"/>
                        </a:moveTo>
                        <a:lnTo>
                          <a:pt x="167640" y="0"/>
                        </a:lnTo>
                        <a:cubicBezTo>
                          <a:pt x="167640" y="0"/>
                          <a:pt x="351282" y="62008"/>
                          <a:pt x="354235" y="95536"/>
                        </a:cubicBezTo>
                        <a:lnTo>
                          <a:pt x="3143" y="105823"/>
                        </a:lnTo>
                        <a:lnTo>
                          <a:pt x="0" y="14002"/>
                        </a:lnTo>
                        <a:lnTo>
                          <a:pt x="12954" y="16573"/>
                        </a:lnTo>
                        <a:cubicBezTo>
                          <a:pt x="65056" y="26860"/>
                          <a:pt x="118967" y="21146"/>
                          <a:pt x="167640" y="0"/>
                        </a:cubicBezTo>
                        <a:close/>
                      </a:path>
                    </a:pathLst>
                  </a:custGeom>
                  <a:solidFill>
                    <a:srgbClr val="E8505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  <p:sp>
                <p:nvSpPr>
                  <p:cNvPr id="195" name="子陵职场PPT3-8"/>
                  <p:cNvSpPr/>
                  <p:nvPr/>
                </p:nvSpPr>
                <p:spPr>
                  <a:xfrm>
                    <a:off x="3258238" y="7762350"/>
                    <a:ext cx="27321" cy="27322"/>
                  </a:xfrm>
                  <a:custGeom>
                    <a:avLst/>
                    <a:gdLst>
                      <a:gd name="connsiteX0" fmla="*/ 9833 w 27321"/>
                      <a:gd name="connsiteY0" fmla="*/ 694 h 27322"/>
                      <a:gd name="connsiteX1" fmla="*/ 404 w 27321"/>
                      <a:gd name="connsiteY1" fmla="*/ 17362 h 27322"/>
                      <a:gd name="connsiteX2" fmla="*/ 16787 w 27321"/>
                      <a:gd name="connsiteY2" fmla="*/ 26887 h 27322"/>
                      <a:gd name="connsiteX3" fmla="*/ 26693 w 27321"/>
                      <a:gd name="connsiteY3" fmla="*/ 9171 h 27322"/>
                      <a:gd name="connsiteX4" fmla="*/ 8500 w 27321"/>
                      <a:gd name="connsiteY4" fmla="*/ 1170 h 273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321" h="27322">
                        <a:moveTo>
                          <a:pt x="9833" y="694"/>
                        </a:moveTo>
                        <a:cubicBezTo>
                          <a:pt x="3071" y="2789"/>
                          <a:pt x="-1406" y="10504"/>
                          <a:pt x="404" y="17362"/>
                        </a:cubicBezTo>
                        <a:cubicBezTo>
                          <a:pt x="2213" y="24220"/>
                          <a:pt x="10024" y="28792"/>
                          <a:pt x="16787" y="26887"/>
                        </a:cubicBezTo>
                        <a:cubicBezTo>
                          <a:pt x="23549" y="24982"/>
                          <a:pt x="29264" y="15743"/>
                          <a:pt x="26693" y="9171"/>
                        </a:cubicBezTo>
                        <a:cubicBezTo>
                          <a:pt x="24121" y="2599"/>
                          <a:pt x="14596" y="-2354"/>
                          <a:pt x="8500" y="1170"/>
                        </a:cubicBezTo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  <p:sp>
                <p:nvSpPr>
                  <p:cNvPr id="196" name="子陵职场PPT3-9"/>
                  <p:cNvSpPr/>
                  <p:nvPr/>
                </p:nvSpPr>
                <p:spPr>
                  <a:xfrm>
                    <a:off x="3230162" y="7810288"/>
                    <a:ext cx="351182" cy="28479"/>
                  </a:xfrm>
                  <a:custGeom>
                    <a:avLst/>
                    <a:gdLst>
                      <a:gd name="connsiteX0" fmla="*/ 0 w 351182"/>
                      <a:gd name="connsiteY0" fmla="*/ 28480 h 28479"/>
                      <a:gd name="connsiteX1" fmla="*/ 95 w 351182"/>
                      <a:gd name="connsiteY1" fmla="*/ 0 h 28479"/>
                      <a:gd name="connsiteX2" fmla="*/ 336709 w 351182"/>
                      <a:gd name="connsiteY2" fmla="*/ 857 h 28479"/>
                      <a:gd name="connsiteX3" fmla="*/ 351092 w 351182"/>
                      <a:gd name="connsiteY3" fmla="*/ 18288 h 28479"/>
                      <a:gd name="connsiteX4" fmla="*/ 0 w 351182"/>
                      <a:gd name="connsiteY4" fmla="*/ 28480 h 284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51182" h="28479">
                        <a:moveTo>
                          <a:pt x="0" y="28480"/>
                        </a:moveTo>
                        <a:lnTo>
                          <a:pt x="95" y="0"/>
                        </a:lnTo>
                        <a:lnTo>
                          <a:pt x="336709" y="857"/>
                        </a:lnTo>
                        <a:cubicBezTo>
                          <a:pt x="336709" y="857"/>
                          <a:pt x="352520" y="7239"/>
                          <a:pt x="351092" y="18288"/>
                        </a:cubicBezTo>
                        <a:lnTo>
                          <a:pt x="0" y="2848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  <p:sp>
                <p:nvSpPr>
                  <p:cNvPr id="197" name="子陵职场PPT3-10"/>
                  <p:cNvSpPr/>
                  <p:nvPr/>
                </p:nvSpPr>
                <p:spPr>
                  <a:xfrm>
                    <a:off x="3368753" y="7729681"/>
                    <a:ext cx="31530" cy="22440"/>
                  </a:xfrm>
                  <a:custGeom>
                    <a:avLst/>
                    <a:gdLst>
                      <a:gd name="connsiteX0" fmla="*/ 31525 w 31530"/>
                      <a:gd name="connsiteY0" fmla="*/ 1455 h 22440"/>
                      <a:gd name="connsiteX1" fmla="*/ 14666 w 31530"/>
                      <a:gd name="connsiteY1" fmla="*/ 9932 h 22440"/>
                      <a:gd name="connsiteX2" fmla="*/ 473 w 31530"/>
                      <a:gd name="connsiteY2" fmla="*/ 22410 h 22440"/>
                      <a:gd name="connsiteX3" fmla="*/ 11237 w 31530"/>
                      <a:gd name="connsiteY3" fmla="*/ 4979 h 22440"/>
                      <a:gd name="connsiteX4" fmla="*/ 31525 w 31530"/>
                      <a:gd name="connsiteY4" fmla="*/ 1455 h 224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1530" h="22440">
                        <a:moveTo>
                          <a:pt x="31525" y="1455"/>
                        </a:moveTo>
                        <a:cubicBezTo>
                          <a:pt x="31525" y="3169"/>
                          <a:pt x="22952" y="4217"/>
                          <a:pt x="14666" y="9932"/>
                        </a:cubicBezTo>
                        <a:cubicBezTo>
                          <a:pt x="6284" y="15456"/>
                          <a:pt x="2093" y="22981"/>
                          <a:pt x="473" y="22410"/>
                        </a:cubicBezTo>
                        <a:cubicBezTo>
                          <a:pt x="-1146" y="22124"/>
                          <a:pt x="1140" y="11837"/>
                          <a:pt x="11237" y="4979"/>
                        </a:cubicBezTo>
                        <a:cubicBezTo>
                          <a:pt x="21428" y="-1879"/>
                          <a:pt x="31811" y="-165"/>
                          <a:pt x="31525" y="1455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  <p:sp>
                <p:nvSpPr>
                  <p:cNvPr id="198" name="子陵职场PPT3-11"/>
                  <p:cNvSpPr/>
                  <p:nvPr/>
                </p:nvSpPr>
                <p:spPr>
                  <a:xfrm>
                    <a:off x="3414962" y="7744602"/>
                    <a:ext cx="22581" cy="27972"/>
                  </a:xfrm>
                  <a:custGeom>
                    <a:avLst/>
                    <a:gdLst>
                      <a:gd name="connsiteX0" fmla="*/ 22559 w 22581"/>
                      <a:gd name="connsiteY0" fmla="*/ 630 h 27972"/>
                      <a:gd name="connsiteX1" fmla="*/ 10081 w 22581"/>
                      <a:gd name="connsiteY1" fmla="*/ 12822 h 27972"/>
                      <a:gd name="connsiteX2" fmla="*/ 1319 w 22581"/>
                      <a:gd name="connsiteY2" fmla="*/ 27967 h 27972"/>
                      <a:gd name="connsiteX3" fmla="*/ 5414 w 22581"/>
                      <a:gd name="connsiteY3" fmla="*/ 9203 h 27972"/>
                      <a:gd name="connsiteX4" fmla="*/ 22559 w 22581"/>
                      <a:gd name="connsiteY4" fmla="*/ 630 h 279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581" h="27972">
                        <a:moveTo>
                          <a:pt x="22559" y="630"/>
                        </a:moveTo>
                        <a:cubicBezTo>
                          <a:pt x="23035" y="2249"/>
                          <a:pt x="15701" y="5393"/>
                          <a:pt x="10081" y="12822"/>
                        </a:cubicBezTo>
                        <a:cubicBezTo>
                          <a:pt x="4271" y="20061"/>
                          <a:pt x="3033" y="27967"/>
                          <a:pt x="1319" y="27967"/>
                        </a:cubicBezTo>
                        <a:cubicBezTo>
                          <a:pt x="-301" y="28253"/>
                          <a:pt x="-1729" y="18251"/>
                          <a:pt x="5414" y="9203"/>
                        </a:cubicBezTo>
                        <a:cubicBezTo>
                          <a:pt x="12368" y="59"/>
                          <a:pt x="22464" y="-989"/>
                          <a:pt x="22559" y="630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  <p:sp>
                <p:nvSpPr>
                  <p:cNvPr id="199" name="子陵职场PPT3-12"/>
                  <p:cNvSpPr/>
                  <p:nvPr/>
                </p:nvSpPr>
                <p:spPr>
                  <a:xfrm>
                    <a:off x="3457444" y="7758762"/>
                    <a:ext cx="15077" cy="30012"/>
                  </a:xfrm>
                  <a:custGeom>
                    <a:avLst/>
                    <a:gdLst>
                      <a:gd name="connsiteX0" fmla="*/ 2270 w 15077"/>
                      <a:gd name="connsiteY0" fmla="*/ 30000 h 30012"/>
                      <a:gd name="connsiteX1" fmla="*/ 2175 w 15077"/>
                      <a:gd name="connsiteY1" fmla="*/ 12379 h 30012"/>
                      <a:gd name="connsiteX2" fmla="*/ 14939 w 15077"/>
                      <a:gd name="connsiteY2" fmla="*/ 282 h 30012"/>
                      <a:gd name="connsiteX3" fmla="*/ 7605 w 15077"/>
                      <a:gd name="connsiteY3" fmla="*/ 14760 h 30012"/>
                      <a:gd name="connsiteX4" fmla="*/ 2270 w 15077"/>
                      <a:gd name="connsiteY4" fmla="*/ 30000 h 300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077" h="30012">
                        <a:moveTo>
                          <a:pt x="2270" y="30000"/>
                        </a:moveTo>
                        <a:cubicBezTo>
                          <a:pt x="747" y="30381"/>
                          <a:pt x="-1920" y="21904"/>
                          <a:pt x="2175" y="12379"/>
                        </a:cubicBezTo>
                        <a:cubicBezTo>
                          <a:pt x="6271" y="2854"/>
                          <a:pt x="14177" y="-1147"/>
                          <a:pt x="14939" y="282"/>
                        </a:cubicBezTo>
                        <a:cubicBezTo>
                          <a:pt x="15986" y="1615"/>
                          <a:pt x="10843" y="6854"/>
                          <a:pt x="7605" y="14760"/>
                        </a:cubicBezTo>
                        <a:cubicBezTo>
                          <a:pt x="4271" y="22475"/>
                          <a:pt x="3985" y="29714"/>
                          <a:pt x="2270" y="30000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</p:grpSp>
            <p:sp>
              <p:nvSpPr>
                <p:cNvPr id="200" name="子陵职场PPT3-13"/>
                <p:cNvSpPr/>
                <p:nvPr/>
              </p:nvSpPr>
              <p:spPr>
                <a:xfrm>
                  <a:off x="3342322" y="7703089"/>
                  <a:ext cx="54050" cy="28470"/>
                </a:xfrm>
                <a:custGeom>
                  <a:avLst/>
                  <a:gdLst>
                    <a:gd name="connsiteX0" fmla="*/ 54051 w 54050"/>
                    <a:gd name="connsiteY0" fmla="*/ 27094 h 28470"/>
                    <a:gd name="connsiteX1" fmla="*/ 36430 w 54050"/>
                    <a:gd name="connsiteY1" fmla="*/ 27475 h 28470"/>
                    <a:gd name="connsiteX2" fmla="*/ 17856 w 54050"/>
                    <a:gd name="connsiteY2" fmla="*/ 22331 h 28470"/>
                    <a:gd name="connsiteX3" fmla="*/ 7569 w 54050"/>
                    <a:gd name="connsiteY3" fmla="*/ 17283 h 28470"/>
                    <a:gd name="connsiteX4" fmla="*/ 2140 w 54050"/>
                    <a:gd name="connsiteY4" fmla="*/ 13283 h 28470"/>
                    <a:gd name="connsiteX5" fmla="*/ 1092 w 54050"/>
                    <a:gd name="connsiteY5" fmla="*/ 4139 h 28470"/>
                    <a:gd name="connsiteX6" fmla="*/ 8521 w 54050"/>
                    <a:gd name="connsiteY6" fmla="*/ 43 h 28470"/>
                    <a:gd name="connsiteX7" fmla="*/ 15189 w 54050"/>
                    <a:gd name="connsiteY7" fmla="*/ 805 h 28470"/>
                    <a:gd name="connsiteX8" fmla="*/ 26238 w 54050"/>
                    <a:gd name="connsiteY8" fmla="*/ 4234 h 28470"/>
                    <a:gd name="connsiteX9" fmla="*/ 42811 w 54050"/>
                    <a:gd name="connsiteY9" fmla="*/ 14426 h 28470"/>
                    <a:gd name="connsiteX10" fmla="*/ 53575 w 54050"/>
                    <a:gd name="connsiteY10" fmla="*/ 28428 h 28470"/>
                    <a:gd name="connsiteX11" fmla="*/ 40240 w 54050"/>
                    <a:gd name="connsiteY11" fmla="*/ 17760 h 28470"/>
                    <a:gd name="connsiteX12" fmla="*/ 24333 w 54050"/>
                    <a:gd name="connsiteY12" fmla="*/ 9378 h 28470"/>
                    <a:gd name="connsiteX13" fmla="*/ 14141 w 54050"/>
                    <a:gd name="connsiteY13" fmla="*/ 6520 h 28470"/>
                    <a:gd name="connsiteX14" fmla="*/ 6331 w 54050"/>
                    <a:gd name="connsiteY14" fmla="*/ 7377 h 28470"/>
                    <a:gd name="connsiteX15" fmla="*/ 6807 w 54050"/>
                    <a:gd name="connsiteY15" fmla="*/ 9378 h 28470"/>
                    <a:gd name="connsiteX16" fmla="*/ 10807 w 54050"/>
                    <a:gd name="connsiteY16" fmla="*/ 12330 h 28470"/>
                    <a:gd name="connsiteX17" fmla="*/ 20237 w 54050"/>
                    <a:gd name="connsiteY17" fmla="*/ 17379 h 28470"/>
                    <a:gd name="connsiteX18" fmla="*/ 37382 w 54050"/>
                    <a:gd name="connsiteY18" fmla="*/ 23379 h 28470"/>
                    <a:gd name="connsiteX19" fmla="*/ 54051 w 54050"/>
                    <a:gd name="connsiteY19" fmla="*/ 27094 h 28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54050" h="28470">
                      <a:moveTo>
                        <a:pt x="54051" y="27094"/>
                      </a:moveTo>
                      <a:cubicBezTo>
                        <a:pt x="54051" y="27761"/>
                        <a:pt x="47383" y="29094"/>
                        <a:pt x="36430" y="27475"/>
                      </a:cubicBezTo>
                      <a:cubicBezTo>
                        <a:pt x="31000" y="26713"/>
                        <a:pt x="24619" y="25094"/>
                        <a:pt x="17856" y="22331"/>
                      </a:cubicBezTo>
                      <a:cubicBezTo>
                        <a:pt x="14522" y="20903"/>
                        <a:pt x="10998" y="19283"/>
                        <a:pt x="7569" y="17283"/>
                      </a:cubicBezTo>
                      <a:cubicBezTo>
                        <a:pt x="5950" y="16331"/>
                        <a:pt x="3949" y="15283"/>
                        <a:pt x="2140" y="13283"/>
                      </a:cubicBezTo>
                      <a:cubicBezTo>
                        <a:pt x="235" y="11568"/>
                        <a:pt x="-1004" y="6996"/>
                        <a:pt x="1092" y="4139"/>
                      </a:cubicBezTo>
                      <a:cubicBezTo>
                        <a:pt x="2806" y="1377"/>
                        <a:pt x="5950" y="138"/>
                        <a:pt x="8521" y="43"/>
                      </a:cubicBezTo>
                      <a:cubicBezTo>
                        <a:pt x="11093" y="-147"/>
                        <a:pt x="13189" y="329"/>
                        <a:pt x="15189" y="805"/>
                      </a:cubicBezTo>
                      <a:cubicBezTo>
                        <a:pt x="19094" y="1662"/>
                        <a:pt x="22809" y="2805"/>
                        <a:pt x="26238" y="4234"/>
                      </a:cubicBezTo>
                      <a:cubicBezTo>
                        <a:pt x="33001" y="7091"/>
                        <a:pt x="38620" y="10806"/>
                        <a:pt x="42811" y="14426"/>
                      </a:cubicBezTo>
                      <a:cubicBezTo>
                        <a:pt x="51193" y="21760"/>
                        <a:pt x="54146" y="28046"/>
                        <a:pt x="53575" y="28428"/>
                      </a:cubicBezTo>
                      <a:cubicBezTo>
                        <a:pt x="52813" y="28999"/>
                        <a:pt x="48717" y="23760"/>
                        <a:pt x="40240" y="17760"/>
                      </a:cubicBezTo>
                      <a:cubicBezTo>
                        <a:pt x="36049" y="14807"/>
                        <a:pt x="30619" y="11759"/>
                        <a:pt x="24333" y="9378"/>
                      </a:cubicBezTo>
                      <a:cubicBezTo>
                        <a:pt x="21190" y="8235"/>
                        <a:pt x="17761" y="7282"/>
                        <a:pt x="14141" y="6520"/>
                      </a:cubicBezTo>
                      <a:cubicBezTo>
                        <a:pt x="10426" y="5663"/>
                        <a:pt x="7188" y="5758"/>
                        <a:pt x="6331" y="7377"/>
                      </a:cubicBezTo>
                      <a:cubicBezTo>
                        <a:pt x="6045" y="8044"/>
                        <a:pt x="5950" y="8235"/>
                        <a:pt x="6807" y="9378"/>
                      </a:cubicBezTo>
                      <a:cubicBezTo>
                        <a:pt x="7664" y="10330"/>
                        <a:pt x="9188" y="11282"/>
                        <a:pt x="10807" y="12330"/>
                      </a:cubicBezTo>
                      <a:cubicBezTo>
                        <a:pt x="13951" y="14235"/>
                        <a:pt x="17189" y="15950"/>
                        <a:pt x="20237" y="17379"/>
                      </a:cubicBezTo>
                      <a:cubicBezTo>
                        <a:pt x="26428" y="20236"/>
                        <a:pt x="32334" y="22141"/>
                        <a:pt x="37382" y="23379"/>
                      </a:cubicBezTo>
                      <a:cubicBezTo>
                        <a:pt x="47479" y="25951"/>
                        <a:pt x="54051" y="26237"/>
                        <a:pt x="54051" y="27094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  <p:sp>
              <p:nvSpPr>
                <p:cNvPr id="201" name="子陵职场PPT3-14"/>
                <p:cNvSpPr/>
                <p:nvPr/>
              </p:nvSpPr>
              <p:spPr>
                <a:xfrm>
                  <a:off x="3388948" y="7676547"/>
                  <a:ext cx="27296" cy="56217"/>
                </a:xfrm>
                <a:custGeom>
                  <a:avLst/>
                  <a:gdLst>
                    <a:gd name="connsiteX0" fmla="*/ 5330 w 27296"/>
                    <a:gd name="connsiteY0" fmla="*/ 56208 h 56217"/>
                    <a:gd name="connsiteX1" fmla="*/ 186 w 27296"/>
                    <a:gd name="connsiteY1" fmla="*/ 39348 h 56217"/>
                    <a:gd name="connsiteX2" fmla="*/ 1996 w 27296"/>
                    <a:gd name="connsiteY2" fmla="*/ 20013 h 56217"/>
                    <a:gd name="connsiteX3" fmla="*/ 6187 w 27296"/>
                    <a:gd name="connsiteY3" fmla="*/ 9249 h 56217"/>
                    <a:gd name="connsiteX4" fmla="*/ 17141 w 27296"/>
                    <a:gd name="connsiteY4" fmla="*/ 10 h 56217"/>
                    <a:gd name="connsiteX5" fmla="*/ 24665 w 27296"/>
                    <a:gd name="connsiteY5" fmla="*/ 4677 h 56217"/>
                    <a:gd name="connsiteX6" fmla="*/ 26666 w 27296"/>
                    <a:gd name="connsiteY6" fmla="*/ 11059 h 56217"/>
                    <a:gd name="connsiteX7" fmla="*/ 27047 w 27296"/>
                    <a:gd name="connsiteY7" fmla="*/ 22870 h 56217"/>
                    <a:gd name="connsiteX8" fmla="*/ 20093 w 27296"/>
                    <a:gd name="connsiteY8" fmla="*/ 41253 h 56217"/>
                    <a:gd name="connsiteX9" fmla="*/ 6282 w 27296"/>
                    <a:gd name="connsiteY9" fmla="*/ 52207 h 56217"/>
                    <a:gd name="connsiteX10" fmla="*/ 16569 w 27296"/>
                    <a:gd name="connsiteY10" fmla="*/ 38967 h 56217"/>
                    <a:gd name="connsiteX11" fmla="*/ 21617 w 27296"/>
                    <a:gd name="connsiteY11" fmla="*/ 22299 h 56217"/>
                    <a:gd name="connsiteX12" fmla="*/ 20951 w 27296"/>
                    <a:gd name="connsiteY12" fmla="*/ 12107 h 56217"/>
                    <a:gd name="connsiteX13" fmla="*/ 17426 w 27296"/>
                    <a:gd name="connsiteY13" fmla="*/ 5820 h 56217"/>
                    <a:gd name="connsiteX14" fmla="*/ 11426 w 27296"/>
                    <a:gd name="connsiteY14" fmla="*/ 11726 h 56217"/>
                    <a:gd name="connsiteX15" fmla="*/ 7330 w 27296"/>
                    <a:gd name="connsiteY15" fmla="*/ 21346 h 56217"/>
                    <a:gd name="connsiteX16" fmla="*/ 4472 w 27296"/>
                    <a:gd name="connsiteY16" fmla="*/ 38967 h 56217"/>
                    <a:gd name="connsiteX17" fmla="*/ 5330 w 27296"/>
                    <a:gd name="connsiteY17" fmla="*/ 56208 h 562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7296" h="56217">
                      <a:moveTo>
                        <a:pt x="5330" y="56208"/>
                      </a:moveTo>
                      <a:cubicBezTo>
                        <a:pt x="4758" y="56493"/>
                        <a:pt x="1139" y="50397"/>
                        <a:pt x="186" y="39348"/>
                      </a:cubicBezTo>
                      <a:cubicBezTo>
                        <a:pt x="-290" y="33824"/>
                        <a:pt x="91" y="27156"/>
                        <a:pt x="1996" y="20013"/>
                      </a:cubicBezTo>
                      <a:cubicBezTo>
                        <a:pt x="2948" y="16488"/>
                        <a:pt x="4377" y="12774"/>
                        <a:pt x="6187" y="9249"/>
                      </a:cubicBezTo>
                      <a:cubicBezTo>
                        <a:pt x="8187" y="5725"/>
                        <a:pt x="10473" y="963"/>
                        <a:pt x="17141" y="10"/>
                      </a:cubicBezTo>
                      <a:cubicBezTo>
                        <a:pt x="20570" y="-180"/>
                        <a:pt x="23618" y="2391"/>
                        <a:pt x="24665" y="4677"/>
                      </a:cubicBezTo>
                      <a:cubicBezTo>
                        <a:pt x="25904" y="7059"/>
                        <a:pt x="26189" y="9059"/>
                        <a:pt x="26666" y="11059"/>
                      </a:cubicBezTo>
                      <a:cubicBezTo>
                        <a:pt x="27428" y="15155"/>
                        <a:pt x="27428" y="19155"/>
                        <a:pt x="27047" y="22870"/>
                      </a:cubicBezTo>
                      <a:cubicBezTo>
                        <a:pt x="26189" y="30395"/>
                        <a:pt x="23237" y="36681"/>
                        <a:pt x="20093" y="41253"/>
                      </a:cubicBezTo>
                      <a:cubicBezTo>
                        <a:pt x="13521" y="50588"/>
                        <a:pt x="6377" y="52779"/>
                        <a:pt x="6282" y="52207"/>
                      </a:cubicBezTo>
                      <a:cubicBezTo>
                        <a:pt x="5711" y="51350"/>
                        <a:pt x="11521" y="47921"/>
                        <a:pt x="16569" y="38967"/>
                      </a:cubicBezTo>
                      <a:cubicBezTo>
                        <a:pt x="19046" y="34586"/>
                        <a:pt x="21141" y="28871"/>
                        <a:pt x="21617" y="22299"/>
                      </a:cubicBezTo>
                      <a:cubicBezTo>
                        <a:pt x="21903" y="19060"/>
                        <a:pt x="21713" y="15631"/>
                        <a:pt x="20951" y="12107"/>
                      </a:cubicBezTo>
                      <a:cubicBezTo>
                        <a:pt x="20284" y="8392"/>
                        <a:pt x="18855" y="5439"/>
                        <a:pt x="17426" y="5820"/>
                      </a:cubicBezTo>
                      <a:cubicBezTo>
                        <a:pt x="15712" y="5820"/>
                        <a:pt x="12759" y="8773"/>
                        <a:pt x="11426" y="11726"/>
                      </a:cubicBezTo>
                      <a:cubicBezTo>
                        <a:pt x="9711" y="14964"/>
                        <a:pt x="8378" y="18203"/>
                        <a:pt x="7330" y="21346"/>
                      </a:cubicBezTo>
                      <a:cubicBezTo>
                        <a:pt x="5330" y="27728"/>
                        <a:pt x="4568" y="33824"/>
                        <a:pt x="4472" y="38967"/>
                      </a:cubicBezTo>
                      <a:cubicBezTo>
                        <a:pt x="4187" y="49540"/>
                        <a:pt x="6187" y="55922"/>
                        <a:pt x="5330" y="56208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</p:grpSp>
        </p:grpSp>
        <p:grpSp>
          <p:nvGrpSpPr>
            <p:cNvPr id="202" name="图形 177"/>
            <p:cNvGrpSpPr/>
            <p:nvPr/>
          </p:nvGrpSpPr>
          <p:grpSpPr>
            <a:xfrm>
              <a:off x="2458637" y="5733743"/>
              <a:ext cx="949928" cy="1976151"/>
              <a:chOff x="2458637" y="5733743"/>
              <a:chExt cx="949928" cy="1976151"/>
            </a:xfrm>
          </p:grpSpPr>
          <p:grpSp>
            <p:nvGrpSpPr>
              <p:cNvPr id="203" name="图形 177"/>
              <p:cNvGrpSpPr/>
              <p:nvPr/>
            </p:nvGrpSpPr>
            <p:grpSpPr>
              <a:xfrm>
                <a:off x="2458637" y="5733743"/>
                <a:ext cx="949928" cy="1976151"/>
                <a:chOff x="2458637" y="5733743"/>
                <a:chExt cx="949928" cy="1976151"/>
              </a:xfrm>
            </p:grpSpPr>
            <p:sp>
              <p:nvSpPr>
                <p:cNvPr id="4" name="子陵职场PPT3-15"/>
                <p:cNvSpPr/>
                <p:nvPr/>
              </p:nvSpPr>
              <p:spPr>
                <a:xfrm>
                  <a:off x="2458637" y="5733743"/>
                  <a:ext cx="949928" cy="1976151"/>
                </a:xfrm>
                <a:custGeom>
                  <a:avLst/>
                  <a:gdLst>
                    <a:gd name="connsiteX0" fmla="*/ 161544 w 949928"/>
                    <a:gd name="connsiteY0" fmla="*/ 0 h 1976151"/>
                    <a:gd name="connsiteX1" fmla="*/ 32004 w 949928"/>
                    <a:gd name="connsiteY1" fmla="*/ 346043 h 1976151"/>
                    <a:gd name="connsiteX2" fmla="*/ 0 w 949928"/>
                    <a:gd name="connsiteY2" fmla="*/ 1923383 h 1976151"/>
                    <a:gd name="connsiteX3" fmla="*/ 204788 w 949928"/>
                    <a:gd name="connsiteY3" fmla="*/ 1972151 h 1976151"/>
                    <a:gd name="connsiteX4" fmla="*/ 360998 w 949928"/>
                    <a:gd name="connsiteY4" fmla="*/ 430625 h 1976151"/>
                    <a:gd name="connsiteX5" fmla="*/ 751523 w 949928"/>
                    <a:gd name="connsiteY5" fmla="*/ 1976152 h 1976151"/>
                    <a:gd name="connsiteX6" fmla="*/ 949928 w 949928"/>
                    <a:gd name="connsiteY6" fmla="*/ 1942719 h 1976151"/>
                    <a:gd name="connsiteX7" fmla="*/ 667417 w 949928"/>
                    <a:gd name="connsiteY7" fmla="*/ 6953 h 1976151"/>
                    <a:gd name="connsiteX8" fmla="*/ 161544 w 949928"/>
                    <a:gd name="connsiteY8" fmla="*/ 0 h 1976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49928" h="1976151">
                      <a:moveTo>
                        <a:pt x="161544" y="0"/>
                      </a:moveTo>
                      <a:cubicBezTo>
                        <a:pt x="161544" y="0"/>
                        <a:pt x="32004" y="216503"/>
                        <a:pt x="32004" y="346043"/>
                      </a:cubicBezTo>
                      <a:lnTo>
                        <a:pt x="0" y="1923383"/>
                      </a:lnTo>
                      <a:lnTo>
                        <a:pt x="204788" y="1972151"/>
                      </a:lnTo>
                      <a:lnTo>
                        <a:pt x="360998" y="430625"/>
                      </a:lnTo>
                      <a:cubicBezTo>
                        <a:pt x="360998" y="430625"/>
                        <a:pt x="739331" y="1976152"/>
                        <a:pt x="751523" y="1976152"/>
                      </a:cubicBezTo>
                      <a:cubicBezTo>
                        <a:pt x="763619" y="1976152"/>
                        <a:pt x="949928" y="1942719"/>
                        <a:pt x="949928" y="1942719"/>
                      </a:cubicBezTo>
                      <a:lnTo>
                        <a:pt x="667417" y="6953"/>
                      </a:lnTo>
                      <a:lnTo>
                        <a:pt x="161544" y="0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  <p:sp>
              <p:nvSpPr>
                <p:cNvPr id="216" name="子陵职场PPT3-16"/>
                <p:cNvSpPr/>
                <p:nvPr/>
              </p:nvSpPr>
              <p:spPr>
                <a:xfrm>
                  <a:off x="2543314" y="6122077"/>
                  <a:ext cx="157482" cy="1536287"/>
                </a:xfrm>
                <a:custGeom>
                  <a:avLst/>
                  <a:gdLst>
                    <a:gd name="connsiteX0" fmla="*/ 157448 w 157482"/>
                    <a:gd name="connsiteY0" fmla="*/ 0 h 1536287"/>
                    <a:gd name="connsiteX1" fmla="*/ 157067 w 157482"/>
                    <a:gd name="connsiteY1" fmla="*/ 4000 h 1536287"/>
                    <a:gd name="connsiteX2" fmla="*/ 155353 w 157482"/>
                    <a:gd name="connsiteY2" fmla="*/ 15621 h 1536287"/>
                    <a:gd name="connsiteX3" fmla="*/ 148304 w 157482"/>
                    <a:gd name="connsiteY3" fmla="*/ 60103 h 1536287"/>
                    <a:gd name="connsiteX4" fmla="*/ 122777 w 157482"/>
                    <a:gd name="connsiteY4" fmla="*/ 223742 h 1536287"/>
                    <a:gd name="connsiteX5" fmla="*/ 54197 w 157482"/>
                    <a:gd name="connsiteY5" fmla="*/ 765620 h 1536287"/>
                    <a:gd name="connsiteX6" fmla="*/ 11525 w 157482"/>
                    <a:gd name="connsiteY6" fmla="*/ 1310259 h 1536287"/>
                    <a:gd name="connsiteX7" fmla="*/ 3334 w 157482"/>
                    <a:gd name="connsiteY7" fmla="*/ 1475613 h 1536287"/>
                    <a:gd name="connsiteX8" fmla="*/ 1238 w 157482"/>
                    <a:gd name="connsiteY8" fmla="*/ 1520571 h 1536287"/>
                    <a:gd name="connsiteX9" fmla="*/ 571 w 157482"/>
                    <a:gd name="connsiteY9" fmla="*/ 1532287 h 1536287"/>
                    <a:gd name="connsiteX10" fmla="*/ 191 w 157482"/>
                    <a:gd name="connsiteY10" fmla="*/ 1536287 h 1536287"/>
                    <a:gd name="connsiteX11" fmla="*/ 0 w 157482"/>
                    <a:gd name="connsiteY11" fmla="*/ 1532287 h 1536287"/>
                    <a:gd name="connsiteX12" fmla="*/ 95 w 157482"/>
                    <a:gd name="connsiteY12" fmla="*/ 1520571 h 1536287"/>
                    <a:gd name="connsiteX13" fmla="*/ 1143 w 157482"/>
                    <a:gd name="connsiteY13" fmla="*/ 1475518 h 1536287"/>
                    <a:gd name="connsiteX14" fmla="*/ 7525 w 157482"/>
                    <a:gd name="connsiteY14" fmla="*/ 1309973 h 1536287"/>
                    <a:gd name="connsiteX15" fmla="*/ 48482 w 157482"/>
                    <a:gd name="connsiteY15" fmla="*/ 764953 h 1536287"/>
                    <a:gd name="connsiteX16" fmla="*/ 118777 w 157482"/>
                    <a:gd name="connsiteY16" fmla="*/ 223075 h 1536287"/>
                    <a:gd name="connsiteX17" fmla="*/ 146113 w 157482"/>
                    <a:gd name="connsiteY17" fmla="*/ 59722 h 1536287"/>
                    <a:gd name="connsiteX18" fmla="*/ 154210 w 157482"/>
                    <a:gd name="connsiteY18" fmla="*/ 15430 h 1536287"/>
                    <a:gd name="connsiteX19" fmla="*/ 156496 w 157482"/>
                    <a:gd name="connsiteY19" fmla="*/ 3905 h 1536287"/>
                    <a:gd name="connsiteX20" fmla="*/ 157448 w 157482"/>
                    <a:gd name="connsiteY20" fmla="*/ 0 h 1536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7482" h="1536287">
                      <a:moveTo>
                        <a:pt x="157448" y="0"/>
                      </a:moveTo>
                      <a:cubicBezTo>
                        <a:pt x="157543" y="0"/>
                        <a:pt x="157448" y="1333"/>
                        <a:pt x="157067" y="4000"/>
                      </a:cubicBezTo>
                      <a:cubicBezTo>
                        <a:pt x="156686" y="6858"/>
                        <a:pt x="156115" y="10763"/>
                        <a:pt x="155353" y="15621"/>
                      </a:cubicBezTo>
                      <a:cubicBezTo>
                        <a:pt x="153734" y="26098"/>
                        <a:pt x="151352" y="41053"/>
                        <a:pt x="148304" y="60103"/>
                      </a:cubicBezTo>
                      <a:cubicBezTo>
                        <a:pt x="141923" y="98679"/>
                        <a:pt x="133160" y="154591"/>
                        <a:pt x="122777" y="223742"/>
                      </a:cubicBezTo>
                      <a:cubicBezTo>
                        <a:pt x="101918" y="361664"/>
                        <a:pt x="76009" y="553117"/>
                        <a:pt x="54197" y="765620"/>
                      </a:cubicBezTo>
                      <a:cubicBezTo>
                        <a:pt x="32480" y="977932"/>
                        <a:pt x="19145" y="1170623"/>
                        <a:pt x="11525" y="1310259"/>
                      </a:cubicBezTo>
                      <a:cubicBezTo>
                        <a:pt x="7715" y="1380077"/>
                        <a:pt x="4953" y="1436561"/>
                        <a:pt x="3334" y="1475613"/>
                      </a:cubicBezTo>
                      <a:cubicBezTo>
                        <a:pt x="2477" y="1494854"/>
                        <a:pt x="1715" y="1509998"/>
                        <a:pt x="1238" y="1520571"/>
                      </a:cubicBezTo>
                      <a:cubicBezTo>
                        <a:pt x="953" y="1525524"/>
                        <a:pt x="762" y="1529334"/>
                        <a:pt x="571" y="1532287"/>
                      </a:cubicBezTo>
                      <a:cubicBezTo>
                        <a:pt x="381" y="1534954"/>
                        <a:pt x="286" y="1536287"/>
                        <a:pt x="191" y="1536287"/>
                      </a:cubicBezTo>
                      <a:cubicBezTo>
                        <a:pt x="95" y="1536287"/>
                        <a:pt x="0" y="1534954"/>
                        <a:pt x="0" y="1532287"/>
                      </a:cubicBezTo>
                      <a:cubicBezTo>
                        <a:pt x="0" y="1529334"/>
                        <a:pt x="95" y="1525524"/>
                        <a:pt x="95" y="1520571"/>
                      </a:cubicBezTo>
                      <a:cubicBezTo>
                        <a:pt x="381" y="1509903"/>
                        <a:pt x="667" y="1494854"/>
                        <a:pt x="1143" y="1475518"/>
                      </a:cubicBezTo>
                      <a:cubicBezTo>
                        <a:pt x="2095" y="1436465"/>
                        <a:pt x="4191" y="1379887"/>
                        <a:pt x="7525" y="1309973"/>
                      </a:cubicBezTo>
                      <a:cubicBezTo>
                        <a:pt x="14097" y="1170241"/>
                        <a:pt x="26860" y="977360"/>
                        <a:pt x="48482" y="764953"/>
                      </a:cubicBezTo>
                      <a:cubicBezTo>
                        <a:pt x="70294" y="552640"/>
                        <a:pt x="96869" y="361188"/>
                        <a:pt x="118777" y="223075"/>
                      </a:cubicBezTo>
                      <a:cubicBezTo>
                        <a:pt x="129731" y="154019"/>
                        <a:pt x="139065" y="98203"/>
                        <a:pt x="146113" y="59722"/>
                      </a:cubicBezTo>
                      <a:cubicBezTo>
                        <a:pt x="149542" y="40767"/>
                        <a:pt x="152305" y="25908"/>
                        <a:pt x="154210" y="15430"/>
                      </a:cubicBezTo>
                      <a:cubicBezTo>
                        <a:pt x="155162" y="10573"/>
                        <a:pt x="155924" y="6763"/>
                        <a:pt x="156496" y="3905"/>
                      </a:cubicBezTo>
                      <a:cubicBezTo>
                        <a:pt x="157067" y="1333"/>
                        <a:pt x="157353" y="0"/>
                        <a:pt x="157448" y="0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  <p:sp>
              <p:nvSpPr>
                <p:cNvPr id="217" name="子陵职场PPT3-17"/>
                <p:cNvSpPr/>
                <p:nvPr/>
              </p:nvSpPr>
              <p:spPr>
                <a:xfrm>
                  <a:off x="3024870" y="6148175"/>
                  <a:ext cx="273614" cy="1547336"/>
                </a:xfrm>
                <a:custGeom>
                  <a:avLst/>
                  <a:gdLst>
                    <a:gd name="connsiteX0" fmla="*/ 28 w 273614"/>
                    <a:gd name="connsiteY0" fmla="*/ 0 h 1547336"/>
                    <a:gd name="connsiteX1" fmla="*/ 139570 w 273614"/>
                    <a:gd name="connsiteY1" fmla="*/ 773145 h 1547336"/>
                    <a:gd name="connsiteX2" fmla="*/ 273586 w 273614"/>
                    <a:gd name="connsiteY2" fmla="*/ 1547337 h 1547336"/>
                    <a:gd name="connsiteX3" fmla="*/ 134045 w 273614"/>
                    <a:gd name="connsiteY3" fmla="*/ 774097 h 1547336"/>
                    <a:gd name="connsiteX4" fmla="*/ 28 w 273614"/>
                    <a:gd name="connsiteY4" fmla="*/ 0 h 1547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614" h="1547336">
                      <a:moveTo>
                        <a:pt x="28" y="0"/>
                      </a:moveTo>
                      <a:cubicBezTo>
                        <a:pt x="1552" y="-286"/>
                        <a:pt x="64036" y="345948"/>
                        <a:pt x="139570" y="773145"/>
                      </a:cubicBezTo>
                      <a:cubicBezTo>
                        <a:pt x="215103" y="1200531"/>
                        <a:pt x="275110" y="1547051"/>
                        <a:pt x="273586" y="1547337"/>
                      </a:cubicBezTo>
                      <a:cubicBezTo>
                        <a:pt x="272062" y="1547622"/>
                        <a:pt x="209578" y="1201484"/>
                        <a:pt x="134045" y="774097"/>
                      </a:cubicBezTo>
                      <a:cubicBezTo>
                        <a:pt x="58512" y="346901"/>
                        <a:pt x="-1496" y="286"/>
                        <a:pt x="28" y="0"/>
                      </a:cubicBez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</p:grpSp>
          <p:sp>
            <p:nvSpPr>
              <p:cNvPr id="218" name="子陵职场PPT3-18"/>
              <p:cNvSpPr/>
              <p:nvPr/>
            </p:nvSpPr>
            <p:spPr>
              <a:xfrm>
                <a:off x="2773910" y="5737358"/>
                <a:ext cx="60536" cy="424443"/>
              </a:xfrm>
              <a:custGeom>
                <a:avLst/>
                <a:gdLst>
                  <a:gd name="connsiteX0" fmla="*/ 38486 w 60536"/>
                  <a:gd name="connsiteY0" fmla="*/ 424438 h 424443"/>
                  <a:gd name="connsiteX1" fmla="*/ 36390 w 60536"/>
                  <a:gd name="connsiteY1" fmla="*/ 420533 h 424443"/>
                  <a:gd name="connsiteX2" fmla="*/ 31151 w 60536"/>
                  <a:gd name="connsiteY2" fmla="*/ 408913 h 424443"/>
                  <a:gd name="connsiteX3" fmla="*/ 16007 w 60536"/>
                  <a:gd name="connsiteY3" fmla="*/ 364431 h 424443"/>
                  <a:gd name="connsiteX4" fmla="*/ 1338 w 60536"/>
                  <a:gd name="connsiteY4" fmla="*/ 210412 h 424443"/>
                  <a:gd name="connsiteX5" fmla="*/ 6767 w 60536"/>
                  <a:gd name="connsiteY5" fmla="*/ 166406 h 424443"/>
                  <a:gd name="connsiteX6" fmla="*/ 16578 w 60536"/>
                  <a:gd name="connsiteY6" fmla="*/ 126306 h 424443"/>
                  <a:gd name="connsiteX7" fmla="*/ 37724 w 60536"/>
                  <a:gd name="connsiteY7" fmla="*/ 59917 h 424443"/>
                  <a:gd name="connsiteX8" fmla="*/ 53726 w 60536"/>
                  <a:gd name="connsiteY8" fmla="*/ 15816 h 424443"/>
                  <a:gd name="connsiteX9" fmla="*/ 58488 w 60536"/>
                  <a:gd name="connsiteY9" fmla="*/ 4005 h 424443"/>
                  <a:gd name="connsiteX10" fmla="*/ 60488 w 60536"/>
                  <a:gd name="connsiteY10" fmla="*/ 4 h 424443"/>
                  <a:gd name="connsiteX11" fmla="*/ 59441 w 60536"/>
                  <a:gd name="connsiteY11" fmla="*/ 4386 h 424443"/>
                  <a:gd name="connsiteX12" fmla="*/ 55631 w 60536"/>
                  <a:gd name="connsiteY12" fmla="*/ 16578 h 424443"/>
                  <a:gd name="connsiteX13" fmla="*/ 41153 w 60536"/>
                  <a:gd name="connsiteY13" fmla="*/ 61155 h 424443"/>
                  <a:gd name="connsiteX14" fmla="*/ 21055 w 60536"/>
                  <a:gd name="connsiteY14" fmla="*/ 127639 h 424443"/>
                  <a:gd name="connsiteX15" fmla="*/ 11720 w 60536"/>
                  <a:gd name="connsiteY15" fmla="*/ 167359 h 424443"/>
                  <a:gd name="connsiteX16" fmla="*/ 6482 w 60536"/>
                  <a:gd name="connsiteY16" fmla="*/ 210888 h 424443"/>
                  <a:gd name="connsiteX17" fmla="*/ 19531 w 60536"/>
                  <a:gd name="connsiteY17" fmla="*/ 363574 h 424443"/>
                  <a:gd name="connsiteX18" fmla="*/ 33152 w 60536"/>
                  <a:gd name="connsiteY18" fmla="*/ 408246 h 424443"/>
                  <a:gd name="connsiteX19" fmla="*/ 38486 w 60536"/>
                  <a:gd name="connsiteY19" fmla="*/ 424438 h 424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0536" h="424443">
                    <a:moveTo>
                      <a:pt x="38486" y="424438"/>
                    </a:moveTo>
                    <a:cubicBezTo>
                      <a:pt x="38295" y="424534"/>
                      <a:pt x="37628" y="423200"/>
                      <a:pt x="36390" y="420533"/>
                    </a:cubicBezTo>
                    <a:cubicBezTo>
                      <a:pt x="35152" y="417866"/>
                      <a:pt x="33342" y="413961"/>
                      <a:pt x="31151" y="408913"/>
                    </a:cubicBezTo>
                    <a:cubicBezTo>
                      <a:pt x="27056" y="398626"/>
                      <a:pt x="21245" y="383576"/>
                      <a:pt x="16007" y="364431"/>
                    </a:cubicBezTo>
                    <a:cubicBezTo>
                      <a:pt x="5243" y="326236"/>
                      <a:pt x="-3424" y="271086"/>
                      <a:pt x="1338" y="210412"/>
                    </a:cubicBezTo>
                    <a:cubicBezTo>
                      <a:pt x="2386" y="195267"/>
                      <a:pt x="4386" y="180598"/>
                      <a:pt x="6767" y="166406"/>
                    </a:cubicBezTo>
                    <a:cubicBezTo>
                      <a:pt x="9339" y="152214"/>
                      <a:pt x="12959" y="138879"/>
                      <a:pt x="16578" y="126306"/>
                    </a:cubicBezTo>
                    <a:cubicBezTo>
                      <a:pt x="23817" y="101065"/>
                      <a:pt x="31247" y="78681"/>
                      <a:pt x="37724" y="59917"/>
                    </a:cubicBezTo>
                    <a:cubicBezTo>
                      <a:pt x="44201" y="41152"/>
                      <a:pt x="49725" y="26198"/>
                      <a:pt x="53726" y="15816"/>
                    </a:cubicBezTo>
                    <a:cubicBezTo>
                      <a:pt x="55631" y="11149"/>
                      <a:pt x="57155" y="7243"/>
                      <a:pt x="58488" y="4005"/>
                    </a:cubicBezTo>
                    <a:cubicBezTo>
                      <a:pt x="59631" y="1338"/>
                      <a:pt x="60298" y="-91"/>
                      <a:pt x="60488" y="4"/>
                    </a:cubicBezTo>
                    <a:cubicBezTo>
                      <a:pt x="60679" y="100"/>
                      <a:pt x="60298" y="1528"/>
                      <a:pt x="59441" y="4386"/>
                    </a:cubicBezTo>
                    <a:cubicBezTo>
                      <a:pt x="58393" y="7720"/>
                      <a:pt x="57155" y="11720"/>
                      <a:pt x="55631" y="16578"/>
                    </a:cubicBezTo>
                    <a:cubicBezTo>
                      <a:pt x="51916" y="27817"/>
                      <a:pt x="47058" y="42867"/>
                      <a:pt x="41153" y="61155"/>
                    </a:cubicBezTo>
                    <a:cubicBezTo>
                      <a:pt x="35152" y="80014"/>
                      <a:pt x="28008" y="102493"/>
                      <a:pt x="21055" y="127639"/>
                    </a:cubicBezTo>
                    <a:cubicBezTo>
                      <a:pt x="17626" y="140212"/>
                      <a:pt x="14102" y="153547"/>
                      <a:pt x="11720" y="167359"/>
                    </a:cubicBezTo>
                    <a:cubicBezTo>
                      <a:pt x="9434" y="181360"/>
                      <a:pt x="7434" y="195934"/>
                      <a:pt x="6482" y="210888"/>
                    </a:cubicBezTo>
                    <a:cubicBezTo>
                      <a:pt x="1814" y="270895"/>
                      <a:pt x="9720" y="325474"/>
                      <a:pt x="19531" y="363574"/>
                    </a:cubicBezTo>
                    <a:cubicBezTo>
                      <a:pt x="24293" y="382719"/>
                      <a:pt x="29627" y="397768"/>
                      <a:pt x="33152" y="408246"/>
                    </a:cubicBezTo>
                    <a:cubicBezTo>
                      <a:pt x="36771" y="418533"/>
                      <a:pt x="38771" y="424343"/>
                      <a:pt x="38486" y="424438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219" name="子陵职场PPT3-19"/>
              <p:cNvSpPr/>
              <p:nvPr/>
            </p:nvSpPr>
            <p:spPr>
              <a:xfrm>
                <a:off x="2870117" y="5894715"/>
                <a:ext cx="166306" cy="189642"/>
              </a:xfrm>
              <a:custGeom>
                <a:avLst/>
                <a:gdLst>
                  <a:gd name="connsiteX0" fmla="*/ 286 w 166306"/>
                  <a:gd name="connsiteY0" fmla="*/ 2191 h 189642"/>
                  <a:gd name="connsiteX1" fmla="*/ 572 w 166306"/>
                  <a:gd name="connsiteY1" fmla="*/ 5239 h 189642"/>
                  <a:gd name="connsiteX2" fmla="*/ 1048 w 166306"/>
                  <a:gd name="connsiteY2" fmla="*/ 13621 h 189642"/>
                  <a:gd name="connsiteX3" fmla="*/ 2381 w 166306"/>
                  <a:gd name="connsiteY3" fmla="*/ 44767 h 189642"/>
                  <a:gd name="connsiteX4" fmla="*/ 6191 w 166306"/>
                  <a:gd name="connsiteY4" fmla="*/ 154496 h 189642"/>
                  <a:gd name="connsiteX5" fmla="*/ 4858 w 166306"/>
                  <a:gd name="connsiteY5" fmla="*/ 152591 h 189642"/>
                  <a:gd name="connsiteX6" fmla="*/ 83629 w 166306"/>
                  <a:gd name="connsiteY6" fmla="*/ 184690 h 189642"/>
                  <a:gd name="connsiteX7" fmla="*/ 81439 w 166306"/>
                  <a:gd name="connsiteY7" fmla="*/ 184880 h 189642"/>
                  <a:gd name="connsiteX8" fmla="*/ 145447 w 166306"/>
                  <a:gd name="connsiteY8" fmla="*/ 145923 h 189642"/>
                  <a:gd name="connsiteX9" fmla="*/ 149638 w 166306"/>
                  <a:gd name="connsiteY9" fmla="*/ 143351 h 189642"/>
                  <a:gd name="connsiteX10" fmla="*/ 148495 w 166306"/>
                  <a:gd name="connsiteY10" fmla="*/ 145256 h 189642"/>
                  <a:gd name="connsiteX11" fmla="*/ 161735 w 166306"/>
                  <a:gd name="connsiteY11" fmla="*/ 2000 h 189642"/>
                  <a:gd name="connsiteX12" fmla="*/ 163925 w 166306"/>
                  <a:gd name="connsiteY12" fmla="*/ 4382 h 189642"/>
                  <a:gd name="connsiteX13" fmla="*/ 46101 w 166306"/>
                  <a:gd name="connsiteY13" fmla="*/ 3239 h 189642"/>
                  <a:gd name="connsiteX14" fmla="*/ 12478 w 166306"/>
                  <a:gd name="connsiteY14" fmla="*/ 2667 h 189642"/>
                  <a:gd name="connsiteX15" fmla="*/ 3429 w 166306"/>
                  <a:gd name="connsiteY15" fmla="*/ 2381 h 189642"/>
                  <a:gd name="connsiteX16" fmla="*/ 286 w 166306"/>
                  <a:gd name="connsiteY16" fmla="*/ 2191 h 189642"/>
                  <a:gd name="connsiteX17" fmla="*/ 11621 w 166306"/>
                  <a:gd name="connsiteY17" fmla="*/ 1715 h 189642"/>
                  <a:gd name="connsiteX18" fmla="*/ 44672 w 166306"/>
                  <a:gd name="connsiteY18" fmla="*/ 1143 h 189642"/>
                  <a:gd name="connsiteX19" fmla="*/ 163925 w 166306"/>
                  <a:gd name="connsiteY19" fmla="*/ 0 h 189642"/>
                  <a:gd name="connsiteX20" fmla="*/ 166307 w 166306"/>
                  <a:gd name="connsiteY20" fmla="*/ 0 h 189642"/>
                  <a:gd name="connsiteX21" fmla="*/ 166116 w 166306"/>
                  <a:gd name="connsiteY21" fmla="*/ 2381 h 189642"/>
                  <a:gd name="connsiteX22" fmla="*/ 153448 w 166306"/>
                  <a:gd name="connsiteY22" fmla="*/ 145637 h 189642"/>
                  <a:gd name="connsiteX23" fmla="*/ 153353 w 166306"/>
                  <a:gd name="connsiteY23" fmla="*/ 146875 h 189642"/>
                  <a:gd name="connsiteX24" fmla="*/ 152305 w 166306"/>
                  <a:gd name="connsiteY24" fmla="*/ 147542 h 189642"/>
                  <a:gd name="connsiteX25" fmla="*/ 148114 w 166306"/>
                  <a:gd name="connsiteY25" fmla="*/ 150114 h 189642"/>
                  <a:gd name="connsiteX26" fmla="*/ 84011 w 166306"/>
                  <a:gd name="connsiteY26" fmla="*/ 188976 h 189642"/>
                  <a:gd name="connsiteX27" fmla="*/ 82963 w 166306"/>
                  <a:gd name="connsiteY27" fmla="*/ 189643 h 189642"/>
                  <a:gd name="connsiteX28" fmla="*/ 81820 w 166306"/>
                  <a:gd name="connsiteY28" fmla="*/ 189167 h 189642"/>
                  <a:gd name="connsiteX29" fmla="*/ 3239 w 166306"/>
                  <a:gd name="connsiteY29" fmla="*/ 156496 h 189642"/>
                  <a:gd name="connsiteX30" fmla="*/ 1905 w 166306"/>
                  <a:gd name="connsiteY30" fmla="*/ 155924 h 189642"/>
                  <a:gd name="connsiteX31" fmla="*/ 1905 w 166306"/>
                  <a:gd name="connsiteY31" fmla="*/ 154591 h 189642"/>
                  <a:gd name="connsiteX32" fmla="*/ 191 w 166306"/>
                  <a:gd name="connsiteY32" fmla="*/ 43434 h 189642"/>
                  <a:gd name="connsiteX33" fmla="*/ 0 w 166306"/>
                  <a:gd name="connsiteY33" fmla="*/ 12764 h 189642"/>
                  <a:gd name="connsiteX34" fmla="*/ 286 w 166306"/>
                  <a:gd name="connsiteY34" fmla="*/ 2191 h 189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66306" h="189642">
                    <a:moveTo>
                      <a:pt x="286" y="2191"/>
                    </a:moveTo>
                    <a:cubicBezTo>
                      <a:pt x="381" y="2286"/>
                      <a:pt x="476" y="3334"/>
                      <a:pt x="572" y="5239"/>
                    </a:cubicBezTo>
                    <a:cubicBezTo>
                      <a:pt x="667" y="7525"/>
                      <a:pt x="857" y="10287"/>
                      <a:pt x="1048" y="13621"/>
                    </a:cubicBezTo>
                    <a:cubicBezTo>
                      <a:pt x="1333" y="21336"/>
                      <a:pt x="1810" y="31814"/>
                      <a:pt x="2381" y="44767"/>
                    </a:cubicBezTo>
                    <a:cubicBezTo>
                      <a:pt x="3334" y="71819"/>
                      <a:pt x="4667" y="109442"/>
                      <a:pt x="6191" y="154496"/>
                    </a:cubicBezTo>
                    <a:lnTo>
                      <a:pt x="4858" y="152591"/>
                    </a:lnTo>
                    <a:cubicBezTo>
                      <a:pt x="28861" y="162401"/>
                      <a:pt x="55435" y="173165"/>
                      <a:pt x="83629" y="184690"/>
                    </a:cubicBezTo>
                    <a:lnTo>
                      <a:pt x="81439" y="184880"/>
                    </a:lnTo>
                    <a:cubicBezTo>
                      <a:pt x="101727" y="172498"/>
                      <a:pt x="123253" y="159449"/>
                      <a:pt x="145447" y="145923"/>
                    </a:cubicBezTo>
                    <a:cubicBezTo>
                      <a:pt x="146876" y="145066"/>
                      <a:pt x="148209" y="144209"/>
                      <a:pt x="149638" y="143351"/>
                    </a:cubicBezTo>
                    <a:lnTo>
                      <a:pt x="148495" y="145256"/>
                    </a:lnTo>
                    <a:cubicBezTo>
                      <a:pt x="153353" y="93154"/>
                      <a:pt x="157829" y="44291"/>
                      <a:pt x="161735" y="2000"/>
                    </a:cubicBezTo>
                    <a:lnTo>
                      <a:pt x="163925" y="4382"/>
                    </a:lnTo>
                    <a:cubicBezTo>
                      <a:pt x="115729" y="3905"/>
                      <a:pt x="75152" y="3524"/>
                      <a:pt x="46101" y="3239"/>
                    </a:cubicBezTo>
                    <a:cubicBezTo>
                      <a:pt x="32099" y="3048"/>
                      <a:pt x="20860" y="2762"/>
                      <a:pt x="12478" y="2667"/>
                    </a:cubicBezTo>
                    <a:cubicBezTo>
                      <a:pt x="8858" y="2572"/>
                      <a:pt x="5905" y="2477"/>
                      <a:pt x="3429" y="2381"/>
                    </a:cubicBezTo>
                    <a:cubicBezTo>
                      <a:pt x="1429" y="2286"/>
                      <a:pt x="381" y="2286"/>
                      <a:pt x="286" y="2191"/>
                    </a:cubicBezTo>
                    <a:cubicBezTo>
                      <a:pt x="95" y="2000"/>
                      <a:pt x="4096" y="1905"/>
                      <a:pt x="11621" y="1715"/>
                    </a:cubicBezTo>
                    <a:cubicBezTo>
                      <a:pt x="19812" y="1619"/>
                      <a:pt x="30956" y="1333"/>
                      <a:pt x="44672" y="1143"/>
                    </a:cubicBezTo>
                    <a:cubicBezTo>
                      <a:pt x="74104" y="857"/>
                      <a:pt x="115157" y="476"/>
                      <a:pt x="163925" y="0"/>
                    </a:cubicBezTo>
                    <a:lnTo>
                      <a:pt x="166307" y="0"/>
                    </a:lnTo>
                    <a:lnTo>
                      <a:pt x="166116" y="2381"/>
                    </a:lnTo>
                    <a:cubicBezTo>
                      <a:pt x="162401" y="44672"/>
                      <a:pt x="158020" y="93536"/>
                      <a:pt x="153448" y="145637"/>
                    </a:cubicBezTo>
                    <a:lnTo>
                      <a:pt x="153353" y="146875"/>
                    </a:lnTo>
                    <a:lnTo>
                      <a:pt x="152305" y="147542"/>
                    </a:lnTo>
                    <a:cubicBezTo>
                      <a:pt x="150971" y="148400"/>
                      <a:pt x="149543" y="149257"/>
                      <a:pt x="148114" y="150114"/>
                    </a:cubicBezTo>
                    <a:cubicBezTo>
                      <a:pt x="125920" y="163544"/>
                      <a:pt x="104299" y="176689"/>
                      <a:pt x="84011" y="188976"/>
                    </a:cubicBezTo>
                    <a:lnTo>
                      <a:pt x="82963" y="189643"/>
                    </a:lnTo>
                    <a:lnTo>
                      <a:pt x="81820" y="189167"/>
                    </a:lnTo>
                    <a:cubicBezTo>
                      <a:pt x="53721" y="177451"/>
                      <a:pt x="27146" y="166497"/>
                      <a:pt x="3239" y="156496"/>
                    </a:cubicBezTo>
                    <a:lnTo>
                      <a:pt x="1905" y="155924"/>
                    </a:lnTo>
                    <a:lnTo>
                      <a:pt x="1905" y="154591"/>
                    </a:lnTo>
                    <a:cubicBezTo>
                      <a:pt x="1238" y="108966"/>
                      <a:pt x="667" y="70866"/>
                      <a:pt x="191" y="43434"/>
                    </a:cubicBezTo>
                    <a:cubicBezTo>
                      <a:pt x="95" y="30671"/>
                      <a:pt x="0" y="20383"/>
                      <a:pt x="0" y="12764"/>
                    </a:cubicBezTo>
                    <a:cubicBezTo>
                      <a:pt x="0" y="5620"/>
                      <a:pt x="95" y="2000"/>
                      <a:pt x="286" y="2191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256" name="子陵职场PPT3-20"/>
              <p:cNvSpPr/>
              <p:nvPr/>
            </p:nvSpPr>
            <p:spPr>
              <a:xfrm>
                <a:off x="2547315" y="5855155"/>
                <a:ext cx="178403" cy="187579"/>
              </a:xfrm>
              <a:custGeom>
                <a:avLst/>
                <a:gdLst>
                  <a:gd name="connsiteX0" fmla="*/ 26670 w 178403"/>
                  <a:gd name="connsiteY0" fmla="*/ 32 h 187579"/>
                  <a:gd name="connsiteX1" fmla="*/ 25336 w 178403"/>
                  <a:gd name="connsiteY1" fmla="*/ 10605 h 187579"/>
                  <a:gd name="connsiteX2" fmla="*/ 20955 w 178403"/>
                  <a:gd name="connsiteY2" fmla="*/ 39465 h 187579"/>
                  <a:gd name="connsiteX3" fmla="*/ 4572 w 178403"/>
                  <a:gd name="connsiteY3" fmla="*/ 140907 h 187579"/>
                  <a:gd name="connsiteX4" fmla="*/ 3715 w 178403"/>
                  <a:gd name="connsiteY4" fmla="*/ 138811 h 187579"/>
                  <a:gd name="connsiteX5" fmla="*/ 63246 w 178403"/>
                  <a:gd name="connsiteY5" fmla="*/ 183007 h 187579"/>
                  <a:gd name="connsiteX6" fmla="*/ 61151 w 178403"/>
                  <a:gd name="connsiteY6" fmla="*/ 182626 h 187579"/>
                  <a:gd name="connsiteX7" fmla="*/ 133541 w 178403"/>
                  <a:gd name="connsiteY7" fmla="*/ 162528 h 187579"/>
                  <a:gd name="connsiteX8" fmla="*/ 137255 w 178403"/>
                  <a:gd name="connsiteY8" fmla="*/ 161481 h 187579"/>
                  <a:gd name="connsiteX9" fmla="*/ 135541 w 178403"/>
                  <a:gd name="connsiteY9" fmla="*/ 163195 h 187579"/>
                  <a:gd name="connsiteX10" fmla="*/ 173641 w 178403"/>
                  <a:gd name="connsiteY10" fmla="*/ 33369 h 187579"/>
                  <a:gd name="connsiteX11" fmla="*/ 175260 w 178403"/>
                  <a:gd name="connsiteY11" fmla="*/ 36132 h 187579"/>
                  <a:gd name="connsiteX12" fmla="*/ 68294 w 178403"/>
                  <a:gd name="connsiteY12" fmla="*/ 10605 h 187579"/>
                  <a:gd name="connsiteX13" fmla="*/ 37814 w 178403"/>
                  <a:gd name="connsiteY13" fmla="*/ 3080 h 187579"/>
                  <a:gd name="connsiteX14" fmla="*/ 26670 w 178403"/>
                  <a:gd name="connsiteY14" fmla="*/ 32 h 187579"/>
                  <a:gd name="connsiteX15" fmla="*/ 37052 w 178403"/>
                  <a:gd name="connsiteY15" fmla="*/ 1937 h 187579"/>
                  <a:gd name="connsiteX16" fmla="*/ 67246 w 178403"/>
                  <a:gd name="connsiteY16" fmla="*/ 8223 h 187579"/>
                  <a:gd name="connsiteX17" fmla="*/ 176117 w 178403"/>
                  <a:gd name="connsiteY17" fmla="*/ 31845 h 187579"/>
                  <a:gd name="connsiteX18" fmla="*/ 178403 w 178403"/>
                  <a:gd name="connsiteY18" fmla="*/ 32322 h 187579"/>
                  <a:gd name="connsiteX19" fmla="*/ 177737 w 178403"/>
                  <a:gd name="connsiteY19" fmla="*/ 34608 h 187579"/>
                  <a:gd name="connsiteX20" fmla="*/ 140208 w 178403"/>
                  <a:gd name="connsiteY20" fmla="*/ 164529 h 187579"/>
                  <a:gd name="connsiteX21" fmla="*/ 139827 w 178403"/>
                  <a:gd name="connsiteY21" fmla="*/ 165862 h 187579"/>
                  <a:gd name="connsiteX22" fmla="*/ 138494 w 178403"/>
                  <a:gd name="connsiteY22" fmla="*/ 166243 h 187579"/>
                  <a:gd name="connsiteX23" fmla="*/ 134779 w 178403"/>
                  <a:gd name="connsiteY23" fmla="*/ 167291 h 187579"/>
                  <a:gd name="connsiteX24" fmla="*/ 62389 w 178403"/>
                  <a:gd name="connsiteY24" fmla="*/ 187293 h 187579"/>
                  <a:gd name="connsiteX25" fmla="*/ 61246 w 178403"/>
                  <a:gd name="connsiteY25" fmla="*/ 187579 h 187579"/>
                  <a:gd name="connsiteX26" fmla="*/ 60293 w 178403"/>
                  <a:gd name="connsiteY26" fmla="*/ 186912 h 187579"/>
                  <a:gd name="connsiteX27" fmla="*/ 1048 w 178403"/>
                  <a:gd name="connsiteY27" fmla="*/ 142335 h 187579"/>
                  <a:gd name="connsiteX28" fmla="*/ 0 w 178403"/>
                  <a:gd name="connsiteY28" fmla="*/ 141573 h 187579"/>
                  <a:gd name="connsiteX29" fmla="*/ 191 w 178403"/>
                  <a:gd name="connsiteY29" fmla="*/ 140335 h 187579"/>
                  <a:gd name="connsiteX30" fmla="*/ 19050 w 178403"/>
                  <a:gd name="connsiteY30" fmla="*/ 37941 h 187579"/>
                  <a:gd name="connsiteX31" fmla="*/ 24479 w 178403"/>
                  <a:gd name="connsiteY31" fmla="*/ 9747 h 187579"/>
                  <a:gd name="connsiteX32" fmla="*/ 26670 w 178403"/>
                  <a:gd name="connsiteY32" fmla="*/ 32 h 187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78403" h="187579">
                    <a:moveTo>
                      <a:pt x="26670" y="32"/>
                    </a:moveTo>
                    <a:cubicBezTo>
                      <a:pt x="26765" y="222"/>
                      <a:pt x="26289" y="3937"/>
                      <a:pt x="25336" y="10605"/>
                    </a:cubicBezTo>
                    <a:cubicBezTo>
                      <a:pt x="24193" y="17844"/>
                      <a:pt x="22765" y="27464"/>
                      <a:pt x="20955" y="39465"/>
                    </a:cubicBezTo>
                    <a:cubicBezTo>
                      <a:pt x="16859" y="64516"/>
                      <a:pt x="11240" y="99282"/>
                      <a:pt x="4572" y="140907"/>
                    </a:cubicBezTo>
                    <a:lnTo>
                      <a:pt x="3715" y="138811"/>
                    </a:lnTo>
                    <a:cubicBezTo>
                      <a:pt x="21907" y="152241"/>
                      <a:pt x="42005" y="167196"/>
                      <a:pt x="63246" y="183007"/>
                    </a:cubicBezTo>
                    <a:lnTo>
                      <a:pt x="61151" y="182626"/>
                    </a:lnTo>
                    <a:cubicBezTo>
                      <a:pt x="83915" y="176244"/>
                      <a:pt x="108299" y="169482"/>
                      <a:pt x="133541" y="162528"/>
                    </a:cubicBezTo>
                    <a:cubicBezTo>
                      <a:pt x="134779" y="162147"/>
                      <a:pt x="136017" y="161862"/>
                      <a:pt x="137255" y="161481"/>
                    </a:cubicBezTo>
                    <a:lnTo>
                      <a:pt x="135541" y="163195"/>
                    </a:lnTo>
                    <a:cubicBezTo>
                      <a:pt x="149352" y="116046"/>
                      <a:pt x="162401" y="71660"/>
                      <a:pt x="173641" y="33369"/>
                    </a:cubicBezTo>
                    <a:lnTo>
                      <a:pt x="175260" y="36132"/>
                    </a:lnTo>
                    <a:cubicBezTo>
                      <a:pt x="131540" y="25749"/>
                      <a:pt x="94869" y="16986"/>
                      <a:pt x="68294" y="10605"/>
                    </a:cubicBezTo>
                    <a:cubicBezTo>
                      <a:pt x="55626" y="7461"/>
                      <a:pt x="45434" y="4985"/>
                      <a:pt x="37814" y="3080"/>
                    </a:cubicBezTo>
                    <a:cubicBezTo>
                      <a:pt x="30670" y="1270"/>
                      <a:pt x="26765" y="222"/>
                      <a:pt x="26670" y="32"/>
                    </a:cubicBezTo>
                    <a:cubicBezTo>
                      <a:pt x="26575" y="-159"/>
                      <a:pt x="30194" y="508"/>
                      <a:pt x="37052" y="1937"/>
                    </a:cubicBezTo>
                    <a:cubicBezTo>
                      <a:pt x="44577" y="3556"/>
                      <a:pt x="54673" y="5652"/>
                      <a:pt x="67246" y="8223"/>
                    </a:cubicBezTo>
                    <a:cubicBezTo>
                      <a:pt x="94202" y="14129"/>
                      <a:pt x="131636" y="22225"/>
                      <a:pt x="176117" y="31845"/>
                    </a:cubicBezTo>
                    <a:lnTo>
                      <a:pt x="178403" y="32322"/>
                    </a:lnTo>
                    <a:lnTo>
                      <a:pt x="177737" y="34608"/>
                    </a:lnTo>
                    <a:cubicBezTo>
                      <a:pt x="166688" y="72898"/>
                      <a:pt x="153829" y="117285"/>
                      <a:pt x="140208" y="164529"/>
                    </a:cubicBezTo>
                    <a:lnTo>
                      <a:pt x="139827" y="165862"/>
                    </a:lnTo>
                    <a:lnTo>
                      <a:pt x="138494" y="166243"/>
                    </a:lnTo>
                    <a:cubicBezTo>
                      <a:pt x="137255" y="166624"/>
                      <a:pt x="136017" y="166910"/>
                      <a:pt x="134779" y="167291"/>
                    </a:cubicBezTo>
                    <a:cubicBezTo>
                      <a:pt x="109538" y="174244"/>
                      <a:pt x="85154" y="181007"/>
                      <a:pt x="62389" y="187293"/>
                    </a:cubicBezTo>
                    <a:lnTo>
                      <a:pt x="61246" y="187579"/>
                    </a:lnTo>
                    <a:lnTo>
                      <a:pt x="60293" y="186912"/>
                    </a:lnTo>
                    <a:cubicBezTo>
                      <a:pt x="39148" y="171006"/>
                      <a:pt x="19145" y="155956"/>
                      <a:pt x="1048" y="142335"/>
                    </a:cubicBezTo>
                    <a:lnTo>
                      <a:pt x="0" y="141573"/>
                    </a:lnTo>
                    <a:lnTo>
                      <a:pt x="191" y="140335"/>
                    </a:lnTo>
                    <a:cubicBezTo>
                      <a:pt x="7906" y="98330"/>
                      <a:pt x="14383" y="63278"/>
                      <a:pt x="19050" y="37941"/>
                    </a:cubicBezTo>
                    <a:cubicBezTo>
                      <a:pt x="21336" y="26226"/>
                      <a:pt x="23146" y="16796"/>
                      <a:pt x="24479" y="9747"/>
                    </a:cubicBezTo>
                    <a:cubicBezTo>
                      <a:pt x="25813" y="3175"/>
                      <a:pt x="26480" y="-159"/>
                      <a:pt x="26670" y="32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257" name="子陵职场PPT3-21"/>
              <p:cNvSpPr/>
              <p:nvPr/>
            </p:nvSpPr>
            <p:spPr>
              <a:xfrm>
                <a:off x="2812203" y="6131066"/>
                <a:ext cx="175358" cy="38314"/>
              </a:xfrm>
              <a:custGeom>
                <a:avLst/>
                <a:gdLst>
                  <a:gd name="connsiteX0" fmla="*/ 175357 w 175358"/>
                  <a:gd name="connsiteY0" fmla="*/ 155 h 38314"/>
                  <a:gd name="connsiteX1" fmla="*/ 88203 w 175358"/>
                  <a:gd name="connsiteY1" fmla="*/ 21586 h 38314"/>
                  <a:gd name="connsiteX2" fmla="*/ 2 w 175358"/>
                  <a:gd name="connsiteY2" fmla="*/ 38160 h 38314"/>
                  <a:gd name="connsiteX3" fmla="*/ 87155 w 175358"/>
                  <a:gd name="connsiteY3" fmla="*/ 16728 h 38314"/>
                  <a:gd name="connsiteX4" fmla="*/ 175357 w 175358"/>
                  <a:gd name="connsiteY4" fmla="*/ 155 h 3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358" h="38314">
                    <a:moveTo>
                      <a:pt x="175357" y="155"/>
                    </a:moveTo>
                    <a:cubicBezTo>
                      <a:pt x="175643" y="1488"/>
                      <a:pt x="136590" y="11109"/>
                      <a:pt x="88203" y="21586"/>
                    </a:cubicBezTo>
                    <a:cubicBezTo>
                      <a:pt x="39816" y="32064"/>
                      <a:pt x="287" y="39493"/>
                      <a:pt x="2" y="38160"/>
                    </a:cubicBezTo>
                    <a:cubicBezTo>
                      <a:pt x="-284" y="36826"/>
                      <a:pt x="38673" y="27206"/>
                      <a:pt x="87155" y="16728"/>
                    </a:cubicBezTo>
                    <a:cubicBezTo>
                      <a:pt x="135638" y="6251"/>
                      <a:pt x="175071" y="-1179"/>
                      <a:pt x="175357" y="155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258" name="子陵职场PPT3-22"/>
              <p:cNvSpPr/>
              <p:nvPr/>
            </p:nvSpPr>
            <p:spPr>
              <a:xfrm>
                <a:off x="2585692" y="6104076"/>
                <a:ext cx="147265" cy="34653"/>
              </a:xfrm>
              <a:custGeom>
                <a:avLst/>
                <a:gdLst>
                  <a:gd name="connsiteX0" fmla="*/ 147264 w 147265"/>
                  <a:gd name="connsiteY0" fmla="*/ 34003 h 34653"/>
                  <a:gd name="connsiteX1" fmla="*/ 124881 w 147265"/>
                  <a:gd name="connsiteY1" fmla="*/ 34003 h 34653"/>
                  <a:gd name="connsiteX2" fmla="*/ 71636 w 147265"/>
                  <a:gd name="connsiteY2" fmla="*/ 25621 h 34653"/>
                  <a:gd name="connsiteX3" fmla="*/ 20106 w 147265"/>
                  <a:gd name="connsiteY3" fmla="*/ 9905 h 34653"/>
                  <a:gd name="connsiteX4" fmla="*/ 8 w 147265"/>
                  <a:gd name="connsiteY4" fmla="*/ 94 h 34653"/>
                  <a:gd name="connsiteX5" fmla="*/ 21249 w 147265"/>
                  <a:gd name="connsiteY5" fmla="*/ 6571 h 34653"/>
                  <a:gd name="connsiteX6" fmla="*/ 72779 w 147265"/>
                  <a:gd name="connsiteY6" fmla="*/ 20763 h 34653"/>
                  <a:gd name="connsiteX7" fmla="*/ 125262 w 147265"/>
                  <a:gd name="connsiteY7" fmla="*/ 30479 h 34653"/>
                  <a:gd name="connsiteX8" fmla="*/ 147264 w 147265"/>
                  <a:gd name="connsiteY8" fmla="*/ 34003 h 34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7265" h="34653">
                    <a:moveTo>
                      <a:pt x="147264" y="34003"/>
                    </a:moveTo>
                    <a:cubicBezTo>
                      <a:pt x="147264" y="34670"/>
                      <a:pt x="138692" y="35051"/>
                      <a:pt x="124881" y="34003"/>
                    </a:cubicBezTo>
                    <a:cubicBezTo>
                      <a:pt x="111069" y="32955"/>
                      <a:pt x="92210" y="30384"/>
                      <a:pt x="71636" y="25621"/>
                    </a:cubicBezTo>
                    <a:cubicBezTo>
                      <a:pt x="51062" y="20954"/>
                      <a:pt x="32869" y="14953"/>
                      <a:pt x="20106" y="9905"/>
                    </a:cubicBezTo>
                    <a:cubicBezTo>
                      <a:pt x="7247" y="4761"/>
                      <a:pt x="-278" y="666"/>
                      <a:pt x="8" y="94"/>
                    </a:cubicBezTo>
                    <a:cubicBezTo>
                      <a:pt x="294" y="-573"/>
                      <a:pt x="8295" y="2380"/>
                      <a:pt x="21249" y="6571"/>
                    </a:cubicBezTo>
                    <a:cubicBezTo>
                      <a:pt x="34298" y="10762"/>
                      <a:pt x="52395" y="16096"/>
                      <a:pt x="72779" y="20763"/>
                    </a:cubicBezTo>
                    <a:cubicBezTo>
                      <a:pt x="93067" y="25431"/>
                      <a:pt x="111736" y="28574"/>
                      <a:pt x="125262" y="30479"/>
                    </a:cubicBezTo>
                    <a:cubicBezTo>
                      <a:pt x="138882" y="32384"/>
                      <a:pt x="147360" y="33241"/>
                      <a:pt x="147264" y="34003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</p:grpSp>
        <p:grpSp>
          <p:nvGrpSpPr>
            <p:cNvPr id="259" name="图形 177"/>
            <p:cNvGrpSpPr/>
            <p:nvPr/>
          </p:nvGrpSpPr>
          <p:grpSpPr>
            <a:xfrm>
              <a:off x="2455001" y="4397038"/>
              <a:ext cx="682824" cy="721727"/>
              <a:chOff x="2455001" y="4397038"/>
              <a:chExt cx="682824" cy="721727"/>
            </a:xfrm>
          </p:grpSpPr>
          <p:sp>
            <p:nvSpPr>
              <p:cNvPr id="260" name="子陵职场PPT3-23"/>
              <p:cNvSpPr/>
              <p:nvPr/>
            </p:nvSpPr>
            <p:spPr>
              <a:xfrm>
                <a:off x="2455001" y="4494826"/>
                <a:ext cx="440993" cy="623939"/>
              </a:xfrm>
              <a:custGeom>
                <a:avLst/>
                <a:gdLst>
                  <a:gd name="connsiteX0" fmla="*/ 255286 w 440993"/>
                  <a:gd name="connsiteY0" fmla="*/ 0 h 623939"/>
                  <a:gd name="connsiteX1" fmla="*/ 217186 w 440993"/>
                  <a:gd name="connsiteY1" fmla="*/ 42577 h 623939"/>
                  <a:gd name="connsiteX2" fmla="*/ 160989 w 440993"/>
                  <a:gd name="connsiteY2" fmla="*/ 69723 h 623939"/>
                  <a:gd name="connsiteX3" fmla="*/ 153464 w 440993"/>
                  <a:gd name="connsiteY3" fmla="*/ 124873 h 623939"/>
                  <a:gd name="connsiteX4" fmla="*/ 69072 w 440993"/>
                  <a:gd name="connsiteY4" fmla="*/ 184309 h 623939"/>
                  <a:gd name="connsiteX5" fmla="*/ 80217 w 440993"/>
                  <a:gd name="connsiteY5" fmla="*/ 255651 h 623939"/>
                  <a:gd name="connsiteX6" fmla="*/ 41926 w 440993"/>
                  <a:gd name="connsiteY6" fmla="*/ 303467 h 623939"/>
                  <a:gd name="connsiteX7" fmla="*/ 10113 w 440993"/>
                  <a:gd name="connsiteY7" fmla="*/ 354521 h 623939"/>
                  <a:gd name="connsiteX8" fmla="*/ 39926 w 440993"/>
                  <a:gd name="connsiteY8" fmla="*/ 419481 h 623939"/>
                  <a:gd name="connsiteX9" fmla="*/ 588 w 440993"/>
                  <a:gd name="connsiteY9" fmla="*/ 477869 h 623939"/>
                  <a:gd name="connsiteX10" fmla="*/ 41164 w 440993"/>
                  <a:gd name="connsiteY10" fmla="*/ 549783 h 623939"/>
                  <a:gd name="connsiteX11" fmla="*/ 58881 w 440993"/>
                  <a:gd name="connsiteY11" fmla="*/ 611505 h 623939"/>
                  <a:gd name="connsiteX12" fmla="*/ 121746 w 440993"/>
                  <a:gd name="connsiteY12" fmla="*/ 620173 h 623939"/>
                  <a:gd name="connsiteX13" fmla="*/ 338535 w 440993"/>
                  <a:gd name="connsiteY13" fmla="*/ 574167 h 623939"/>
                  <a:gd name="connsiteX14" fmla="*/ 358537 w 440993"/>
                  <a:gd name="connsiteY14" fmla="*/ 468916 h 623939"/>
                  <a:gd name="connsiteX15" fmla="*/ 425212 w 440993"/>
                  <a:gd name="connsiteY15" fmla="*/ 379286 h 623939"/>
                  <a:gd name="connsiteX16" fmla="*/ 425593 w 440993"/>
                  <a:gd name="connsiteY16" fmla="*/ 273939 h 623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40993" h="623939">
                    <a:moveTo>
                      <a:pt x="255286" y="0"/>
                    </a:moveTo>
                    <a:cubicBezTo>
                      <a:pt x="262335" y="20383"/>
                      <a:pt x="238141" y="37814"/>
                      <a:pt x="217186" y="42577"/>
                    </a:cubicBezTo>
                    <a:cubicBezTo>
                      <a:pt x="196136" y="47434"/>
                      <a:pt x="170609" y="50387"/>
                      <a:pt x="160989" y="69723"/>
                    </a:cubicBezTo>
                    <a:cubicBezTo>
                      <a:pt x="152607" y="86487"/>
                      <a:pt x="161084" y="107728"/>
                      <a:pt x="153464" y="124873"/>
                    </a:cubicBezTo>
                    <a:cubicBezTo>
                      <a:pt x="138986" y="157448"/>
                      <a:pt x="80502" y="150590"/>
                      <a:pt x="69072" y="184309"/>
                    </a:cubicBezTo>
                    <a:cubicBezTo>
                      <a:pt x="61167" y="207455"/>
                      <a:pt x="82979" y="231362"/>
                      <a:pt x="80217" y="255651"/>
                    </a:cubicBezTo>
                    <a:cubicBezTo>
                      <a:pt x="77835" y="276606"/>
                      <a:pt x="58690" y="290798"/>
                      <a:pt x="41926" y="303467"/>
                    </a:cubicBezTo>
                    <a:cubicBezTo>
                      <a:pt x="25067" y="316135"/>
                      <a:pt x="7446" y="333661"/>
                      <a:pt x="10113" y="354521"/>
                    </a:cubicBezTo>
                    <a:cubicBezTo>
                      <a:pt x="13161" y="378619"/>
                      <a:pt x="42593" y="395383"/>
                      <a:pt x="39926" y="419481"/>
                    </a:cubicBezTo>
                    <a:cubicBezTo>
                      <a:pt x="37259" y="443294"/>
                      <a:pt x="5160" y="454343"/>
                      <a:pt x="588" y="477869"/>
                    </a:cubicBezTo>
                    <a:cubicBezTo>
                      <a:pt x="-4937" y="505682"/>
                      <a:pt x="30020" y="523684"/>
                      <a:pt x="41164" y="549783"/>
                    </a:cubicBezTo>
                    <a:cubicBezTo>
                      <a:pt x="49737" y="569690"/>
                      <a:pt x="44403" y="595408"/>
                      <a:pt x="58881" y="611505"/>
                    </a:cubicBezTo>
                    <a:cubicBezTo>
                      <a:pt x="73740" y="628079"/>
                      <a:pt x="100029" y="624840"/>
                      <a:pt x="121746" y="620173"/>
                    </a:cubicBezTo>
                    <a:cubicBezTo>
                      <a:pt x="194041" y="604838"/>
                      <a:pt x="266335" y="589502"/>
                      <a:pt x="338535" y="574167"/>
                    </a:cubicBezTo>
                    <a:cubicBezTo>
                      <a:pt x="323866" y="539877"/>
                      <a:pt x="337677" y="499777"/>
                      <a:pt x="358537" y="468916"/>
                    </a:cubicBezTo>
                    <a:cubicBezTo>
                      <a:pt x="379397" y="438055"/>
                      <a:pt x="407305" y="411956"/>
                      <a:pt x="425212" y="379286"/>
                    </a:cubicBezTo>
                    <a:cubicBezTo>
                      <a:pt x="443119" y="346615"/>
                      <a:pt x="449025" y="302895"/>
                      <a:pt x="425593" y="273939"/>
                    </a:cubicBezTo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261" name="子陵职场PPT3-24"/>
              <p:cNvSpPr/>
              <p:nvPr/>
            </p:nvSpPr>
            <p:spPr>
              <a:xfrm>
                <a:off x="3047282" y="4613082"/>
                <a:ext cx="45063" cy="110389"/>
              </a:xfrm>
              <a:custGeom>
                <a:avLst/>
                <a:gdLst>
                  <a:gd name="connsiteX0" fmla="*/ 44291 w 45063"/>
                  <a:gd name="connsiteY0" fmla="*/ 55099 h 110389"/>
                  <a:gd name="connsiteX1" fmla="*/ 37148 w 45063"/>
                  <a:gd name="connsiteY1" fmla="*/ 20905 h 110389"/>
                  <a:gd name="connsiteX2" fmla="*/ 28480 w 45063"/>
                  <a:gd name="connsiteY2" fmla="*/ 6808 h 110389"/>
                  <a:gd name="connsiteX3" fmla="*/ 15145 w 45063"/>
                  <a:gd name="connsiteY3" fmla="*/ 11189 h 110389"/>
                  <a:gd name="connsiteX4" fmla="*/ 5620 w 45063"/>
                  <a:gd name="connsiteY4" fmla="*/ 55099 h 110389"/>
                  <a:gd name="connsiteX5" fmla="*/ 15145 w 45063"/>
                  <a:gd name="connsiteY5" fmla="*/ 99010 h 110389"/>
                  <a:gd name="connsiteX6" fmla="*/ 28480 w 45063"/>
                  <a:gd name="connsiteY6" fmla="*/ 103391 h 110389"/>
                  <a:gd name="connsiteX7" fmla="*/ 37148 w 45063"/>
                  <a:gd name="connsiteY7" fmla="*/ 89294 h 110389"/>
                  <a:gd name="connsiteX8" fmla="*/ 44291 w 45063"/>
                  <a:gd name="connsiteY8" fmla="*/ 55099 h 110389"/>
                  <a:gd name="connsiteX9" fmla="*/ 45053 w 45063"/>
                  <a:gd name="connsiteY9" fmla="*/ 64720 h 110389"/>
                  <a:gd name="connsiteX10" fmla="*/ 40957 w 45063"/>
                  <a:gd name="connsiteY10" fmla="*/ 90723 h 110389"/>
                  <a:gd name="connsiteX11" fmla="*/ 31528 w 45063"/>
                  <a:gd name="connsiteY11" fmla="*/ 107106 h 110389"/>
                  <a:gd name="connsiteX12" fmla="*/ 20002 w 45063"/>
                  <a:gd name="connsiteY12" fmla="*/ 109773 h 110389"/>
                  <a:gd name="connsiteX13" fmla="*/ 10858 w 45063"/>
                  <a:gd name="connsiteY13" fmla="*/ 102058 h 110389"/>
                  <a:gd name="connsiteX14" fmla="*/ 0 w 45063"/>
                  <a:gd name="connsiteY14" fmla="*/ 55195 h 110389"/>
                  <a:gd name="connsiteX15" fmla="*/ 10858 w 45063"/>
                  <a:gd name="connsiteY15" fmla="*/ 8332 h 110389"/>
                  <a:gd name="connsiteX16" fmla="*/ 20002 w 45063"/>
                  <a:gd name="connsiteY16" fmla="*/ 616 h 110389"/>
                  <a:gd name="connsiteX17" fmla="*/ 31528 w 45063"/>
                  <a:gd name="connsiteY17" fmla="*/ 3283 h 110389"/>
                  <a:gd name="connsiteX18" fmla="*/ 40957 w 45063"/>
                  <a:gd name="connsiteY18" fmla="*/ 19666 h 110389"/>
                  <a:gd name="connsiteX19" fmla="*/ 45053 w 45063"/>
                  <a:gd name="connsiteY19" fmla="*/ 45670 h 110389"/>
                  <a:gd name="connsiteX20" fmla="*/ 44291 w 45063"/>
                  <a:gd name="connsiteY20" fmla="*/ 55099 h 11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5063" h="110389">
                    <a:moveTo>
                      <a:pt x="44291" y="55099"/>
                    </a:moveTo>
                    <a:cubicBezTo>
                      <a:pt x="43053" y="55290"/>
                      <a:pt x="44196" y="41193"/>
                      <a:pt x="37148" y="20905"/>
                    </a:cubicBezTo>
                    <a:cubicBezTo>
                      <a:pt x="35242" y="16047"/>
                      <a:pt x="32766" y="10427"/>
                      <a:pt x="28480" y="6808"/>
                    </a:cubicBezTo>
                    <a:cubicBezTo>
                      <a:pt x="24194" y="2712"/>
                      <a:pt x="18669" y="5284"/>
                      <a:pt x="15145" y="11189"/>
                    </a:cubicBezTo>
                    <a:cubicBezTo>
                      <a:pt x="8096" y="22714"/>
                      <a:pt x="5715" y="38907"/>
                      <a:pt x="5620" y="55099"/>
                    </a:cubicBezTo>
                    <a:cubicBezTo>
                      <a:pt x="5810" y="71292"/>
                      <a:pt x="8192" y="87484"/>
                      <a:pt x="15145" y="99010"/>
                    </a:cubicBezTo>
                    <a:cubicBezTo>
                      <a:pt x="18669" y="104820"/>
                      <a:pt x="24289" y="107392"/>
                      <a:pt x="28480" y="103391"/>
                    </a:cubicBezTo>
                    <a:cubicBezTo>
                      <a:pt x="32766" y="99772"/>
                      <a:pt x="35242" y="94152"/>
                      <a:pt x="37148" y="89294"/>
                    </a:cubicBezTo>
                    <a:cubicBezTo>
                      <a:pt x="44196" y="69006"/>
                      <a:pt x="43053" y="54909"/>
                      <a:pt x="44291" y="55099"/>
                    </a:cubicBezTo>
                    <a:cubicBezTo>
                      <a:pt x="44577" y="55099"/>
                      <a:pt x="45148" y="58528"/>
                      <a:pt x="45053" y="64720"/>
                    </a:cubicBezTo>
                    <a:cubicBezTo>
                      <a:pt x="44863" y="70911"/>
                      <a:pt x="44386" y="79960"/>
                      <a:pt x="40957" y="90723"/>
                    </a:cubicBezTo>
                    <a:cubicBezTo>
                      <a:pt x="39052" y="95962"/>
                      <a:pt x="36957" y="102058"/>
                      <a:pt x="31528" y="107106"/>
                    </a:cubicBezTo>
                    <a:cubicBezTo>
                      <a:pt x="28861" y="109582"/>
                      <a:pt x="24194" y="111392"/>
                      <a:pt x="20002" y="109773"/>
                    </a:cubicBezTo>
                    <a:cubicBezTo>
                      <a:pt x="15811" y="108344"/>
                      <a:pt x="13049" y="105201"/>
                      <a:pt x="10858" y="102058"/>
                    </a:cubicBezTo>
                    <a:cubicBezTo>
                      <a:pt x="2572" y="88818"/>
                      <a:pt x="286" y="72149"/>
                      <a:pt x="0" y="55195"/>
                    </a:cubicBezTo>
                    <a:cubicBezTo>
                      <a:pt x="286" y="38240"/>
                      <a:pt x="2572" y="21667"/>
                      <a:pt x="10858" y="8332"/>
                    </a:cubicBezTo>
                    <a:cubicBezTo>
                      <a:pt x="13049" y="5188"/>
                      <a:pt x="15907" y="2045"/>
                      <a:pt x="20002" y="616"/>
                    </a:cubicBezTo>
                    <a:cubicBezTo>
                      <a:pt x="24194" y="-1003"/>
                      <a:pt x="28861" y="807"/>
                      <a:pt x="31528" y="3283"/>
                    </a:cubicBezTo>
                    <a:cubicBezTo>
                      <a:pt x="36957" y="8332"/>
                      <a:pt x="39148" y="14332"/>
                      <a:pt x="40957" y="19666"/>
                    </a:cubicBezTo>
                    <a:cubicBezTo>
                      <a:pt x="44291" y="30430"/>
                      <a:pt x="44863" y="39478"/>
                      <a:pt x="45053" y="45670"/>
                    </a:cubicBezTo>
                    <a:cubicBezTo>
                      <a:pt x="45148" y="51670"/>
                      <a:pt x="44577" y="55099"/>
                      <a:pt x="44291" y="55099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grpSp>
            <p:nvGrpSpPr>
              <p:cNvPr id="262" name="图形 177"/>
              <p:cNvGrpSpPr/>
              <p:nvPr/>
            </p:nvGrpSpPr>
            <p:grpSpPr>
              <a:xfrm>
                <a:off x="2672345" y="4397038"/>
                <a:ext cx="465480" cy="705915"/>
                <a:chOff x="2672345" y="4397038"/>
                <a:chExt cx="465480" cy="705915"/>
              </a:xfrm>
            </p:grpSpPr>
            <p:sp>
              <p:nvSpPr>
                <p:cNvPr id="263" name="子陵职场PPT3-25"/>
                <p:cNvSpPr/>
                <p:nvPr/>
              </p:nvSpPr>
              <p:spPr>
                <a:xfrm>
                  <a:off x="2672345" y="4433032"/>
                  <a:ext cx="180912" cy="434792"/>
                </a:xfrm>
                <a:custGeom>
                  <a:avLst/>
                  <a:gdLst>
                    <a:gd name="connsiteX0" fmla="*/ 65470 w 180912"/>
                    <a:gd name="connsiteY0" fmla="*/ 434793 h 434792"/>
                    <a:gd name="connsiteX1" fmla="*/ 5081 w 180912"/>
                    <a:gd name="connsiteY1" fmla="*/ 203812 h 434792"/>
                    <a:gd name="connsiteX2" fmla="*/ 17464 w 180912"/>
                    <a:gd name="connsiteY2" fmla="*/ 94179 h 434792"/>
                    <a:gd name="connsiteX3" fmla="*/ 78233 w 180912"/>
                    <a:gd name="connsiteY3" fmla="*/ 14359 h 434792"/>
                    <a:gd name="connsiteX4" fmla="*/ 180913 w 180912"/>
                    <a:gd name="connsiteY4" fmla="*/ 15502 h 4347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0912" h="434792">
                      <a:moveTo>
                        <a:pt x="65470" y="434793"/>
                      </a:moveTo>
                      <a:cubicBezTo>
                        <a:pt x="26227" y="368499"/>
                        <a:pt x="14987" y="280202"/>
                        <a:pt x="5081" y="203812"/>
                      </a:cubicBezTo>
                      <a:cubicBezTo>
                        <a:pt x="414" y="167902"/>
                        <a:pt x="-7778" y="116658"/>
                        <a:pt x="17464" y="94179"/>
                      </a:cubicBezTo>
                      <a:cubicBezTo>
                        <a:pt x="44515" y="70081"/>
                        <a:pt x="47182" y="32933"/>
                        <a:pt x="78233" y="14359"/>
                      </a:cubicBezTo>
                      <a:cubicBezTo>
                        <a:pt x="109380" y="-4214"/>
                        <a:pt x="151576" y="-5738"/>
                        <a:pt x="180913" y="15502"/>
                      </a:cubicBezTo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  <p:grpSp>
              <p:nvGrpSpPr>
                <p:cNvPr id="264" name="图形 177"/>
                <p:cNvGrpSpPr/>
                <p:nvPr/>
              </p:nvGrpSpPr>
              <p:grpSpPr>
                <a:xfrm>
                  <a:off x="2713329" y="4397038"/>
                  <a:ext cx="424496" cy="705915"/>
                  <a:chOff x="2713329" y="4397038"/>
                  <a:chExt cx="424496" cy="705916"/>
                </a:xfrm>
              </p:grpSpPr>
              <p:grpSp>
                <p:nvGrpSpPr>
                  <p:cNvPr id="265" name="图形 177"/>
                  <p:cNvGrpSpPr/>
                  <p:nvPr/>
                </p:nvGrpSpPr>
                <p:grpSpPr>
                  <a:xfrm>
                    <a:off x="2713329" y="4397038"/>
                    <a:ext cx="424496" cy="705916"/>
                    <a:chOff x="2713329" y="4397038"/>
                    <a:chExt cx="424496" cy="705916"/>
                  </a:xfrm>
                </p:grpSpPr>
                <p:sp>
                  <p:nvSpPr>
                    <p:cNvPr id="266" name="子陵职场PPT3-26"/>
                    <p:cNvSpPr/>
                    <p:nvPr/>
                  </p:nvSpPr>
                  <p:spPr>
                    <a:xfrm>
                      <a:off x="2758484" y="4469780"/>
                      <a:ext cx="306232" cy="633174"/>
                    </a:xfrm>
                    <a:custGeom>
                      <a:avLst/>
                      <a:gdLst>
                        <a:gd name="connsiteX0" fmla="*/ 88011 w 306232"/>
                        <a:gd name="connsiteY0" fmla="*/ 632837 h 633174"/>
                        <a:gd name="connsiteX1" fmla="*/ 88011 w 306232"/>
                        <a:gd name="connsiteY1" fmla="*/ 632837 h 633174"/>
                        <a:gd name="connsiteX2" fmla="*/ 202692 w 306232"/>
                        <a:gd name="connsiteY2" fmla="*/ 531205 h 633174"/>
                        <a:gd name="connsiteX3" fmla="*/ 207169 w 306232"/>
                        <a:gd name="connsiteY3" fmla="*/ 414809 h 633174"/>
                        <a:gd name="connsiteX4" fmla="*/ 301562 w 306232"/>
                        <a:gd name="connsiteY4" fmla="*/ 320036 h 633174"/>
                        <a:gd name="connsiteX5" fmla="*/ 305848 w 306232"/>
                        <a:gd name="connsiteY5" fmla="*/ 32762 h 633174"/>
                        <a:gd name="connsiteX6" fmla="*/ 305848 w 306232"/>
                        <a:gd name="connsiteY6" fmla="*/ 32762 h 633174"/>
                        <a:gd name="connsiteX7" fmla="*/ 0 w 306232"/>
                        <a:gd name="connsiteY7" fmla="*/ 51526 h 633174"/>
                        <a:gd name="connsiteX8" fmla="*/ 4477 w 306232"/>
                        <a:gd name="connsiteY8" fmla="*/ 357088 h 633174"/>
                        <a:gd name="connsiteX9" fmla="*/ 4001 w 306232"/>
                        <a:gd name="connsiteY9" fmla="*/ 521489 h 633174"/>
                        <a:gd name="connsiteX10" fmla="*/ 88011 w 306232"/>
                        <a:gd name="connsiteY10" fmla="*/ 632837 h 6331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06232" h="633174">
                          <a:moveTo>
                            <a:pt x="88011" y="632837"/>
                          </a:moveTo>
                          <a:lnTo>
                            <a:pt x="88011" y="632837"/>
                          </a:lnTo>
                          <a:cubicBezTo>
                            <a:pt x="148114" y="637599"/>
                            <a:pt x="200216" y="591498"/>
                            <a:pt x="202692" y="531205"/>
                          </a:cubicBezTo>
                          <a:cubicBezTo>
                            <a:pt x="205073" y="473293"/>
                            <a:pt x="207169" y="414809"/>
                            <a:pt x="207169" y="414809"/>
                          </a:cubicBezTo>
                          <a:cubicBezTo>
                            <a:pt x="207169" y="414809"/>
                            <a:pt x="294894" y="406808"/>
                            <a:pt x="301562" y="320036"/>
                          </a:cubicBezTo>
                          <a:cubicBezTo>
                            <a:pt x="308134" y="233263"/>
                            <a:pt x="305848" y="32762"/>
                            <a:pt x="305848" y="32762"/>
                          </a:cubicBezTo>
                          <a:lnTo>
                            <a:pt x="305848" y="32762"/>
                          </a:lnTo>
                          <a:cubicBezTo>
                            <a:pt x="208026" y="-16864"/>
                            <a:pt x="91059" y="-9720"/>
                            <a:pt x="0" y="51526"/>
                          </a:cubicBezTo>
                          <a:lnTo>
                            <a:pt x="4477" y="357088"/>
                          </a:lnTo>
                          <a:lnTo>
                            <a:pt x="4001" y="521489"/>
                          </a:lnTo>
                          <a:cubicBezTo>
                            <a:pt x="4572" y="576639"/>
                            <a:pt x="33052" y="628455"/>
                            <a:pt x="88011" y="632837"/>
                          </a:cubicBezTo>
                          <a:close/>
                        </a:path>
                      </a:pathLst>
                    </a:custGeom>
                    <a:solidFill>
                      <a:srgbClr val="FACFBA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 dirty="0">
                        <a:latin typeface="HarmonyOS Sans SC" panose="00000500000000000000" charset="-122"/>
                        <a:ea typeface="HarmonyOS Sans SC" panose="00000500000000000000" charset="-122"/>
                        <a:cs typeface="HarmonyOS Sans SC" panose="00000500000000000000" charset="-122"/>
                      </a:endParaRPr>
                    </a:p>
                  </p:txBody>
                </p:sp>
                <p:sp>
                  <p:nvSpPr>
                    <p:cNvPr id="267" name="子陵职场PPT3-27"/>
                    <p:cNvSpPr/>
                    <p:nvPr/>
                  </p:nvSpPr>
                  <p:spPr>
                    <a:xfrm>
                      <a:off x="2713329" y="4397038"/>
                      <a:ext cx="424496" cy="498594"/>
                    </a:xfrm>
                    <a:custGeom>
                      <a:avLst/>
                      <a:gdLst>
                        <a:gd name="connsiteX0" fmla="*/ 260515 w 424496"/>
                        <a:gd name="connsiteY0" fmla="*/ 286478 h 498594"/>
                        <a:gd name="connsiteX1" fmla="*/ 201270 w 424496"/>
                        <a:gd name="connsiteY1" fmla="*/ 273334 h 498594"/>
                        <a:gd name="connsiteX2" fmla="*/ 184315 w 424496"/>
                        <a:gd name="connsiteY2" fmla="*/ 336389 h 498594"/>
                        <a:gd name="connsiteX3" fmla="*/ 226797 w 424496"/>
                        <a:gd name="connsiteY3" fmla="*/ 368679 h 498594"/>
                        <a:gd name="connsiteX4" fmla="*/ 252800 w 424496"/>
                        <a:gd name="connsiteY4" fmla="*/ 404683 h 498594"/>
                        <a:gd name="connsiteX5" fmla="*/ 197555 w 424496"/>
                        <a:gd name="connsiteY5" fmla="*/ 452499 h 498594"/>
                        <a:gd name="connsiteX6" fmla="*/ 78492 w 424496"/>
                        <a:gd name="connsiteY6" fmla="*/ 496504 h 498594"/>
                        <a:gd name="connsiteX7" fmla="*/ 24581 w 424496"/>
                        <a:gd name="connsiteY7" fmla="*/ 470692 h 498594"/>
                        <a:gd name="connsiteX8" fmla="*/ 3626 w 424496"/>
                        <a:gd name="connsiteY8" fmla="*/ 400111 h 498594"/>
                        <a:gd name="connsiteX9" fmla="*/ 197 w 424496"/>
                        <a:gd name="connsiteY9" fmla="*/ 208087 h 498594"/>
                        <a:gd name="connsiteX10" fmla="*/ 4769 w 424496"/>
                        <a:gd name="connsiteY10" fmla="*/ 139222 h 498594"/>
                        <a:gd name="connsiteX11" fmla="*/ 41249 w 424496"/>
                        <a:gd name="connsiteY11" fmla="*/ 82357 h 498594"/>
                        <a:gd name="connsiteX12" fmla="*/ 113258 w 424496"/>
                        <a:gd name="connsiteY12" fmla="*/ 59688 h 498594"/>
                        <a:gd name="connsiteX13" fmla="*/ 197174 w 424496"/>
                        <a:gd name="connsiteY13" fmla="*/ 15873 h 498594"/>
                        <a:gd name="connsiteX14" fmla="*/ 288042 w 424496"/>
                        <a:gd name="connsiteY14" fmla="*/ 7300 h 498594"/>
                        <a:gd name="connsiteX15" fmla="*/ 341478 w 424496"/>
                        <a:gd name="connsiteY15" fmla="*/ 49115 h 498594"/>
                        <a:gd name="connsiteX16" fmla="*/ 421202 w 424496"/>
                        <a:gd name="connsiteY16" fmla="*/ 102931 h 498594"/>
                        <a:gd name="connsiteX17" fmla="*/ 420630 w 424496"/>
                        <a:gd name="connsiteY17" fmla="*/ 147032 h 498594"/>
                        <a:gd name="connsiteX18" fmla="*/ 281756 w 424496"/>
                        <a:gd name="connsiteY18" fmla="*/ 201134 h 498594"/>
                        <a:gd name="connsiteX19" fmla="*/ 279946 w 424496"/>
                        <a:gd name="connsiteY19" fmla="*/ 261904 h 498594"/>
                        <a:gd name="connsiteX20" fmla="*/ 260515 w 424496"/>
                        <a:gd name="connsiteY20" fmla="*/ 286478 h 4985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424496" h="498594">
                          <a:moveTo>
                            <a:pt x="260515" y="286478"/>
                          </a:moveTo>
                          <a:cubicBezTo>
                            <a:pt x="245561" y="267904"/>
                            <a:pt x="221272" y="260380"/>
                            <a:pt x="201270" y="273334"/>
                          </a:cubicBezTo>
                          <a:cubicBezTo>
                            <a:pt x="181267" y="286288"/>
                            <a:pt x="173456" y="315148"/>
                            <a:pt x="184315" y="336389"/>
                          </a:cubicBezTo>
                          <a:cubicBezTo>
                            <a:pt x="191935" y="351343"/>
                            <a:pt x="209366" y="365059"/>
                            <a:pt x="226797" y="368679"/>
                          </a:cubicBezTo>
                          <a:cubicBezTo>
                            <a:pt x="243179" y="372203"/>
                            <a:pt x="254800" y="388015"/>
                            <a:pt x="252800" y="404683"/>
                          </a:cubicBezTo>
                          <a:cubicBezTo>
                            <a:pt x="250228" y="426496"/>
                            <a:pt x="213938" y="434592"/>
                            <a:pt x="197555" y="452499"/>
                          </a:cubicBezTo>
                          <a:cubicBezTo>
                            <a:pt x="172028" y="480502"/>
                            <a:pt x="116116" y="492218"/>
                            <a:pt x="78492" y="496504"/>
                          </a:cubicBezTo>
                          <a:cubicBezTo>
                            <a:pt x="41535" y="500791"/>
                            <a:pt x="45917" y="501172"/>
                            <a:pt x="24581" y="470692"/>
                          </a:cubicBezTo>
                          <a:cubicBezTo>
                            <a:pt x="8960" y="448498"/>
                            <a:pt x="4102" y="427258"/>
                            <a:pt x="3626" y="400111"/>
                          </a:cubicBezTo>
                          <a:cubicBezTo>
                            <a:pt x="2483" y="336103"/>
                            <a:pt x="1340" y="272095"/>
                            <a:pt x="197" y="208087"/>
                          </a:cubicBezTo>
                          <a:cubicBezTo>
                            <a:pt x="-184" y="185037"/>
                            <a:pt x="-565" y="161605"/>
                            <a:pt x="4769" y="139222"/>
                          </a:cubicBezTo>
                          <a:cubicBezTo>
                            <a:pt x="10103" y="116743"/>
                            <a:pt x="22009" y="94930"/>
                            <a:pt x="41249" y="82357"/>
                          </a:cubicBezTo>
                          <a:cubicBezTo>
                            <a:pt x="62395" y="68546"/>
                            <a:pt x="89160" y="67403"/>
                            <a:pt x="113258" y="59688"/>
                          </a:cubicBezTo>
                          <a:cubicBezTo>
                            <a:pt x="143358" y="50068"/>
                            <a:pt x="168980" y="30160"/>
                            <a:pt x="197174" y="15873"/>
                          </a:cubicBezTo>
                          <a:cubicBezTo>
                            <a:pt x="225368" y="1585"/>
                            <a:pt x="259848" y="-6892"/>
                            <a:pt x="288042" y="7300"/>
                          </a:cubicBezTo>
                          <a:cubicBezTo>
                            <a:pt x="308331" y="17492"/>
                            <a:pt x="321856" y="37780"/>
                            <a:pt x="341478" y="49115"/>
                          </a:cubicBezTo>
                          <a:cubicBezTo>
                            <a:pt x="369481" y="65117"/>
                            <a:pt x="407772" y="61688"/>
                            <a:pt x="421202" y="102931"/>
                          </a:cubicBezTo>
                          <a:cubicBezTo>
                            <a:pt x="425869" y="117219"/>
                            <a:pt x="425488" y="132840"/>
                            <a:pt x="420630" y="147032"/>
                          </a:cubicBezTo>
                          <a:cubicBezTo>
                            <a:pt x="401390" y="203134"/>
                            <a:pt x="331762" y="225613"/>
                            <a:pt x="281756" y="201134"/>
                          </a:cubicBezTo>
                          <a:cubicBezTo>
                            <a:pt x="280708" y="210659"/>
                            <a:pt x="290043" y="231805"/>
                            <a:pt x="279946" y="261904"/>
                          </a:cubicBezTo>
                          <a:cubicBezTo>
                            <a:pt x="276708" y="271619"/>
                            <a:pt x="275564" y="286288"/>
                            <a:pt x="260515" y="286478"/>
                          </a:cubicBezTo>
                        </a:path>
                      </a:pathLst>
                    </a:custGeom>
                    <a:solidFill>
                      <a:srgbClr val="263238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 dirty="0">
                        <a:latin typeface="HarmonyOS Sans SC" panose="00000500000000000000" charset="-122"/>
                        <a:ea typeface="HarmonyOS Sans SC" panose="00000500000000000000" charset="-122"/>
                        <a:cs typeface="HarmonyOS Sans SC" panose="00000500000000000000" charset="-122"/>
                      </a:endParaRPr>
                    </a:p>
                  </p:txBody>
                </p:sp>
              </p:grpSp>
              <p:sp>
                <p:nvSpPr>
                  <p:cNvPr id="268" name="子陵职场PPT3-28"/>
                  <p:cNvSpPr/>
                  <p:nvPr/>
                </p:nvSpPr>
                <p:spPr>
                  <a:xfrm>
                    <a:off x="2924753" y="4695450"/>
                    <a:ext cx="33870" cy="50789"/>
                  </a:xfrm>
                  <a:custGeom>
                    <a:avLst/>
                    <a:gdLst>
                      <a:gd name="connsiteX0" fmla="*/ 33470 w 33870"/>
                      <a:gd name="connsiteY0" fmla="*/ 42263 h 50789"/>
                      <a:gd name="connsiteX1" fmla="*/ 32232 w 33870"/>
                      <a:gd name="connsiteY1" fmla="*/ 45978 h 50789"/>
                      <a:gd name="connsiteX2" fmla="*/ 22516 w 33870"/>
                      <a:gd name="connsiteY2" fmla="*/ 50741 h 50789"/>
                      <a:gd name="connsiteX3" fmla="*/ 37 w 33870"/>
                      <a:gd name="connsiteY3" fmla="*/ 26738 h 50789"/>
                      <a:gd name="connsiteX4" fmla="*/ 6514 w 33870"/>
                      <a:gd name="connsiteY4" fmla="*/ 8354 h 50789"/>
                      <a:gd name="connsiteX5" fmla="*/ 20135 w 33870"/>
                      <a:gd name="connsiteY5" fmla="*/ 544 h 50789"/>
                      <a:gd name="connsiteX6" fmla="*/ 33851 w 33870"/>
                      <a:gd name="connsiteY6" fmla="*/ 2544 h 50789"/>
                      <a:gd name="connsiteX7" fmla="*/ 21373 w 33870"/>
                      <a:gd name="connsiteY7" fmla="*/ 4735 h 50789"/>
                      <a:gd name="connsiteX8" fmla="*/ 6324 w 33870"/>
                      <a:gd name="connsiteY8" fmla="*/ 26357 h 50789"/>
                      <a:gd name="connsiteX9" fmla="*/ 22611 w 33870"/>
                      <a:gd name="connsiteY9" fmla="*/ 46264 h 50789"/>
                      <a:gd name="connsiteX10" fmla="*/ 33470 w 33870"/>
                      <a:gd name="connsiteY10" fmla="*/ 42263 h 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3870" h="50789">
                        <a:moveTo>
                          <a:pt x="33470" y="42263"/>
                        </a:moveTo>
                        <a:cubicBezTo>
                          <a:pt x="33851" y="42359"/>
                          <a:pt x="33851" y="43883"/>
                          <a:pt x="32232" y="45978"/>
                        </a:cubicBezTo>
                        <a:cubicBezTo>
                          <a:pt x="30708" y="47978"/>
                          <a:pt x="27469" y="50550"/>
                          <a:pt x="22516" y="50741"/>
                        </a:cubicBezTo>
                        <a:cubicBezTo>
                          <a:pt x="12801" y="51598"/>
                          <a:pt x="418" y="41120"/>
                          <a:pt x="37" y="26738"/>
                        </a:cubicBezTo>
                        <a:cubicBezTo>
                          <a:pt x="-344" y="19689"/>
                          <a:pt x="2228" y="12831"/>
                          <a:pt x="6514" y="8354"/>
                        </a:cubicBezTo>
                        <a:cubicBezTo>
                          <a:pt x="10705" y="3878"/>
                          <a:pt x="15753" y="1496"/>
                          <a:pt x="20135" y="544"/>
                        </a:cubicBezTo>
                        <a:cubicBezTo>
                          <a:pt x="29088" y="-1266"/>
                          <a:pt x="34232" y="1973"/>
                          <a:pt x="33851" y="2544"/>
                        </a:cubicBezTo>
                        <a:cubicBezTo>
                          <a:pt x="33660" y="3497"/>
                          <a:pt x="28517" y="2163"/>
                          <a:pt x="21373" y="4735"/>
                        </a:cubicBezTo>
                        <a:cubicBezTo>
                          <a:pt x="14325" y="7021"/>
                          <a:pt x="5466" y="14927"/>
                          <a:pt x="6324" y="26357"/>
                        </a:cubicBezTo>
                        <a:cubicBezTo>
                          <a:pt x="6609" y="37691"/>
                          <a:pt x="15658" y="45978"/>
                          <a:pt x="22611" y="46264"/>
                        </a:cubicBezTo>
                        <a:cubicBezTo>
                          <a:pt x="29850" y="46931"/>
                          <a:pt x="32803" y="41692"/>
                          <a:pt x="33470" y="42263"/>
                        </a:cubicBezTo>
                        <a:close/>
                      </a:path>
                    </a:pathLst>
                  </a:custGeom>
                  <a:solidFill>
                    <a:srgbClr val="995037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</p:grpSp>
          </p:grpSp>
          <p:sp>
            <p:nvSpPr>
              <p:cNvPr id="269" name="子陵职场PPT3-29"/>
              <p:cNvSpPr/>
              <p:nvPr/>
            </p:nvSpPr>
            <p:spPr>
              <a:xfrm>
                <a:off x="2974032" y="4663598"/>
                <a:ext cx="117733" cy="20025"/>
              </a:xfrm>
              <a:custGeom>
                <a:avLst/>
                <a:gdLst>
                  <a:gd name="connsiteX0" fmla="*/ 117731 w 117733"/>
                  <a:gd name="connsiteY0" fmla="*/ 392 h 20025"/>
                  <a:gd name="connsiteX1" fmla="*/ 59343 w 117733"/>
                  <a:gd name="connsiteY1" fmla="*/ 12775 h 20025"/>
                  <a:gd name="connsiteX2" fmla="*/ 2 w 117733"/>
                  <a:gd name="connsiteY2" fmla="*/ 19633 h 20025"/>
                  <a:gd name="connsiteX3" fmla="*/ 58391 w 117733"/>
                  <a:gd name="connsiteY3" fmla="*/ 7250 h 20025"/>
                  <a:gd name="connsiteX4" fmla="*/ 117731 w 117733"/>
                  <a:gd name="connsiteY4" fmla="*/ 392 h 2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733" h="20025">
                    <a:moveTo>
                      <a:pt x="117731" y="392"/>
                    </a:moveTo>
                    <a:cubicBezTo>
                      <a:pt x="118017" y="1916"/>
                      <a:pt x="91823" y="7536"/>
                      <a:pt x="59343" y="12775"/>
                    </a:cubicBezTo>
                    <a:cubicBezTo>
                      <a:pt x="26863" y="18109"/>
                      <a:pt x="288" y="21157"/>
                      <a:pt x="2" y="19633"/>
                    </a:cubicBezTo>
                    <a:cubicBezTo>
                      <a:pt x="-283" y="18109"/>
                      <a:pt x="25910" y="12489"/>
                      <a:pt x="58391" y="7250"/>
                    </a:cubicBezTo>
                    <a:cubicBezTo>
                      <a:pt x="90966" y="1916"/>
                      <a:pt x="117541" y="-1132"/>
                      <a:pt x="117731" y="392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270" name="子陵职场PPT3-30"/>
              <p:cNvSpPr/>
              <p:nvPr/>
            </p:nvSpPr>
            <p:spPr>
              <a:xfrm>
                <a:off x="2723622" y="4760859"/>
                <a:ext cx="256916" cy="204850"/>
              </a:xfrm>
              <a:custGeom>
                <a:avLst/>
                <a:gdLst>
                  <a:gd name="connsiteX0" fmla="*/ 21146 w 256916"/>
                  <a:gd name="connsiteY0" fmla="*/ 191738 h 204850"/>
                  <a:gd name="connsiteX1" fmla="*/ 51340 w 256916"/>
                  <a:gd name="connsiteY1" fmla="*/ 203835 h 204850"/>
                  <a:gd name="connsiteX2" fmla="*/ 80486 w 256916"/>
                  <a:gd name="connsiteY2" fmla="*/ 184023 h 204850"/>
                  <a:gd name="connsiteX3" fmla="*/ 109442 w 256916"/>
                  <a:gd name="connsiteY3" fmla="*/ 163830 h 204850"/>
                  <a:gd name="connsiteX4" fmla="*/ 180404 w 256916"/>
                  <a:gd name="connsiteY4" fmla="*/ 157925 h 204850"/>
                  <a:gd name="connsiteX5" fmla="*/ 213265 w 256916"/>
                  <a:gd name="connsiteY5" fmla="*/ 101727 h 204850"/>
                  <a:gd name="connsiteX6" fmla="*/ 244793 w 256916"/>
                  <a:gd name="connsiteY6" fmla="*/ 86678 h 204850"/>
                  <a:gd name="connsiteX7" fmla="*/ 244697 w 256916"/>
                  <a:gd name="connsiteY7" fmla="*/ 28480 h 204850"/>
                  <a:gd name="connsiteX8" fmla="*/ 186595 w 256916"/>
                  <a:gd name="connsiteY8" fmla="*/ 0 h 204850"/>
                  <a:gd name="connsiteX9" fmla="*/ 0 w 256916"/>
                  <a:gd name="connsiteY9" fmla="*/ 79534 h 204850"/>
                  <a:gd name="connsiteX10" fmla="*/ 21146 w 256916"/>
                  <a:gd name="connsiteY10" fmla="*/ 191738 h 2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6916" h="204850">
                    <a:moveTo>
                      <a:pt x="21146" y="191738"/>
                    </a:moveTo>
                    <a:cubicBezTo>
                      <a:pt x="25527" y="202787"/>
                      <a:pt x="39910" y="206978"/>
                      <a:pt x="51340" y="203835"/>
                    </a:cubicBezTo>
                    <a:cubicBezTo>
                      <a:pt x="62770" y="200692"/>
                      <a:pt x="71914" y="192310"/>
                      <a:pt x="80486" y="184023"/>
                    </a:cubicBezTo>
                    <a:cubicBezTo>
                      <a:pt x="89059" y="175832"/>
                      <a:pt x="98012" y="167259"/>
                      <a:pt x="109442" y="163830"/>
                    </a:cubicBezTo>
                    <a:cubicBezTo>
                      <a:pt x="132588" y="156782"/>
                      <a:pt x="160973" y="172212"/>
                      <a:pt x="180404" y="157925"/>
                    </a:cubicBezTo>
                    <a:cubicBezTo>
                      <a:pt x="198120" y="144875"/>
                      <a:pt x="195834" y="115253"/>
                      <a:pt x="213265" y="101727"/>
                    </a:cubicBezTo>
                    <a:cubicBezTo>
                      <a:pt x="222504" y="94583"/>
                      <a:pt x="235363" y="93631"/>
                      <a:pt x="244793" y="86678"/>
                    </a:cubicBezTo>
                    <a:cubicBezTo>
                      <a:pt x="262414" y="73628"/>
                      <a:pt x="259461" y="44577"/>
                      <a:pt x="244697" y="28480"/>
                    </a:cubicBezTo>
                    <a:cubicBezTo>
                      <a:pt x="229934" y="12383"/>
                      <a:pt x="207645" y="5810"/>
                      <a:pt x="186595" y="0"/>
                    </a:cubicBezTo>
                    <a:lnTo>
                      <a:pt x="0" y="79534"/>
                    </a:lnTo>
                    <a:lnTo>
                      <a:pt x="21146" y="191738"/>
                    </a:ln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271" name="子陵职场PPT3-31"/>
              <p:cNvSpPr/>
              <p:nvPr/>
            </p:nvSpPr>
            <p:spPr>
              <a:xfrm>
                <a:off x="2529343" y="4615373"/>
                <a:ext cx="437176" cy="478098"/>
              </a:xfrm>
              <a:custGeom>
                <a:avLst/>
                <a:gdLst>
                  <a:gd name="connsiteX0" fmla="*/ 437167 w 437176"/>
                  <a:gd name="connsiteY0" fmla="*/ 39 h 478098"/>
                  <a:gd name="connsiteX1" fmla="*/ 435643 w 437176"/>
                  <a:gd name="connsiteY1" fmla="*/ 1182 h 478098"/>
                  <a:gd name="connsiteX2" fmla="*/ 430690 w 437176"/>
                  <a:gd name="connsiteY2" fmla="*/ 3944 h 478098"/>
                  <a:gd name="connsiteX3" fmla="*/ 410306 w 437176"/>
                  <a:gd name="connsiteY3" fmla="*/ 11279 h 478098"/>
                  <a:gd name="connsiteX4" fmla="*/ 376397 w 437176"/>
                  <a:gd name="connsiteY4" fmla="*/ 16708 h 478098"/>
                  <a:gd name="connsiteX5" fmla="*/ 331820 w 437176"/>
                  <a:gd name="connsiteY5" fmla="*/ 22899 h 478098"/>
                  <a:gd name="connsiteX6" fmla="*/ 285719 w 437176"/>
                  <a:gd name="connsiteY6" fmla="*/ 48045 h 478098"/>
                  <a:gd name="connsiteX7" fmla="*/ 258668 w 437176"/>
                  <a:gd name="connsiteY7" fmla="*/ 103957 h 478098"/>
                  <a:gd name="connsiteX8" fmla="*/ 236951 w 437176"/>
                  <a:gd name="connsiteY8" fmla="*/ 131294 h 478098"/>
                  <a:gd name="connsiteX9" fmla="*/ 204471 w 437176"/>
                  <a:gd name="connsiteY9" fmla="*/ 147296 h 478098"/>
                  <a:gd name="connsiteX10" fmla="*/ 137224 w 437176"/>
                  <a:gd name="connsiteY10" fmla="*/ 175775 h 478098"/>
                  <a:gd name="connsiteX11" fmla="*/ 119984 w 437176"/>
                  <a:gd name="connsiteY11" fmla="*/ 206255 h 478098"/>
                  <a:gd name="connsiteX12" fmla="*/ 119984 w 437176"/>
                  <a:gd name="connsiteY12" fmla="*/ 242450 h 478098"/>
                  <a:gd name="connsiteX13" fmla="*/ 113031 w 437176"/>
                  <a:gd name="connsiteY13" fmla="*/ 278264 h 478098"/>
                  <a:gd name="connsiteX14" fmla="*/ 87885 w 437176"/>
                  <a:gd name="connsiteY14" fmla="*/ 302553 h 478098"/>
                  <a:gd name="connsiteX15" fmla="*/ 31592 w 437176"/>
                  <a:gd name="connsiteY15" fmla="*/ 330557 h 478098"/>
                  <a:gd name="connsiteX16" fmla="*/ 11494 w 437176"/>
                  <a:gd name="connsiteY16" fmla="*/ 349035 h 478098"/>
                  <a:gd name="connsiteX17" fmla="*/ 3874 w 437176"/>
                  <a:gd name="connsiteY17" fmla="*/ 372848 h 478098"/>
                  <a:gd name="connsiteX18" fmla="*/ 9970 w 437176"/>
                  <a:gd name="connsiteY18" fmla="*/ 416948 h 478098"/>
                  <a:gd name="connsiteX19" fmla="*/ 13114 w 437176"/>
                  <a:gd name="connsiteY19" fmla="*/ 451238 h 478098"/>
                  <a:gd name="connsiteX20" fmla="*/ 6922 w 437176"/>
                  <a:gd name="connsiteY20" fmla="*/ 472098 h 478098"/>
                  <a:gd name="connsiteX21" fmla="*/ 2255 w 437176"/>
                  <a:gd name="connsiteY21" fmla="*/ 478099 h 478098"/>
                  <a:gd name="connsiteX22" fmla="*/ 11018 w 437176"/>
                  <a:gd name="connsiteY22" fmla="*/ 451143 h 478098"/>
                  <a:gd name="connsiteX23" fmla="*/ 7018 w 437176"/>
                  <a:gd name="connsiteY23" fmla="*/ 417710 h 478098"/>
                  <a:gd name="connsiteX24" fmla="*/ 64 w 437176"/>
                  <a:gd name="connsiteY24" fmla="*/ 372657 h 478098"/>
                  <a:gd name="connsiteX25" fmla="*/ 7970 w 437176"/>
                  <a:gd name="connsiteY25" fmla="*/ 346749 h 478098"/>
                  <a:gd name="connsiteX26" fmla="*/ 29211 w 437176"/>
                  <a:gd name="connsiteY26" fmla="*/ 326651 h 478098"/>
                  <a:gd name="connsiteX27" fmla="*/ 85313 w 437176"/>
                  <a:gd name="connsiteY27" fmla="*/ 298172 h 478098"/>
                  <a:gd name="connsiteX28" fmla="*/ 108459 w 437176"/>
                  <a:gd name="connsiteY28" fmla="*/ 275788 h 478098"/>
                  <a:gd name="connsiteX29" fmla="*/ 114650 w 437176"/>
                  <a:gd name="connsiteY29" fmla="*/ 242736 h 478098"/>
                  <a:gd name="connsiteX30" fmla="*/ 114650 w 437176"/>
                  <a:gd name="connsiteY30" fmla="*/ 205493 h 478098"/>
                  <a:gd name="connsiteX31" fmla="*/ 133795 w 437176"/>
                  <a:gd name="connsiteY31" fmla="*/ 171489 h 478098"/>
                  <a:gd name="connsiteX32" fmla="*/ 202947 w 437176"/>
                  <a:gd name="connsiteY32" fmla="*/ 142057 h 478098"/>
                  <a:gd name="connsiteX33" fmla="*/ 233998 w 437176"/>
                  <a:gd name="connsiteY33" fmla="*/ 127007 h 478098"/>
                  <a:gd name="connsiteX34" fmla="*/ 254287 w 437176"/>
                  <a:gd name="connsiteY34" fmla="*/ 101671 h 478098"/>
                  <a:gd name="connsiteX35" fmla="*/ 282385 w 437176"/>
                  <a:gd name="connsiteY35" fmla="*/ 44997 h 478098"/>
                  <a:gd name="connsiteX36" fmla="*/ 331153 w 437176"/>
                  <a:gd name="connsiteY36" fmla="*/ 18994 h 478098"/>
                  <a:gd name="connsiteX37" fmla="*/ 376302 w 437176"/>
                  <a:gd name="connsiteY37" fmla="*/ 13565 h 478098"/>
                  <a:gd name="connsiteX38" fmla="*/ 410020 w 437176"/>
                  <a:gd name="connsiteY38" fmla="*/ 9183 h 478098"/>
                  <a:gd name="connsiteX39" fmla="*/ 437167 w 437176"/>
                  <a:gd name="connsiteY39" fmla="*/ 39 h 478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437176" h="478098">
                    <a:moveTo>
                      <a:pt x="437167" y="39"/>
                    </a:moveTo>
                    <a:cubicBezTo>
                      <a:pt x="437262" y="134"/>
                      <a:pt x="436690" y="515"/>
                      <a:pt x="435643" y="1182"/>
                    </a:cubicBezTo>
                    <a:cubicBezTo>
                      <a:pt x="434595" y="1849"/>
                      <a:pt x="432976" y="2897"/>
                      <a:pt x="430690" y="3944"/>
                    </a:cubicBezTo>
                    <a:cubicBezTo>
                      <a:pt x="426308" y="6230"/>
                      <a:pt x="419450" y="8993"/>
                      <a:pt x="410306" y="11279"/>
                    </a:cubicBezTo>
                    <a:cubicBezTo>
                      <a:pt x="401162" y="13660"/>
                      <a:pt x="389732" y="15374"/>
                      <a:pt x="376397" y="16708"/>
                    </a:cubicBezTo>
                    <a:cubicBezTo>
                      <a:pt x="363157" y="18137"/>
                      <a:pt x="348013" y="19089"/>
                      <a:pt x="331820" y="22899"/>
                    </a:cubicBezTo>
                    <a:cubicBezTo>
                      <a:pt x="315913" y="26614"/>
                      <a:pt x="298197" y="33472"/>
                      <a:pt x="285719" y="48045"/>
                    </a:cubicBezTo>
                    <a:cubicBezTo>
                      <a:pt x="273146" y="62618"/>
                      <a:pt x="268384" y="83669"/>
                      <a:pt x="258668" y="103957"/>
                    </a:cubicBezTo>
                    <a:cubicBezTo>
                      <a:pt x="253810" y="114053"/>
                      <a:pt x="246762" y="124150"/>
                      <a:pt x="236951" y="131294"/>
                    </a:cubicBezTo>
                    <a:cubicBezTo>
                      <a:pt x="227331" y="138628"/>
                      <a:pt x="215996" y="143390"/>
                      <a:pt x="204471" y="147296"/>
                    </a:cubicBezTo>
                    <a:cubicBezTo>
                      <a:pt x="181516" y="155011"/>
                      <a:pt x="156274" y="159583"/>
                      <a:pt x="137224" y="175775"/>
                    </a:cubicBezTo>
                    <a:cubicBezTo>
                      <a:pt x="127795" y="183681"/>
                      <a:pt x="121603" y="194444"/>
                      <a:pt x="119984" y="206255"/>
                    </a:cubicBezTo>
                    <a:cubicBezTo>
                      <a:pt x="118174" y="218066"/>
                      <a:pt x="119698" y="230258"/>
                      <a:pt x="119984" y="242450"/>
                    </a:cubicBezTo>
                    <a:cubicBezTo>
                      <a:pt x="120270" y="254547"/>
                      <a:pt x="119413" y="267501"/>
                      <a:pt x="113031" y="278264"/>
                    </a:cubicBezTo>
                    <a:cubicBezTo>
                      <a:pt x="107125" y="289123"/>
                      <a:pt x="97505" y="296838"/>
                      <a:pt x="87885" y="302553"/>
                    </a:cubicBezTo>
                    <a:cubicBezTo>
                      <a:pt x="68359" y="314078"/>
                      <a:pt x="47880" y="320174"/>
                      <a:pt x="31592" y="330557"/>
                    </a:cubicBezTo>
                    <a:cubicBezTo>
                      <a:pt x="23401" y="335700"/>
                      <a:pt x="16352" y="341796"/>
                      <a:pt x="11494" y="349035"/>
                    </a:cubicBezTo>
                    <a:cubicBezTo>
                      <a:pt x="6827" y="356465"/>
                      <a:pt x="4255" y="364656"/>
                      <a:pt x="3874" y="372848"/>
                    </a:cubicBezTo>
                    <a:cubicBezTo>
                      <a:pt x="3017" y="389231"/>
                      <a:pt x="7303" y="403994"/>
                      <a:pt x="9970" y="416948"/>
                    </a:cubicBezTo>
                    <a:cubicBezTo>
                      <a:pt x="12828" y="429998"/>
                      <a:pt x="13971" y="441713"/>
                      <a:pt x="13114" y="451238"/>
                    </a:cubicBezTo>
                    <a:cubicBezTo>
                      <a:pt x="12256" y="460763"/>
                      <a:pt x="9494" y="467812"/>
                      <a:pt x="6922" y="472098"/>
                    </a:cubicBezTo>
                    <a:cubicBezTo>
                      <a:pt x="4255" y="476384"/>
                      <a:pt x="2255" y="478099"/>
                      <a:pt x="2255" y="478099"/>
                    </a:cubicBezTo>
                    <a:cubicBezTo>
                      <a:pt x="1493" y="477813"/>
                      <a:pt x="10066" y="469907"/>
                      <a:pt x="11018" y="451143"/>
                    </a:cubicBezTo>
                    <a:cubicBezTo>
                      <a:pt x="11590" y="441904"/>
                      <a:pt x="10161" y="430569"/>
                      <a:pt x="7018" y="417710"/>
                    </a:cubicBezTo>
                    <a:cubicBezTo>
                      <a:pt x="4065" y="404852"/>
                      <a:pt x="-602" y="389993"/>
                      <a:pt x="64" y="372657"/>
                    </a:cubicBezTo>
                    <a:cubicBezTo>
                      <a:pt x="350" y="363989"/>
                      <a:pt x="2922" y="354941"/>
                      <a:pt x="7970" y="346749"/>
                    </a:cubicBezTo>
                    <a:cubicBezTo>
                      <a:pt x="13209" y="338748"/>
                      <a:pt x="20734" y="332081"/>
                      <a:pt x="29211" y="326651"/>
                    </a:cubicBezTo>
                    <a:cubicBezTo>
                      <a:pt x="46165" y="315698"/>
                      <a:pt x="66644" y="309316"/>
                      <a:pt x="85313" y="298172"/>
                    </a:cubicBezTo>
                    <a:cubicBezTo>
                      <a:pt x="94552" y="292552"/>
                      <a:pt x="103220" y="285408"/>
                      <a:pt x="108459" y="275788"/>
                    </a:cubicBezTo>
                    <a:cubicBezTo>
                      <a:pt x="114079" y="266263"/>
                      <a:pt x="114936" y="254547"/>
                      <a:pt x="114650" y="242736"/>
                    </a:cubicBezTo>
                    <a:cubicBezTo>
                      <a:pt x="114364" y="230830"/>
                      <a:pt x="112745" y="218447"/>
                      <a:pt x="114650" y="205493"/>
                    </a:cubicBezTo>
                    <a:cubicBezTo>
                      <a:pt x="116269" y="192539"/>
                      <a:pt x="123508" y="179966"/>
                      <a:pt x="133795" y="171489"/>
                    </a:cubicBezTo>
                    <a:cubicBezTo>
                      <a:pt x="154465" y="154058"/>
                      <a:pt x="180658" y="149582"/>
                      <a:pt x="202947" y="142057"/>
                    </a:cubicBezTo>
                    <a:cubicBezTo>
                      <a:pt x="214186" y="138247"/>
                      <a:pt x="225045" y="133675"/>
                      <a:pt x="233998" y="127007"/>
                    </a:cubicBezTo>
                    <a:cubicBezTo>
                      <a:pt x="243047" y="120435"/>
                      <a:pt x="249524" y="111386"/>
                      <a:pt x="254287" y="101671"/>
                    </a:cubicBezTo>
                    <a:cubicBezTo>
                      <a:pt x="263812" y="82335"/>
                      <a:pt x="268765" y="60713"/>
                      <a:pt x="282385" y="44997"/>
                    </a:cubicBezTo>
                    <a:cubicBezTo>
                      <a:pt x="296006" y="29281"/>
                      <a:pt x="314770" y="22613"/>
                      <a:pt x="331153" y="18994"/>
                    </a:cubicBezTo>
                    <a:cubicBezTo>
                      <a:pt x="347727" y="15374"/>
                      <a:pt x="363062" y="14708"/>
                      <a:pt x="376302" y="13565"/>
                    </a:cubicBezTo>
                    <a:cubicBezTo>
                      <a:pt x="389542" y="12517"/>
                      <a:pt x="400876" y="11183"/>
                      <a:pt x="410020" y="9183"/>
                    </a:cubicBezTo>
                    <a:cubicBezTo>
                      <a:pt x="427927" y="5278"/>
                      <a:pt x="436881" y="-532"/>
                      <a:pt x="437167" y="39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272" name="子陵职场PPT3-32"/>
              <p:cNvSpPr/>
              <p:nvPr/>
            </p:nvSpPr>
            <p:spPr>
              <a:xfrm>
                <a:off x="2667911" y="4645529"/>
                <a:ext cx="248306" cy="348792"/>
              </a:xfrm>
              <a:custGeom>
                <a:avLst/>
                <a:gdLst>
                  <a:gd name="connsiteX0" fmla="*/ 248307 w 248306"/>
                  <a:gd name="connsiteY0" fmla="*/ 1030 h 348792"/>
                  <a:gd name="connsiteX1" fmla="*/ 230114 w 248306"/>
                  <a:gd name="connsiteY1" fmla="*/ 3602 h 348792"/>
                  <a:gd name="connsiteX2" fmla="*/ 188299 w 248306"/>
                  <a:gd name="connsiteY2" fmla="*/ 28557 h 348792"/>
                  <a:gd name="connsiteX3" fmla="*/ 171631 w 248306"/>
                  <a:gd name="connsiteY3" fmla="*/ 57704 h 348792"/>
                  <a:gd name="connsiteX4" fmla="*/ 168202 w 248306"/>
                  <a:gd name="connsiteY4" fmla="*/ 96661 h 348792"/>
                  <a:gd name="connsiteX5" fmla="*/ 161725 w 248306"/>
                  <a:gd name="connsiteY5" fmla="*/ 141238 h 348792"/>
                  <a:gd name="connsiteX6" fmla="*/ 145437 w 248306"/>
                  <a:gd name="connsiteY6" fmla="*/ 159526 h 348792"/>
                  <a:gd name="connsiteX7" fmla="*/ 123910 w 248306"/>
                  <a:gd name="connsiteY7" fmla="*/ 171051 h 348792"/>
                  <a:gd name="connsiteX8" fmla="*/ 105337 w 248306"/>
                  <a:gd name="connsiteY8" fmla="*/ 184196 h 348792"/>
                  <a:gd name="connsiteX9" fmla="*/ 98002 w 248306"/>
                  <a:gd name="connsiteY9" fmla="*/ 204198 h 348792"/>
                  <a:gd name="connsiteX10" fmla="*/ 93049 w 248306"/>
                  <a:gd name="connsiteY10" fmla="*/ 248680 h 348792"/>
                  <a:gd name="connsiteX11" fmla="*/ 63998 w 248306"/>
                  <a:gd name="connsiteY11" fmla="*/ 277445 h 348792"/>
                  <a:gd name="connsiteX12" fmla="*/ 33423 w 248306"/>
                  <a:gd name="connsiteY12" fmla="*/ 294209 h 348792"/>
                  <a:gd name="connsiteX13" fmla="*/ 11896 w 248306"/>
                  <a:gd name="connsiteY13" fmla="*/ 312021 h 348792"/>
                  <a:gd name="connsiteX14" fmla="*/ 2657 w 248306"/>
                  <a:gd name="connsiteY14" fmla="*/ 330785 h 348792"/>
                  <a:gd name="connsiteX15" fmla="*/ 2943 w 248306"/>
                  <a:gd name="connsiteY15" fmla="*/ 348788 h 348792"/>
                  <a:gd name="connsiteX16" fmla="*/ 1038 w 248306"/>
                  <a:gd name="connsiteY16" fmla="*/ 344311 h 348792"/>
                  <a:gd name="connsiteX17" fmla="*/ 466 w 248306"/>
                  <a:gd name="connsiteY17" fmla="*/ 330309 h 348792"/>
                  <a:gd name="connsiteX18" fmla="*/ 9325 w 248306"/>
                  <a:gd name="connsiteY18" fmla="*/ 310021 h 348792"/>
                  <a:gd name="connsiteX19" fmla="*/ 31232 w 248306"/>
                  <a:gd name="connsiteY19" fmla="*/ 290685 h 348792"/>
                  <a:gd name="connsiteX20" fmla="*/ 61426 w 248306"/>
                  <a:gd name="connsiteY20" fmla="*/ 273350 h 348792"/>
                  <a:gd name="connsiteX21" fmla="*/ 88192 w 248306"/>
                  <a:gd name="connsiteY21" fmla="*/ 246299 h 348792"/>
                  <a:gd name="connsiteX22" fmla="*/ 92383 w 248306"/>
                  <a:gd name="connsiteY22" fmla="*/ 203627 h 348792"/>
                  <a:gd name="connsiteX23" fmla="*/ 100860 w 248306"/>
                  <a:gd name="connsiteY23" fmla="*/ 180481 h 348792"/>
                  <a:gd name="connsiteX24" fmla="*/ 121148 w 248306"/>
                  <a:gd name="connsiteY24" fmla="*/ 165812 h 348792"/>
                  <a:gd name="connsiteX25" fmla="*/ 156581 w 248306"/>
                  <a:gd name="connsiteY25" fmla="*/ 138571 h 348792"/>
                  <a:gd name="connsiteX26" fmla="*/ 162772 w 248306"/>
                  <a:gd name="connsiteY26" fmla="*/ 96470 h 348792"/>
                  <a:gd name="connsiteX27" fmla="*/ 166868 w 248306"/>
                  <a:gd name="connsiteY27" fmla="*/ 56084 h 348792"/>
                  <a:gd name="connsiteX28" fmla="*/ 185061 w 248306"/>
                  <a:gd name="connsiteY28" fmla="*/ 25604 h 348792"/>
                  <a:gd name="connsiteX29" fmla="*/ 229352 w 248306"/>
                  <a:gd name="connsiteY29" fmla="*/ 1125 h 348792"/>
                  <a:gd name="connsiteX30" fmla="*/ 243163 w 248306"/>
                  <a:gd name="connsiteY30" fmla="*/ 77 h 348792"/>
                  <a:gd name="connsiteX31" fmla="*/ 248307 w 248306"/>
                  <a:gd name="connsiteY31" fmla="*/ 1030 h 348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48306" h="348792">
                    <a:moveTo>
                      <a:pt x="248307" y="1030"/>
                    </a:moveTo>
                    <a:cubicBezTo>
                      <a:pt x="248307" y="1601"/>
                      <a:pt x="241639" y="1030"/>
                      <a:pt x="230114" y="3602"/>
                    </a:cubicBezTo>
                    <a:cubicBezTo>
                      <a:pt x="218779" y="6078"/>
                      <a:pt x="202396" y="13222"/>
                      <a:pt x="188299" y="28557"/>
                    </a:cubicBezTo>
                    <a:cubicBezTo>
                      <a:pt x="181251" y="36177"/>
                      <a:pt x="175155" y="46083"/>
                      <a:pt x="171631" y="57704"/>
                    </a:cubicBezTo>
                    <a:cubicBezTo>
                      <a:pt x="168011" y="69229"/>
                      <a:pt x="168202" y="82659"/>
                      <a:pt x="168202" y="96661"/>
                    </a:cubicBezTo>
                    <a:cubicBezTo>
                      <a:pt x="168106" y="110567"/>
                      <a:pt x="168773" y="126284"/>
                      <a:pt x="161725" y="141238"/>
                    </a:cubicBezTo>
                    <a:cubicBezTo>
                      <a:pt x="158200" y="148572"/>
                      <a:pt x="152390" y="155049"/>
                      <a:pt x="145437" y="159526"/>
                    </a:cubicBezTo>
                    <a:cubicBezTo>
                      <a:pt x="138579" y="164193"/>
                      <a:pt x="131054" y="167432"/>
                      <a:pt x="123910" y="171051"/>
                    </a:cubicBezTo>
                    <a:cubicBezTo>
                      <a:pt x="116767" y="174671"/>
                      <a:pt x="110004" y="178576"/>
                      <a:pt x="105337" y="184196"/>
                    </a:cubicBezTo>
                    <a:cubicBezTo>
                      <a:pt x="100479" y="189720"/>
                      <a:pt x="98574" y="196864"/>
                      <a:pt x="98002" y="204198"/>
                    </a:cubicBezTo>
                    <a:cubicBezTo>
                      <a:pt x="96955" y="218676"/>
                      <a:pt x="100193" y="234773"/>
                      <a:pt x="93049" y="248680"/>
                    </a:cubicBezTo>
                    <a:cubicBezTo>
                      <a:pt x="86287" y="262205"/>
                      <a:pt x="74761" y="270873"/>
                      <a:pt x="63998" y="277445"/>
                    </a:cubicBezTo>
                    <a:cubicBezTo>
                      <a:pt x="53044" y="283922"/>
                      <a:pt x="42472" y="288780"/>
                      <a:pt x="33423" y="294209"/>
                    </a:cubicBezTo>
                    <a:cubicBezTo>
                      <a:pt x="24374" y="299543"/>
                      <a:pt x="16945" y="305449"/>
                      <a:pt x="11896" y="312021"/>
                    </a:cubicBezTo>
                    <a:cubicBezTo>
                      <a:pt x="6753" y="318498"/>
                      <a:pt x="3991" y="325166"/>
                      <a:pt x="2657" y="330785"/>
                    </a:cubicBezTo>
                    <a:cubicBezTo>
                      <a:pt x="276" y="342311"/>
                      <a:pt x="3705" y="348692"/>
                      <a:pt x="2943" y="348788"/>
                    </a:cubicBezTo>
                    <a:cubicBezTo>
                      <a:pt x="2848" y="348883"/>
                      <a:pt x="1895" y="347454"/>
                      <a:pt x="1038" y="344311"/>
                    </a:cubicBezTo>
                    <a:cubicBezTo>
                      <a:pt x="181" y="341263"/>
                      <a:pt x="-486" y="336405"/>
                      <a:pt x="466" y="330309"/>
                    </a:cubicBezTo>
                    <a:cubicBezTo>
                      <a:pt x="1514" y="324308"/>
                      <a:pt x="4181" y="317069"/>
                      <a:pt x="9325" y="310021"/>
                    </a:cubicBezTo>
                    <a:cubicBezTo>
                      <a:pt x="14373" y="302877"/>
                      <a:pt x="22183" y="296400"/>
                      <a:pt x="31232" y="290685"/>
                    </a:cubicBezTo>
                    <a:cubicBezTo>
                      <a:pt x="40376" y="284875"/>
                      <a:pt x="50949" y="279827"/>
                      <a:pt x="61426" y="273350"/>
                    </a:cubicBezTo>
                    <a:cubicBezTo>
                      <a:pt x="71713" y="266873"/>
                      <a:pt x="82381" y="258395"/>
                      <a:pt x="88192" y="246299"/>
                    </a:cubicBezTo>
                    <a:cubicBezTo>
                      <a:pt x="94383" y="234297"/>
                      <a:pt x="91525" y="219438"/>
                      <a:pt x="92383" y="203627"/>
                    </a:cubicBezTo>
                    <a:cubicBezTo>
                      <a:pt x="92859" y="195816"/>
                      <a:pt x="95145" y="187053"/>
                      <a:pt x="100860" y="180481"/>
                    </a:cubicBezTo>
                    <a:cubicBezTo>
                      <a:pt x="106384" y="173813"/>
                      <a:pt x="113909" y="169527"/>
                      <a:pt x="121148" y="165812"/>
                    </a:cubicBezTo>
                    <a:cubicBezTo>
                      <a:pt x="135817" y="158764"/>
                      <a:pt x="150485" y="152192"/>
                      <a:pt x="156581" y="138571"/>
                    </a:cubicBezTo>
                    <a:cubicBezTo>
                      <a:pt x="162868" y="125426"/>
                      <a:pt x="162582" y="110377"/>
                      <a:pt x="162772" y="96470"/>
                    </a:cubicBezTo>
                    <a:cubicBezTo>
                      <a:pt x="162868" y="82469"/>
                      <a:pt x="162772" y="68562"/>
                      <a:pt x="166868" y="56084"/>
                    </a:cubicBezTo>
                    <a:cubicBezTo>
                      <a:pt x="170869" y="43797"/>
                      <a:pt x="177536" y="33415"/>
                      <a:pt x="185061" y="25604"/>
                    </a:cubicBezTo>
                    <a:cubicBezTo>
                      <a:pt x="200301" y="9793"/>
                      <a:pt x="217541" y="3125"/>
                      <a:pt x="229352" y="1125"/>
                    </a:cubicBezTo>
                    <a:cubicBezTo>
                      <a:pt x="235258" y="-18"/>
                      <a:pt x="240020" y="-113"/>
                      <a:pt x="243163" y="77"/>
                    </a:cubicBezTo>
                    <a:cubicBezTo>
                      <a:pt x="246688" y="649"/>
                      <a:pt x="248307" y="839"/>
                      <a:pt x="248307" y="1030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</p:grpSp>
        <p:sp>
          <p:nvSpPr>
            <p:cNvPr id="273" name="子陵职场PPT3-33"/>
            <p:cNvSpPr/>
            <p:nvPr/>
          </p:nvSpPr>
          <p:spPr>
            <a:xfrm>
              <a:off x="2737529" y="4911831"/>
              <a:ext cx="249459" cy="60293"/>
            </a:xfrm>
            <a:custGeom>
              <a:avLst/>
              <a:gdLst>
                <a:gd name="connsiteX0" fmla="*/ 249460 w 249459"/>
                <a:gd name="connsiteY0" fmla="*/ 53816 h 60293"/>
                <a:gd name="connsiteX1" fmla="*/ 226886 w 249459"/>
                <a:gd name="connsiteY1" fmla="*/ 7429 h 60293"/>
                <a:gd name="connsiteX2" fmla="*/ 30766 w 249459"/>
                <a:gd name="connsiteY2" fmla="*/ 0 h 60293"/>
                <a:gd name="connsiteX3" fmla="*/ 0 w 249459"/>
                <a:gd name="connsiteY3" fmla="*/ 60293 h 60293"/>
                <a:gd name="connsiteX4" fmla="*/ 246316 w 249459"/>
                <a:gd name="connsiteY4" fmla="*/ 60293 h 60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459" h="60293">
                  <a:moveTo>
                    <a:pt x="249460" y="53816"/>
                  </a:moveTo>
                  <a:lnTo>
                    <a:pt x="226886" y="7429"/>
                  </a:lnTo>
                  <a:lnTo>
                    <a:pt x="30766" y="0"/>
                  </a:lnTo>
                  <a:lnTo>
                    <a:pt x="0" y="60293"/>
                  </a:lnTo>
                  <a:lnTo>
                    <a:pt x="246316" y="60293"/>
                  </a:lnTo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grpSp>
          <p:nvGrpSpPr>
            <p:cNvPr id="6" name="图形 177"/>
            <p:cNvGrpSpPr/>
            <p:nvPr/>
          </p:nvGrpSpPr>
          <p:grpSpPr>
            <a:xfrm>
              <a:off x="2367864" y="4397100"/>
              <a:ext cx="1360176" cy="1343596"/>
              <a:chOff x="2367864" y="4397100"/>
              <a:chExt cx="1360176" cy="1343596"/>
            </a:xfrm>
          </p:grpSpPr>
          <p:grpSp>
            <p:nvGrpSpPr>
              <p:cNvPr id="7" name="图形 177"/>
              <p:cNvGrpSpPr/>
              <p:nvPr/>
            </p:nvGrpSpPr>
            <p:grpSpPr>
              <a:xfrm>
                <a:off x="3024898" y="5006033"/>
                <a:ext cx="703142" cy="379190"/>
                <a:chOff x="3024898" y="5006033"/>
                <a:chExt cx="703142" cy="379190"/>
              </a:xfrm>
            </p:grpSpPr>
            <p:grpSp>
              <p:nvGrpSpPr>
                <p:cNvPr id="276" name="图形 177"/>
                <p:cNvGrpSpPr/>
                <p:nvPr/>
              </p:nvGrpSpPr>
              <p:grpSpPr>
                <a:xfrm>
                  <a:off x="3024898" y="5006033"/>
                  <a:ext cx="703142" cy="379190"/>
                  <a:chOff x="3024898" y="5006033"/>
                  <a:chExt cx="703142" cy="379190"/>
                </a:xfrm>
              </p:grpSpPr>
              <p:sp>
                <p:nvSpPr>
                  <p:cNvPr id="8" name="子陵职场PPT3-34"/>
                  <p:cNvSpPr/>
                  <p:nvPr/>
                </p:nvSpPr>
                <p:spPr>
                  <a:xfrm>
                    <a:off x="3024898" y="5006033"/>
                    <a:ext cx="703142" cy="379190"/>
                  </a:xfrm>
                  <a:custGeom>
                    <a:avLst/>
                    <a:gdLst>
                      <a:gd name="connsiteX0" fmla="*/ 636270 w 703142"/>
                      <a:gd name="connsiteY0" fmla="*/ 379190 h 379190"/>
                      <a:gd name="connsiteX1" fmla="*/ 702850 w 703142"/>
                      <a:gd name="connsiteY1" fmla="*/ 19145 h 379190"/>
                      <a:gd name="connsiteX2" fmla="*/ 687038 w 703142"/>
                      <a:gd name="connsiteY2" fmla="*/ 0 h 379190"/>
                      <a:gd name="connsiteX3" fmla="*/ 294322 w 703142"/>
                      <a:gd name="connsiteY3" fmla="*/ 0 h 379190"/>
                      <a:gd name="connsiteX4" fmla="*/ 278606 w 703142"/>
                      <a:gd name="connsiteY4" fmla="*/ 12383 h 379190"/>
                      <a:gd name="connsiteX5" fmla="*/ 198215 w 703142"/>
                      <a:gd name="connsiteY5" fmla="*/ 351377 h 379190"/>
                      <a:gd name="connsiteX6" fmla="*/ 0 w 703142"/>
                      <a:gd name="connsiteY6" fmla="*/ 366141 h 379190"/>
                      <a:gd name="connsiteX7" fmla="*/ 6953 w 703142"/>
                      <a:gd name="connsiteY7" fmla="*/ 379190 h 379190"/>
                      <a:gd name="connsiteX8" fmla="*/ 636270 w 703142"/>
                      <a:gd name="connsiteY8" fmla="*/ 379190 h 3791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03142" h="379190">
                        <a:moveTo>
                          <a:pt x="636270" y="379190"/>
                        </a:moveTo>
                        <a:cubicBezTo>
                          <a:pt x="634841" y="372142"/>
                          <a:pt x="688181" y="95155"/>
                          <a:pt x="702850" y="19145"/>
                        </a:cubicBezTo>
                        <a:cubicBezTo>
                          <a:pt x="704755" y="9239"/>
                          <a:pt x="697135" y="0"/>
                          <a:pt x="687038" y="0"/>
                        </a:cubicBezTo>
                        <a:lnTo>
                          <a:pt x="294322" y="0"/>
                        </a:lnTo>
                        <a:cubicBezTo>
                          <a:pt x="286893" y="0"/>
                          <a:pt x="280416" y="5144"/>
                          <a:pt x="278606" y="12383"/>
                        </a:cubicBezTo>
                        <a:lnTo>
                          <a:pt x="198215" y="351377"/>
                        </a:lnTo>
                        <a:lnTo>
                          <a:pt x="0" y="366141"/>
                        </a:lnTo>
                        <a:lnTo>
                          <a:pt x="6953" y="379190"/>
                        </a:lnTo>
                        <a:lnTo>
                          <a:pt x="636270" y="379190"/>
                        </a:lnTo>
                        <a:close/>
                      </a:path>
                    </a:pathLst>
                  </a:custGeom>
                  <a:solidFill>
                    <a:srgbClr val="455A6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  <p:grpSp>
                <p:nvGrpSpPr>
                  <p:cNvPr id="9" name="图形 177"/>
                  <p:cNvGrpSpPr/>
                  <p:nvPr/>
                </p:nvGrpSpPr>
                <p:grpSpPr>
                  <a:xfrm>
                    <a:off x="3236353" y="5024606"/>
                    <a:ext cx="471487" cy="336708"/>
                    <a:chOff x="3236353" y="5024606"/>
                    <a:chExt cx="471487" cy="336708"/>
                  </a:xfrm>
                </p:grpSpPr>
                <p:sp>
                  <p:nvSpPr>
                    <p:cNvPr id="279" name="子陵职场PPT3-35"/>
                    <p:cNvSpPr/>
                    <p:nvPr/>
                  </p:nvSpPr>
                  <p:spPr>
                    <a:xfrm>
                      <a:off x="3236639" y="5024892"/>
                      <a:ext cx="470820" cy="336232"/>
                    </a:xfrm>
                    <a:custGeom>
                      <a:avLst/>
                      <a:gdLst>
                        <a:gd name="connsiteX0" fmla="*/ 407289 w 470820"/>
                        <a:gd name="connsiteY0" fmla="*/ 335756 h 336232"/>
                        <a:gd name="connsiteX1" fmla="*/ 470821 w 470820"/>
                        <a:gd name="connsiteY1" fmla="*/ 0 h 336232"/>
                        <a:gd name="connsiteX2" fmla="*/ 84773 w 470820"/>
                        <a:gd name="connsiteY2" fmla="*/ 2286 h 336232"/>
                        <a:gd name="connsiteX3" fmla="*/ 0 w 470820"/>
                        <a:gd name="connsiteY3" fmla="*/ 336232 h 3362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70820" h="336232">
                          <a:moveTo>
                            <a:pt x="407289" y="335756"/>
                          </a:moveTo>
                          <a:lnTo>
                            <a:pt x="470821" y="0"/>
                          </a:lnTo>
                          <a:lnTo>
                            <a:pt x="84773" y="2286"/>
                          </a:lnTo>
                          <a:lnTo>
                            <a:pt x="0" y="336232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 dirty="0">
                        <a:latin typeface="HarmonyOS Sans SC" panose="00000500000000000000" charset="-122"/>
                        <a:ea typeface="HarmonyOS Sans SC" panose="00000500000000000000" charset="-122"/>
                        <a:cs typeface="HarmonyOS Sans SC" panose="00000500000000000000" charset="-122"/>
                      </a:endParaRPr>
                    </a:p>
                  </p:txBody>
                </p:sp>
                <p:sp>
                  <p:nvSpPr>
                    <p:cNvPr id="280" name="子陵职场PPT3-36"/>
                    <p:cNvSpPr/>
                    <p:nvPr/>
                  </p:nvSpPr>
                  <p:spPr>
                    <a:xfrm>
                      <a:off x="3236353" y="5024606"/>
                      <a:ext cx="471487" cy="336708"/>
                    </a:xfrm>
                    <a:custGeom>
                      <a:avLst/>
                      <a:gdLst>
                        <a:gd name="connsiteX0" fmla="*/ 0 w 471487"/>
                        <a:gd name="connsiteY0" fmla="*/ 336709 h 336708"/>
                        <a:gd name="connsiteX1" fmla="*/ 95 w 471487"/>
                        <a:gd name="connsiteY1" fmla="*/ 336423 h 336708"/>
                        <a:gd name="connsiteX2" fmla="*/ 84963 w 471487"/>
                        <a:gd name="connsiteY2" fmla="*/ 2381 h 336708"/>
                        <a:gd name="connsiteX3" fmla="*/ 85154 w 471487"/>
                        <a:gd name="connsiteY3" fmla="*/ 2381 h 336708"/>
                        <a:gd name="connsiteX4" fmla="*/ 471487 w 471487"/>
                        <a:gd name="connsiteY4" fmla="*/ 0 h 336708"/>
                        <a:gd name="connsiteX5" fmla="*/ 471392 w 471487"/>
                        <a:gd name="connsiteY5" fmla="*/ 286 h 336708"/>
                        <a:gd name="connsiteX6" fmla="*/ 407861 w 471487"/>
                        <a:gd name="connsiteY6" fmla="*/ 336233 h 336708"/>
                        <a:gd name="connsiteX7" fmla="*/ 407670 w 471487"/>
                        <a:gd name="connsiteY7" fmla="*/ 336233 h 336708"/>
                        <a:gd name="connsiteX8" fmla="*/ 0 w 471487"/>
                        <a:gd name="connsiteY8" fmla="*/ 336709 h 336708"/>
                        <a:gd name="connsiteX9" fmla="*/ 85249 w 471487"/>
                        <a:gd name="connsiteY9" fmla="*/ 2858 h 336708"/>
                        <a:gd name="connsiteX10" fmla="*/ 571 w 471487"/>
                        <a:gd name="connsiteY10" fmla="*/ 336328 h 336708"/>
                        <a:gd name="connsiteX11" fmla="*/ 407384 w 471487"/>
                        <a:gd name="connsiteY11" fmla="*/ 335852 h 336708"/>
                        <a:gd name="connsiteX12" fmla="*/ 470821 w 471487"/>
                        <a:gd name="connsiteY12" fmla="*/ 572 h 336708"/>
                        <a:gd name="connsiteX13" fmla="*/ 85249 w 471487"/>
                        <a:gd name="connsiteY13" fmla="*/ 2858 h 33670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471487" h="336708">
                          <a:moveTo>
                            <a:pt x="0" y="336709"/>
                          </a:moveTo>
                          <a:lnTo>
                            <a:pt x="95" y="336423"/>
                          </a:lnTo>
                          <a:lnTo>
                            <a:pt x="84963" y="2381"/>
                          </a:lnTo>
                          <a:lnTo>
                            <a:pt x="85154" y="2381"/>
                          </a:lnTo>
                          <a:lnTo>
                            <a:pt x="471487" y="0"/>
                          </a:lnTo>
                          <a:lnTo>
                            <a:pt x="471392" y="286"/>
                          </a:lnTo>
                          <a:lnTo>
                            <a:pt x="407861" y="336233"/>
                          </a:lnTo>
                          <a:lnTo>
                            <a:pt x="407670" y="336233"/>
                          </a:lnTo>
                          <a:lnTo>
                            <a:pt x="0" y="336709"/>
                          </a:lnTo>
                          <a:close/>
                          <a:moveTo>
                            <a:pt x="85249" y="2858"/>
                          </a:moveTo>
                          <a:lnTo>
                            <a:pt x="571" y="336328"/>
                          </a:lnTo>
                          <a:lnTo>
                            <a:pt x="407384" y="335852"/>
                          </a:lnTo>
                          <a:lnTo>
                            <a:pt x="470821" y="572"/>
                          </a:lnTo>
                          <a:lnTo>
                            <a:pt x="85249" y="2858"/>
                          </a:lnTo>
                          <a:close/>
                        </a:path>
                      </a:pathLst>
                    </a:custGeom>
                    <a:solidFill>
                      <a:srgbClr val="263238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 dirty="0">
                        <a:latin typeface="HarmonyOS Sans SC" panose="00000500000000000000" charset="-122"/>
                        <a:ea typeface="HarmonyOS Sans SC" panose="00000500000000000000" charset="-122"/>
                        <a:cs typeface="HarmonyOS Sans SC" panose="00000500000000000000" charset="-122"/>
                      </a:endParaRPr>
                    </a:p>
                  </p:txBody>
                </p:sp>
              </p:grpSp>
              <p:sp>
                <p:nvSpPr>
                  <p:cNvPr id="281" name="子陵职场PPT3-37"/>
                  <p:cNvSpPr/>
                  <p:nvPr/>
                </p:nvSpPr>
                <p:spPr>
                  <a:xfrm>
                    <a:off x="3138912" y="5360458"/>
                    <a:ext cx="504634" cy="4953"/>
                  </a:xfrm>
                  <a:custGeom>
                    <a:avLst/>
                    <a:gdLst>
                      <a:gd name="connsiteX0" fmla="*/ 504634 w 504634"/>
                      <a:gd name="connsiteY0" fmla="*/ 2477 h 4953"/>
                      <a:gd name="connsiteX1" fmla="*/ 252317 w 504634"/>
                      <a:gd name="connsiteY1" fmla="*/ 4953 h 4953"/>
                      <a:gd name="connsiteX2" fmla="*/ 0 w 504634"/>
                      <a:gd name="connsiteY2" fmla="*/ 2477 h 4953"/>
                      <a:gd name="connsiteX3" fmla="*/ 252317 w 504634"/>
                      <a:gd name="connsiteY3" fmla="*/ 0 h 4953"/>
                      <a:gd name="connsiteX4" fmla="*/ 504634 w 504634"/>
                      <a:gd name="connsiteY4" fmla="*/ 2477 h 4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04634" h="4953">
                        <a:moveTo>
                          <a:pt x="504634" y="2477"/>
                        </a:moveTo>
                        <a:cubicBezTo>
                          <a:pt x="504634" y="3810"/>
                          <a:pt x="391668" y="4953"/>
                          <a:pt x="252317" y="4953"/>
                        </a:cubicBezTo>
                        <a:cubicBezTo>
                          <a:pt x="112967" y="4953"/>
                          <a:pt x="0" y="3810"/>
                          <a:pt x="0" y="2477"/>
                        </a:cubicBezTo>
                        <a:cubicBezTo>
                          <a:pt x="0" y="1143"/>
                          <a:pt x="112967" y="0"/>
                          <a:pt x="252317" y="0"/>
                        </a:cubicBezTo>
                        <a:cubicBezTo>
                          <a:pt x="391668" y="0"/>
                          <a:pt x="504634" y="1143"/>
                          <a:pt x="504634" y="2477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40000"/>
                      <a:lumOff val="60000"/>
                    </a:scheme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</p:grpSp>
            <p:grpSp>
              <p:nvGrpSpPr>
                <p:cNvPr id="282" name="图形 177"/>
                <p:cNvGrpSpPr/>
                <p:nvPr/>
              </p:nvGrpSpPr>
              <p:grpSpPr>
                <a:xfrm>
                  <a:off x="3309219" y="5061272"/>
                  <a:ext cx="308895" cy="242613"/>
                  <a:chOff x="3309219" y="5061272"/>
                  <a:chExt cx="308895" cy="242613"/>
                </a:xfrm>
              </p:grpSpPr>
              <p:grpSp>
                <p:nvGrpSpPr>
                  <p:cNvPr id="283" name="图形 177"/>
                  <p:cNvGrpSpPr/>
                  <p:nvPr/>
                </p:nvGrpSpPr>
                <p:grpSpPr>
                  <a:xfrm>
                    <a:off x="3309219" y="5091948"/>
                    <a:ext cx="308895" cy="211937"/>
                    <a:chOff x="3309219" y="5091948"/>
                    <a:chExt cx="308895" cy="211937"/>
                  </a:xfrm>
                </p:grpSpPr>
                <p:grpSp>
                  <p:nvGrpSpPr>
                    <p:cNvPr id="284" name="图形 177"/>
                    <p:cNvGrpSpPr/>
                    <p:nvPr/>
                  </p:nvGrpSpPr>
                  <p:grpSpPr>
                    <a:xfrm>
                      <a:off x="3309219" y="5091948"/>
                      <a:ext cx="308895" cy="188690"/>
                      <a:chOff x="3309219" y="5091948"/>
                      <a:chExt cx="308895" cy="188690"/>
                    </a:xfrm>
                  </p:grpSpPr>
                  <p:sp>
                    <p:nvSpPr>
                      <p:cNvPr id="285" name="子陵职场PPT3-38"/>
                      <p:cNvSpPr/>
                      <p:nvPr/>
                    </p:nvSpPr>
                    <p:spPr>
                      <a:xfrm>
                        <a:off x="3309219" y="5091948"/>
                        <a:ext cx="307752" cy="188690"/>
                      </a:xfrm>
                      <a:custGeom>
                        <a:avLst/>
                        <a:gdLst>
                          <a:gd name="connsiteX0" fmla="*/ 307753 w 307752"/>
                          <a:gd name="connsiteY0" fmla="*/ 186214 h 188690"/>
                          <a:gd name="connsiteX1" fmla="*/ 302705 w 307752"/>
                          <a:gd name="connsiteY1" fmla="*/ 186690 h 188690"/>
                          <a:gd name="connsiteX2" fmla="*/ 288226 w 307752"/>
                          <a:gd name="connsiteY2" fmla="*/ 187166 h 188690"/>
                          <a:gd name="connsiteX3" fmla="*/ 234982 w 307752"/>
                          <a:gd name="connsiteY3" fmla="*/ 187928 h 188690"/>
                          <a:gd name="connsiteX4" fmla="*/ 59436 w 307752"/>
                          <a:gd name="connsiteY4" fmla="*/ 188690 h 188690"/>
                          <a:gd name="connsiteX5" fmla="*/ 3143 w 307752"/>
                          <a:gd name="connsiteY5" fmla="*/ 188595 h 188690"/>
                          <a:gd name="connsiteX6" fmla="*/ 0 w 307752"/>
                          <a:gd name="connsiteY6" fmla="*/ 188595 h 188690"/>
                          <a:gd name="connsiteX7" fmla="*/ 762 w 307752"/>
                          <a:gd name="connsiteY7" fmla="*/ 185547 h 188690"/>
                          <a:gd name="connsiteX8" fmla="*/ 35147 w 307752"/>
                          <a:gd name="connsiteY8" fmla="*/ 52673 h 188690"/>
                          <a:gd name="connsiteX9" fmla="*/ 45625 w 307752"/>
                          <a:gd name="connsiteY9" fmla="*/ 13907 h 188690"/>
                          <a:gd name="connsiteX10" fmla="*/ 50006 w 307752"/>
                          <a:gd name="connsiteY10" fmla="*/ 0 h 188690"/>
                          <a:gd name="connsiteX11" fmla="*/ 47244 w 307752"/>
                          <a:gd name="connsiteY11" fmla="*/ 14288 h 188690"/>
                          <a:gd name="connsiteX12" fmla="*/ 38100 w 307752"/>
                          <a:gd name="connsiteY12" fmla="*/ 53435 h 188690"/>
                          <a:gd name="connsiteX13" fmla="*/ 5429 w 307752"/>
                          <a:gd name="connsiteY13" fmla="*/ 186785 h 188690"/>
                          <a:gd name="connsiteX14" fmla="*/ 3048 w 307752"/>
                          <a:gd name="connsiteY14" fmla="*/ 183737 h 188690"/>
                          <a:gd name="connsiteX15" fmla="*/ 59341 w 307752"/>
                          <a:gd name="connsiteY15" fmla="*/ 183642 h 188690"/>
                          <a:gd name="connsiteX16" fmla="*/ 234886 w 307752"/>
                          <a:gd name="connsiteY16" fmla="*/ 184404 h 188690"/>
                          <a:gd name="connsiteX17" fmla="*/ 288131 w 307752"/>
                          <a:gd name="connsiteY17" fmla="*/ 185166 h 188690"/>
                          <a:gd name="connsiteX18" fmla="*/ 302609 w 307752"/>
                          <a:gd name="connsiteY18" fmla="*/ 185642 h 188690"/>
                          <a:gd name="connsiteX19" fmla="*/ 307753 w 307752"/>
                          <a:gd name="connsiteY19" fmla="*/ 186214 h 18869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</a:cxnLst>
                        <a:rect l="l" t="t" r="r" b="b"/>
                        <a:pathLst>
                          <a:path w="307752" h="188690">
                            <a:moveTo>
                              <a:pt x="307753" y="186214"/>
                            </a:moveTo>
                            <a:cubicBezTo>
                              <a:pt x="307753" y="186404"/>
                              <a:pt x="306038" y="186595"/>
                              <a:pt x="302705" y="186690"/>
                            </a:cubicBezTo>
                            <a:cubicBezTo>
                              <a:pt x="298799" y="186785"/>
                              <a:pt x="294037" y="186976"/>
                              <a:pt x="288226" y="187166"/>
                            </a:cubicBezTo>
                            <a:cubicBezTo>
                              <a:pt x="274892" y="187357"/>
                              <a:pt x="256889" y="187643"/>
                              <a:pt x="234982" y="187928"/>
                            </a:cubicBezTo>
                            <a:cubicBezTo>
                              <a:pt x="190024" y="188405"/>
                              <a:pt x="128016" y="188690"/>
                              <a:pt x="59436" y="188690"/>
                            </a:cubicBezTo>
                            <a:cubicBezTo>
                              <a:pt x="40005" y="188690"/>
                              <a:pt x="21050" y="188690"/>
                              <a:pt x="3143" y="188595"/>
                            </a:cubicBezTo>
                            <a:lnTo>
                              <a:pt x="0" y="188595"/>
                            </a:lnTo>
                            <a:lnTo>
                              <a:pt x="762" y="185547"/>
                            </a:lnTo>
                            <a:cubicBezTo>
                              <a:pt x="14383" y="132683"/>
                              <a:pt x="26384" y="86487"/>
                              <a:pt x="35147" y="52673"/>
                            </a:cubicBezTo>
                            <a:cubicBezTo>
                              <a:pt x="39433" y="36671"/>
                              <a:pt x="43053" y="23622"/>
                              <a:pt x="45625" y="13907"/>
                            </a:cubicBezTo>
                            <a:cubicBezTo>
                              <a:pt x="48196" y="4858"/>
                              <a:pt x="49721" y="0"/>
                              <a:pt x="50006" y="0"/>
                            </a:cubicBezTo>
                            <a:cubicBezTo>
                              <a:pt x="50292" y="95"/>
                              <a:pt x="49340" y="5144"/>
                              <a:pt x="47244" y="14288"/>
                            </a:cubicBezTo>
                            <a:cubicBezTo>
                              <a:pt x="44958" y="24098"/>
                              <a:pt x="41910" y="37243"/>
                              <a:pt x="38100" y="53435"/>
                            </a:cubicBezTo>
                            <a:cubicBezTo>
                              <a:pt x="29813" y="87344"/>
                              <a:pt x="18383" y="133731"/>
                              <a:pt x="5429" y="186785"/>
                            </a:cubicBezTo>
                            <a:lnTo>
                              <a:pt x="3048" y="183737"/>
                            </a:lnTo>
                            <a:cubicBezTo>
                              <a:pt x="21050" y="183737"/>
                              <a:pt x="39910" y="183737"/>
                              <a:pt x="59341" y="183642"/>
                            </a:cubicBezTo>
                            <a:cubicBezTo>
                              <a:pt x="127921" y="183642"/>
                              <a:pt x="189928" y="183928"/>
                              <a:pt x="234886" y="184404"/>
                            </a:cubicBezTo>
                            <a:cubicBezTo>
                              <a:pt x="256794" y="184690"/>
                              <a:pt x="274796" y="184976"/>
                              <a:pt x="288131" y="185166"/>
                            </a:cubicBezTo>
                            <a:cubicBezTo>
                              <a:pt x="293942" y="185357"/>
                              <a:pt x="298704" y="185547"/>
                              <a:pt x="302609" y="185642"/>
                            </a:cubicBezTo>
                            <a:cubicBezTo>
                              <a:pt x="305943" y="185833"/>
                              <a:pt x="307753" y="186023"/>
                              <a:pt x="307753" y="186214"/>
                            </a:cubicBezTo>
                            <a:close/>
                          </a:path>
                        </a:pathLst>
                      </a:custGeom>
                      <a:solidFill>
                        <a:srgbClr val="455A64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 dirty="0"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endParaRPr>
                      </a:p>
                    </p:txBody>
                  </p:sp>
                  <p:sp>
                    <p:nvSpPr>
                      <p:cNvPr id="286" name="子陵职场PPT3-39"/>
                      <p:cNvSpPr/>
                      <p:nvPr/>
                    </p:nvSpPr>
                    <p:spPr>
                      <a:xfrm>
                        <a:off x="3337318" y="5233014"/>
                        <a:ext cx="56864" cy="32385"/>
                      </a:xfrm>
                      <a:custGeom>
                        <a:avLst/>
                        <a:gdLst>
                          <a:gd name="connsiteX0" fmla="*/ 0 w 56864"/>
                          <a:gd name="connsiteY0" fmla="*/ 32385 h 32385"/>
                          <a:gd name="connsiteX1" fmla="*/ 7239 w 56864"/>
                          <a:gd name="connsiteY1" fmla="*/ 0 h 32385"/>
                          <a:gd name="connsiteX2" fmla="*/ 56864 w 56864"/>
                          <a:gd name="connsiteY2" fmla="*/ 0 h 32385"/>
                          <a:gd name="connsiteX3" fmla="*/ 50578 w 56864"/>
                          <a:gd name="connsiteY3" fmla="*/ 32385 h 323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56864" h="32385">
                            <a:moveTo>
                              <a:pt x="0" y="32385"/>
                            </a:moveTo>
                            <a:lnTo>
                              <a:pt x="7239" y="0"/>
                            </a:lnTo>
                            <a:lnTo>
                              <a:pt x="56864" y="0"/>
                            </a:lnTo>
                            <a:lnTo>
                              <a:pt x="50578" y="32385"/>
                            </a:lnTo>
                            <a:close/>
                          </a:path>
                        </a:pathLst>
                      </a:custGeom>
                      <a:solidFill>
                        <a:schemeClr val="accent1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 dirty="0"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endParaRPr>
                      </a:p>
                    </p:txBody>
                  </p:sp>
                  <p:sp>
                    <p:nvSpPr>
                      <p:cNvPr id="287" name="子陵职场PPT3-40"/>
                      <p:cNvSpPr/>
                      <p:nvPr/>
                    </p:nvSpPr>
                    <p:spPr>
                      <a:xfrm>
                        <a:off x="3404850" y="5201676"/>
                        <a:ext cx="64674" cy="63722"/>
                      </a:xfrm>
                      <a:custGeom>
                        <a:avLst/>
                        <a:gdLst>
                          <a:gd name="connsiteX0" fmla="*/ 0 w 64674"/>
                          <a:gd name="connsiteY0" fmla="*/ 63722 h 63722"/>
                          <a:gd name="connsiteX1" fmla="*/ 15049 w 64674"/>
                          <a:gd name="connsiteY1" fmla="*/ 0 h 63722"/>
                          <a:gd name="connsiteX2" fmla="*/ 64675 w 64674"/>
                          <a:gd name="connsiteY2" fmla="*/ 0 h 63722"/>
                          <a:gd name="connsiteX3" fmla="*/ 50578 w 64674"/>
                          <a:gd name="connsiteY3" fmla="*/ 63722 h 6372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64674" h="63722">
                            <a:moveTo>
                              <a:pt x="0" y="63722"/>
                            </a:moveTo>
                            <a:lnTo>
                              <a:pt x="15049" y="0"/>
                            </a:lnTo>
                            <a:lnTo>
                              <a:pt x="64675" y="0"/>
                            </a:lnTo>
                            <a:lnTo>
                              <a:pt x="50578" y="63722"/>
                            </a:lnTo>
                            <a:close/>
                          </a:path>
                        </a:pathLst>
                      </a:custGeom>
                      <a:solidFill>
                        <a:schemeClr val="accent2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 dirty="0"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endParaRPr>
                      </a:p>
                    </p:txBody>
                  </p:sp>
                  <p:sp>
                    <p:nvSpPr>
                      <p:cNvPr id="288" name="子陵职场PPT3-41"/>
                      <p:cNvSpPr/>
                      <p:nvPr/>
                    </p:nvSpPr>
                    <p:spPr>
                      <a:xfrm>
                        <a:off x="3472382" y="5233014"/>
                        <a:ext cx="56959" cy="32385"/>
                      </a:xfrm>
                      <a:custGeom>
                        <a:avLst/>
                        <a:gdLst>
                          <a:gd name="connsiteX0" fmla="*/ 0 w 56959"/>
                          <a:gd name="connsiteY0" fmla="*/ 32385 h 32385"/>
                          <a:gd name="connsiteX1" fmla="*/ 7239 w 56959"/>
                          <a:gd name="connsiteY1" fmla="*/ 0 h 32385"/>
                          <a:gd name="connsiteX2" fmla="*/ 56960 w 56959"/>
                          <a:gd name="connsiteY2" fmla="*/ 0 h 32385"/>
                          <a:gd name="connsiteX3" fmla="*/ 50578 w 56959"/>
                          <a:gd name="connsiteY3" fmla="*/ 32385 h 323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56959" h="32385">
                            <a:moveTo>
                              <a:pt x="0" y="32385"/>
                            </a:moveTo>
                            <a:lnTo>
                              <a:pt x="7239" y="0"/>
                            </a:lnTo>
                            <a:lnTo>
                              <a:pt x="56960" y="0"/>
                            </a:lnTo>
                            <a:lnTo>
                              <a:pt x="50578" y="32385"/>
                            </a:lnTo>
                            <a:close/>
                          </a:path>
                        </a:pathLst>
                      </a:custGeom>
                      <a:solidFill>
                        <a:schemeClr val="accent1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 dirty="0"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endParaRPr>
                      </a:p>
                    </p:txBody>
                  </p:sp>
                  <p:sp>
                    <p:nvSpPr>
                      <p:cNvPr id="289" name="子陵职场PPT3-42"/>
                      <p:cNvSpPr/>
                      <p:nvPr/>
                    </p:nvSpPr>
                    <p:spPr>
                      <a:xfrm>
                        <a:off x="3540010" y="5141574"/>
                        <a:ext cx="78104" cy="123825"/>
                      </a:xfrm>
                      <a:custGeom>
                        <a:avLst/>
                        <a:gdLst>
                          <a:gd name="connsiteX0" fmla="*/ 0 w 78104"/>
                          <a:gd name="connsiteY0" fmla="*/ 123825 h 123825"/>
                          <a:gd name="connsiteX1" fmla="*/ 28385 w 78104"/>
                          <a:gd name="connsiteY1" fmla="*/ 0 h 123825"/>
                          <a:gd name="connsiteX2" fmla="*/ 78105 w 78104"/>
                          <a:gd name="connsiteY2" fmla="*/ 0 h 123825"/>
                          <a:gd name="connsiteX3" fmla="*/ 50483 w 78104"/>
                          <a:gd name="connsiteY3" fmla="*/ 123825 h 12382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78104" h="123825">
                            <a:moveTo>
                              <a:pt x="0" y="123825"/>
                            </a:moveTo>
                            <a:lnTo>
                              <a:pt x="28385" y="0"/>
                            </a:lnTo>
                            <a:lnTo>
                              <a:pt x="78105" y="0"/>
                            </a:lnTo>
                            <a:lnTo>
                              <a:pt x="50483" y="123825"/>
                            </a:lnTo>
                            <a:close/>
                          </a:path>
                        </a:pathLst>
                      </a:custGeom>
                      <a:solidFill>
                        <a:schemeClr val="accent2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 dirty="0"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endParaRPr>
                      </a:p>
                    </p:txBody>
                  </p:sp>
                </p:grpSp>
                <p:sp>
                  <p:nvSpPr>
                    <p:cNvPr id="290" name="子陵职场PPT3-43"/>
                    <p:cNvSpPr/>
                    <p:nvPr/>
                  </p:nvSpPr>
                  <p:spPr>
                    <a:xfrm>
                      <a:off x="3336174" y="5298920"/>
                      <a:ext cx="40101" cy="4965"/>
                    </a:xfrm>
                    <a:custGeom>
                      <a:avLst/>
                      <a:gdLst>
                        <a:gd name="connsiteX0" fmla="*/ 40101 w 40101"/>
                        <a:gd name="connsiteY0" fmla="*/ 2673 h 4965"/>
                        <a:gd name="connsiteX1" fmla="*/ 20003 w 40101"/>
                        <a:gd name="connsiteY1" fmla="*/ 4959 h 4965"/>
                        <a:gd name="connsiteX2" fmla="*/ 1 w 40101"/>
                        <a:gd name="connsiteY2" fmla="*/ 2292 h 4965"/>
                        <a:gd name="connsiteX3" fmla="*/ 20098 w 40101"/>
                        <a:gd name="connsiteY3" fmla="*/ 6 h 4965"/>
                        <a:gd name="connsiteX4" fmla="*/ 40101 w 40101"/>
                        <a:gd name="connsiteY4" fmla="*/ 2673 h 49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0101" h="4965">
                          <a:moveTo>
                            <a:pt x="40101" y="2673"/>
                          </a:moveTo>
                          <a:cubicBezTo>
                            <a:pt x="40006" y="4007"/>
                            <a:pt x="31052" y="5054"/>
                            <a:pt x="20003" y="4959"/>
                          </a:cubicBezTo>
                          <a:cubicBezTo>
                            <a:pt x="8954" y="4864"/>
                            <a:pt x="1" y="3625"/>
                            <a:pt x="1" y="2292"/>
                          </a:cubicBezTo>
                          <a:cubicBezTo>
                            <a:pt x="-95" y="959"/>
                            <a:pt x="8954" y="-89"/>
                            <a:pt x="20098" y="6"/>
                          </a:cubicBezTo>
                          <a:cubicBezTo>
                            <a:pt x="31243" y="101"/>
                            <a:pt x="40196" y="1340"/>
                            <a:pt x="40101" y="2673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 dirty="0">
                        <a:latin typeface="HarmonyOS Sans SC" panose="00000500000000000000" charset="-122"/>
                        <a:ea typeface="HarmonyOS Sans SC" panose="00000500000000000000" charset="-122"/>
                        <a:cs typeface="HarmonyOS Sans SC" panose="00000500000000000000" charset="-122"/>
                      </a:endParaRPr>
                    </a:p>
                  </p:txBody>
                </p:sp>
                <p:sp>
                  <p:nvSpPr>
                    <p:cNvPr id="291" name="子陵职场PPT3-44"/>
                    <p:cNvSpPr/>
                    <p:nvPr/>
                  </p:nvSpPr>
                  <p:spPr>
                    <a:xfrm>
                      <a:off x="3401707" y="5298825"/>
                      <a:ext cx="40100" cy="4965"/>
                    </a:xfrm>
                    <a:custGeom>
                      <a:avLst/>
                      <a:gdLst>
                        <a:gd name="connsiteX0" fmla="*/ 40100 w 40100"/>
                        <a:gd name="connsiteY0" fmla="*/ 2673 h 4965"/>
                        <a:gd name="connsiteX1" fmla="*/ 20002 w 40100"/>
                        <a:gd name="connsiteY1" fmla="*/ 4959 h 4965"/>
                        <a:gd name="connsiteX2" fmla="*/ 0 w 40100"/>
                        <a:gd name="connsiteY2" fmla="*/ 2292 h 4965"/>
                        <a:gd name="connsiteX3" fmla="*/ 20098 w 40100"/>
                        <a:gd name="connsiteY3" fmla="*/ 6 h 4965"/>
                        <a:gd name="connsiteX4" fmla="*/ 40100 w 40100"/>
                        <a:gd name="connsiteY4" fmla="*/ 2673 h 49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0100" h="4965">
                          <a:moveTo>
                            <a:pt x="40100" y="2673"/>
                          </a:moveTo>
                          <a:cubicBezTo>
                            <a:pt x="40005" y="4006"/>
                            <a:pt x="31052" y="5054"/>
                            <a:pt x="20002" y="4959"/>
                          </a:cubicBezTo>
                          <a:cubicBezTo>
                            <a:pt x="8954" y="4864"/>
                            <a:pt x="0" y="3626"/>
                            <a:pt x="0" y="2292"/>
                          </a:cubicBezTo>
                          <a:cubicBezTo>
                            <a:pt x="0" y="958"/>
                            <a:pt x="8954" y="-89"/>
                            <a:pt x="20098" y="6"/>
                          </a:cubicBezTo>
                          <a:cubicBezTo>
                            <a:pt x="31147" y="101"/>
                            <a:pt x="40100" y="1340"/>
                            <a:pt x="40100" y="2673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 dirty="0">
                        <a:latin typeface="HarmonyOS Sans SC" panose="00000500000000000000" charset="-122"/>
                        <a:ea typeface="HarmonyOS Sans SC" panose="00000500000000000000" charset="-122"/>
                        <a:cs typeface="HarmonyOS Sans SC" panose="00000500000000000000" charset="-122"/>
                      </a:endParaRPr>
                    </a:p>
                  </p:txBody>
                </p:sp>
                <p:sp>
                  <p:nvSpPr>
                    <p:cNvPr id="292" name="子陵职场PPT3-45"/>
                    <p:cNvSpPr/>
                    <p:nvPr/>
                  </p:nvSpPr>
                  <p:spPr>
                    <a:xfrm>
                      <a:off x="3467143" y="5298730"/>
                      <a:ext cx="40101" cy="4965"/>
                    </a:xfrm>
                    <a:custGeom>
                      <a:avLst/>
                      <a:gdLst>
                        <a:gd name="connsiteX0" fmla="*/ 40101 w 40101"/>
                        <a:gd name="connsiteY0" fmla="*/ 2673 h 4965"/>
                        <a:gd name="connsiteX1" fmla="*/ 20003 w 40101"/>
                        <a:gd name="connsiteY1" fmla="*/ 4959 h 4965"/>
                        <a:gd name="connsiteX2" fmla="*/ 1 w 40101"/>
                        <a:gd name="connsiteY2" fmla="*/ 2292 h 4965"/>
                        <a:gd name="connsiteX3" fmla="*/ 20098 w 40101"/>
                        <a:gd name="connsiteY3" fmla="*/ 6 h 4965"/>
                        <a:gd name="connsiteX4" fmla="*/ 40101 w 40101"/>
                        <a:gd name="connsiteY4" fmla="*/ 2673 h 49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0101" h="4965">
                          <a:moveTo>
                            <a:pt x="40101" y="2673"/>
                          </a:moveTo>
                          <a:cubicBezTo>
                            <a:pt x="40006" y="4007"/>
                            <a:pt x="31052" y="5054"/>
                            <a:pt x="20003" y="4959"/>
                          </a:cubicBezTo>
                          <a:cubicBezTo>
                            <a:pt x="8954" y="4864"/>
                            <a:pt x="1" y="3625"/>
                            <a:pt x="1" y="2292"/>
                          </a:cubicBezTo>
                          <a:cubicBezTo>
                            <a:pt x="-95" y="959"/>
                            <a:pt x="8954" y="-89"/>
                            <a:pt x="20098" y="6"/>
                          </a:cubicBezTo>
                          <a:cubicBezTo>
                            <a:pt x="31243" y="101"/>
                            <a:pt x="40196" y="1340"/>
                            <a:pt x="40101" y="2673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 dirty="0">
                        <a:latin typeface="HarmonyOS Sans SC" panose="00000500000000000000" charset="-122"/>
                        <a:ea typeface="HarmonyOS Sans SC" panose="00000500000000000000" charset="-122"/>
                        <a:cs typeface="HarmonyOS Sans SC" panose="00000500000000000000" charset="-122"/>
                      </a:endParaRPr>
                    </a:p>
                  </p:txBody>
                </p:sp>
                <p:sp>
                  <p:nvSpPr>
                    <p:cNvPr id="293" name="子陵职场PPT3-46"/>
                    <p:cNvSpPr/>
                    <p:nvPr/>
                  </p:nvSpPr>
                  <p:spPr>
                    <a:xfrm>
                      <a:off x="3532675" y="5298635"/>
                      <a:ext cx="40100" cy="4965"/>
                    </a:xfrm>
                    <a:custGeom>
                      <a:avLst/>
                      <a:gdLst>
                        <a:gd name="connsiteX0" fmla="*/ 40101 w 40100"/>
                        <a:gd name="connsiteY0" fmla="*/ 2673 h 4965"/>
                        <a:gd name="connsiteX1" fmla="*/ 20003 w 40100"/>
                        <a:gd name="connsiteY1" fmla="*/ 4959 h 4965"/>
                        <a:gd name="connsiteX2" fmla="*/ 1 w 40100"/>
                        <a:gd name="connsiteY2" fmla="*/ 2292 h 4965"/>
                        <a:gd name="connsiteX3" fmla="*/ 20099 w 40100"/>
                        <a:gd name="connsiteY3" fmla="*/ 6 h 4965"/>
                        <a:gd name="connsiteX4" fmla="*/ 40101 w 40100"/>
                        <a:gd name="connsiteY4" fmla="*/ 2673 h 49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0100" h="4965">
                          <a:moveTo>
                            <a:pt x="40101" y="2673"/>
                          </a:moveTo>
                          <a:cubicBezTo>
                            <a:pt x="40006" y="4007"/>
                            <a:pt x="31052" y="5054"/>
                            <a:pt x="20003" y="4959"/>
                          </a:cubicBezTo>
                          <a:cubicBezTo>
                            <a:pt x="8954" y="4864"/>
                            <a:pt x="1" y="3625"/>
                            <a:pt x="1" y="2292"/>
                          </a:cubicBezTo>
                          <a:cubicBezTo>
                            <a:pt x="-95" y="959"/>
                            <a:pt x="8954" y="-89"/>
                            <a:pt x="20099" y="6"/>
                          </a:cubicBezTo>
                          <a:cubicBezTo>
                            <a:pt x="31147" y="101"/>
                            <a:pt x="40101" y="1340"/>
                            <a:pt x="40101" y="2673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 dirty="0">
                        <a:latin typeface="HarmonyOS Sans SC" panose="00000500000000000000" charset="-122"/>
                        <a:ea typeface="HarmonyOS Sans SC" panose="00000500000000000000" charset="-122"/>
                        <a:cs typeface="HarmonyOS Sans SC" panose="00000500000000000000" charset="-122"/>
                      </a:endParaRPr>
                    </a:p>
                  </p:txBody>
                </p:sp>
              </p:grpSp>
              <p:sp>
                <p:nvSpPr>
                  <p:cNvPr id="294" name="子陵职场PPT3-47"/>
                  <p:cNvSpPr/>
                  <p:nvPr/>
                </p:nvSpPr>
                <p:spPr>
                  <a:xfrm>
                    <a:off x="3365226" y="5074994"/>
                    <a:ext cx="111252" cy="4953"/>
                  </a:xfrm>
                  <a:custGeom>
                    <a:avLst/>
                    <a:gdLst>
                      <a:gd name="connsiteX0" fmla="*/ 111252 w 111252"/>
                      <a:gd name="connsiteY0" fmla="*/ 2477 h 4953"/>
                      <a:gd name="connsiteX1" fmla="*/ 55626 w 111252"/>
                      <a:gd name="connsiteY1" fmla="*/ 4953 h 4953"/>
                      <a:gd name="connsiteX2" fmla="*/ 0 w 111252"/>
                      <a:gd name="connsiteY2" fmla="*/ 2477 h 4953"/>
                      <a:gd name="connsiteX3" fmla="*/ 55626 w 111252"/>
                      <a:gd name="connsiteY3" fmla="*/ 0 h 4953"/>
                      <a:gd name="connsiteX4" fmla="*/ 111252 w 111252"/>
                      <a:gd name="connsiteY4" fmla="*/ 2477 h 4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1252" h="4953">
                        <a:moveTo>
                          <a:pt x="111252" y="2477"/>
                        </a:moveTo>
                        <a:cubicBezTo>
                          <a:pt x="111252" y="3810"/>
                          <a:pt x="86392" y="4953"/>
                          <a:pt x="55626" y="4953"/>
                        </a:cubicBezTo>
                        <a:cubicBezTo>
                          <a:pt x="24956" y="4953"/>
                          <a:pt x="0" y="3810"/>
                          <a:pt x="0" y="2477"/>
                        </a:cubicBezTo>
                        <a:cubicBezTo>
                          <a:pt x="0" y="1143"/>
                          <a:pt x="24860" y="0"/>
                          <a:pt x="55626" y="0"/>
                        </a:cubicBezTo>
                        <a:cubicBezTo>
                          <a:pt x="86296" y="0"/>
                          <a:pt x="111252" y="1143"/>
                          <a:pt x="111252" y="2477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40000"/>
                      <a:lumOff val="60000"/>
                    </a:scheme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  <p:sp>
                <p:nvSpPr>
                  <p:cNvPr id="295" name="子陵职场PPT3-48"/>
                  <p:cNvSpPr/>
                  <p:nvPr/>
                </p:nvSpPr>
                <p:spPr>
                  <a:xfrm>
                    <a:off x="3368655" y="5061272"/>
                    <a:ext cx="49339" cy="4958"/>
                  </a:xfrm>
                  <a:custGeom>
                    <a:avLst/>
                    <a:gdLst>
                      <a:gd name="connsiteX0" fmla="*/ 49340 w 49339"/>
                      <a:gd name="connsiteY0" fmla="*/ 2482 h 4958"/>
                      <a:gd name="connsiteX1" fmla="*/ 24670 w 49339"/>
                      <a:gd name="connsiteY1" fmla="*/ 4959 h 4958"/>
                      <a:gd name="connsiteX2" fmla="*/ 0 w 49339"/>
                      <a:gd name="connsiteY2" fmla="*/ 2482 h 4958"/>
                      <a:gd name="connsiteX3" fmla="*/ 24670 w 49339"/>
                      <a:gd name="connsiteY3" fmla="*/ 6 h 4958"/>
                      <a:gd name="connsiteX4" fmla="*/ 49340 w 49339"/>
                      <a:gd name="connsiteY4" fmla="*/ 2482 h 49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9339" h="4958">
                        <a:moveTo>
                          <a:pt x="49340" y="2482"/>
                        </a:moveTo>
                        <a:cubicBezTo>
                          <a:pt x="49340" y="3815"/>
                          <a:pt x="38290" y="4959"/>
                          <a:pt x="24670" y="4959"/>
                        </a:cubicBezTo>
                        <a:cubicBezTo>
                          <a:pt x="11049" y="4959"/>
                          <a:pt x="0" y="3815"/>
                          <a:pt x="0" y="2482"/>
                        </a:cubicBezTo>
                        <a:cubicBezTo>
                          <a:pt x="0" y="1149"/>
                          <a:pt x="11049" y="6"/>
                          <a:pt x="24670" y="6"/>
                        </a:cubicBezTo>
                        <a:cubicBezTo>
                          <a:pt x="38290" y="-90"/>
                          <a:pt x="49340" y="1053"/>
                          <a:pt x="49340" y="248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40000"/>
                      <a:lumOff val="60000"/>
                    </a:scheme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</p:grpSp>
          </p:grpSp>
          <p:sp>
            <p:nvSpPr>
              <p:cNvPr id="296" name="子陵职场PPT3-49"/>
              <p:cNvSpPr/>
              <p:nvPr/>
            </p:nvSpPr>
            <p:spPr>
              <a:xfrm>
                <a:off x="3230924" y="5366554"/>
                <a:ext cx="307847" cy="222789"/>
              </a:xfrm>
              <a:custGeom>
                <a:avLst/>
                <a:gdLst>
                  <a:gd name="connsiteX0" fmla="*/ 80581 w 307847"/>
                  <a:gd name="connsiteY0" fmla="*/ 222790 h 222789"/>
                  <a:gd name="connsiteX1" fmla="*/ 307848 w 307847"/>
                  <a:gd name="connsiteY1" fmla="*/ 58293 h 222789"/>
                  <a:gd name="connsiteX2" fmla="*/ 299371 w 307847"/>
                  <a:gd name="connsiteY2" fmla="*/ 44577 h 222789"/>
                  <a:gd name="connsiteX3" fmla="*/ 246221 w 307847"/>
                  <a:gd name="connsiteY3" fmla="*/ 0 h 222789"/>
                  <a:gd name="connsiteX4" fmla="*/ 210693 w 307847"/>
                  <a:gd name="connsiteY4" fmla="*/ 6382 h 222789"/>
                  <a:gd name="connsiteX5" fmla="*/ 0 w 307847"/>
                  <a:gd name="connsiteY5" fmla="*/ 38481 h 222789"/>
                  <a:gd name="connsiteX6" fmla="*/ 80581 w 307847"/>
                  <a:gd name="connsiteY6" fmla="*/ 222790 h 222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7847" h="222789">
                    <a:moveTo>
                      <a:pt x="80581" y="222790"/>
                    </a:moveTo>
                    <a:lnTo>
                      <a:pt x="307848" y="58293"/>
                    </a:lnTo>
                    <a:lnTo>
                      <a:pt x="299371" y="44577"/>
                    </a:lnTo>
                    <a:cubicBezTo>
                      <a:pt x="286988" y="24384"/>
                      <a:pt x="268319" y="8763"/>
                      <a:pt x="246221" y="0"/>
                    </a:cubicBezTo>
                    <a:lnTo>
                      <a:pt x="210693" y="6382"/>
                    </a:lnTo>
                    <a:lnTo>
                      <a:pt x="0" y="38481"/>
                    </a:lnTo>
                    <a:lnTo>
                      <a:pt x="80581" y="22279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297" name="子陵职场PPT3-50"/>
              <p:cNvSpPr/>
              <p:nvPr/>
            </p:nvSpPr>
            <p:spPr>
              <a:xfrm>
                <a:off x="2496356" y="5320167"/>
                <a:ext cx="196024" cy="231362"/>
              </a:xfrm>
              <a:custGeom>
                <a:avLst/>
                <a:gdLst>
                  <a:gd name="connsiteX0" fmla="*/ 7239 w 196024"/>
                  <a:gd name="connsiteY0" fmla="*/ 231362 h 231362"/>
                  <a:gd name="connsiteX1" fmla="*/ 196025 w 196024"/>
                  <a:gd name="connsiteY1" fmla="*/ 156400 h 231362"/>
                  <a:gd name="connsiteX2" fmla="*/ 153829 w 196024"/>
                  <a:gd name="connsiteY2" fmla="*/ 0 h 231362"/>
                  <a:gd name="connsiteX3" fmla="*/ 0 w 196024"/>
                  <a:gd name="connsiteY3" fmla="*/ 52292 h 231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6024" h="231362">
                    <a:moveTo>
                      <a:pt x="7239" y="231362"/>
                    </a:moveTo>
                    <a:lnTo>
                      <a:pt x="196025" y="156400"/>
                    </a:lnTo>
                    <a:lnTo>
                      <a:pt x="153829" y="0"/>
                    </a:lnTo>
                    <a:lnTo>
                      <a:pt x="0" y="52292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grpSp>
            <p:nvGrpSpPr>
              <p:cNvPr id="298" name="图形 177"/>
              <p:cNvGrpSpPr/>
              <p:nvPr/>
            </p:nvGrpSpPr>
            <p:grpSpPr>
              <a:xfrm>
                <a:off x="2367864" y="4397100"/>
                <a:ext cx="983209" cy="1343500"/>
                <a:chOff x="2367864" y="4397100"/>
                <a:chExt cx="983209" cy="1343500"/>
              </a:xfrm>
            </p:grpSpPr>
            <p:grpSp>
              <p:nvGrpSpPr>
                <p:cNvPr id="299" name="图形 177"/>
                <p:cNvGrpSpPr/>
                <p:nvPr/>
              </p:nvGrpSpPr>
              <p:grpSpPr>
                <a:xfrm>
                  <a:off x="2367870" y="4961170"/>
                  <a:ext cx="983203" cy="779430"/>
                  <a:chOff x="2367870" y="4961170"/>
                  <a:chExt cx="983203" cy="779430"/>
                </a:xfrm>
              </p:grpSpPr>
              <p:sp>
                <p:nvSpPr>
                  <p:cNvPr id="300" name="子陵职场PPT3-51"/>
                  <p:cNvSpPr/>
                  <p:nvPr/>
                </p:nvSpPr>
                <p:spPr>
                  <a:xfrm>
                    <a:off x="2367870" y="4961170"/>
                    <a:ext cx="983203" cy="779430"/>
                  </a:xfrm>
                  <a:custGeom>
                    <a:avLst/>
                    <a:gdLst>
                      <a:gd name="connsiteX0" fmla="*/ 935731 w 983203"/>
                      <a:gd name="connsiteY0" fmla="*/ 632555 h 779430"/>
                      <a:gd name="connsiteX1" fmla="*/ 971926 w 983203"/>
                      <a:gd name="connsiteY1" fmla="*/ 505778 h 779430"/>
                      <a:gd name="connsiteX2" fmla="*/ 776282 w 983203"/>
                      <a:gd name="connsiteY2" fmla="*/ 87725 h 779430"/>
                      <a:gd name="connsiteX3" fmla="*/ 756565 w 983203"/>
                      <a:gd name="connsiteY3" fmla="*/ 60769 h 779430"/>
                      <a:gd name="connsiteX4" fmla="*/ 594736 w 983203"/>
                      <a:gd name="connsiteY4" fmla="*/ 5334 h 779430"/>
                      <a:gd name="connsiteX5" fmla="*/ 390710 w 983203"/>
                      <a:gd name="connsiteY5" fmla="*/ 0 h 779430"/>
                      <a:gd name="connsiteX6" fmla="*/ 170302 w 983203"/>
                      <a:gd name="connsiteY6" fmla="*/ 126302 h 779430"/>
                      <a:gd name="connsiteX7" fmla="*/ 11329 w 983203"/>
                      <a:gd name="connsiteY7" fmla="*/ 442055 h 779430"/>
                      <a:gd name="connsiteX8" fmla="*/ 69051 w 983203"/>
                      <a:gd name="connsiteY8" fmla="*/ 588359 h 779430"/>
                      <a:gd name="connsiteX9" fmla="*/ 69051 w 983203"/>
                      <a:gd name="connsiteY9" fmla="*/ 588359 h 779430"/>
                      <a:gd name="connsiteX10" fmla="*/ 201448 w 983203"/>
                      <a:gd name="connsiteY10" fmla="*/ 532543 h 779430"/>
                      <a:gd name="connsiteX11" fmla="*/ 268219 w 983203"/>
                      <a:gd name="connsiteY11" fmla="*/ 383762 h 779430"/>
                      <a:gd name="connsiteX12" fmla="*/ 310224 w 983203"/>
                      <a:gd name="connsiteY12" fmla="*/ 596836 h 779430"/>
                      <a:gd name="connsiteX13" fmla="*/ 249740 w 983203"/>
                      <a:gd name="connsiteY13" fmla="*/ 772478 h 779430"/>
                      <a:gd name="connsiteX14" fmla="*/ 755613 w 983203"/>
                      <a:gd name="connsiteY14" fmla="*/ 779431 h 779430"/>
                      <a:gd name="connsiteX15" fmla="*/ 716751 w 983203"/>
                      <a:gd name="connsiteY15" fmla="*/ 544544 h 779430"/>
                      <a:gd name="connsiteX16" fmla="*/ 704464 w 983203"/>
                      <a:gd name="connsiteY16" fmla="*/ 377000 h 779430"/>
                      <a:gd name="connsiteX17" fmla="*/ 807048 w 983203"/>
                      <a:gd name="connsiteY17" fmla="*/ 588550 h 779430"/>
                      <a:gd name="connsiteX18" fmla="*/ 935731 w 983203"/>
                      <a:gd name="connsiteY18" fmla="*/ 632555 h 779430"/>
                      <a:gd name="connsiteX19" fmla="*/ 935731 w 983203"/>
                      <a:gd name="connsiteY19" fmla="*/ 632555 h 7794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983203" h="779430">
                        <a:moveTo>
                          <a:pt x="935731" y="632555"/>
                        </a:moveTo>
                        <a:cubicBezTo>
                          <a:pt x="982784" y="609219"/>
                          <a:pt x="994881" y="553022"/>
                          <a:pt x="971926" y="505778"/>
                        </a:cubicBezTo>
                        <a:lnTo>
                          <a:pt x="776282" y="87725"/>
                        </a:lnTo>
                        <a:cubicBezTo>
                          <a:pt x="771805" y="77438"/>
                          <a:pt x="765138" y="68104"/>
                          <a:pt x="756565" y="60769"/>
                        </a:cubicBezTo>
                        <a:cubicBezTo>
                          <a:pt x="679603" y="-6001"/>
                          <a:pt x="594736" y="5334"/>
                          <a:pt x="594736" y="5334"/>
                        </a:cubicBezTo>
                        <a:lnTo>
                          <a:pt x="390710" y="0"/>
                        </a:lnTo>
                        <a:cubicBezTo>
                          <a:pt x="390710" y="0"/>
                          <a:pt x="230404" y="0"/>
                          <a:pt x="170302" y="126302"/>
                        </a:cubicBezTo>
                        <a:cubicBezTo>
                          <a:pt x="165920" y="135541"/>
                          <a:pt x="72766" y="320326"/>
                          <a:pt x="11329" y="442055"/>
                        </a:cubicBezTo>
                        <a:cubicBezTo>
                          <a:pt x="-17055" y="498253"/>
                          <a:pt x="9996" y="566642"/>
                          <a:pt x="69051" y="588359"/>
                        </a:cubicBezTo>
                        <a:lnTo>
                          <a:pt x="69051" y="588359"/>
                        </a:lnTo>
                        <a:cubicBezTo>
                          <a:pt x="120962" y="607409"/>
                          <a:pt x="178779" y="583025"/>
                          <a:pt x="201448" y="532543"/>
                        </a:cubicBezTo>
                        <a:lnTo>
                          <a:pt x="268219" y="383762"/>
                        </a:lnTo>
                        <a:lnTo>
                          <a:pt x="310224" y="596836"/>
                        </a:lnTo>
                        <a:lnTo>
                          <a:pt x="249740" y="772478"/>
                        </a:lnTo>
                        <a:lnTo>
                          <a:pt x="755613" y="779431"/>
                        </a:lnTo>
                        <a:lnTo>
                          <a:pt x="716751" y="544544"/>
                        </a:lnTo>
                        <a:lnTo>
                          <a:pt x="704464" y="377000"/>
                        </a:lnTo>
                        <a:lnTo>
                          <a:pt x="807048" y="588550"/>
                        </a:lnTo>
                        <a:cubicBezTo>
                          <a:pt x="830289" y="636556"/>
                          <a:pt x="888106" y="656272"/>
                          <a:pt x="935731" y="632555"/>
                        </a:cubicBezTo>
                        <a:lnTo>
                          <a:pt x="935731" y="632555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  <p:sp>
                <p:nvSpPr>
                  <p:cNvPr id="302" name="子陵职场PPT3-52"/>
                  <p:cNvSpPr/>
                  <p:nvPr/>
                </p:nvSpPr>
                <p:spPr>
                  <a:xfrm>
                    <a:off x="3007563" y="5224822"/>
                    <a:ext cx="80676" cy="314420"/>
                  </a:xfrm>
                  <a:custGeom>
                    <a:avLst/>
                    <a:gdLst>
                      <a:gd name="connsiteX0" fmla="*/ 0 w 80676"/>
                      <a:gd name="connsiteY0" fmla="*/ 0 h 314420"/>
                      <a:gd name="connsiteX1" fmla="*/ 26670 w 80676"/>
                      <a:gd name="connsiteY1" fmla="*/ 183832 h 314420"/>
                      <a:gd name="connsiteX2" fmla="*/ 80677 w 80676"/>
                      <a:gd name="connsiteY2" fmla="*/ 314420 h 314420"/>
                      <a:gd name="connsiteX3" fmla="*/ 64770 w 80676"/>
                      <a:gd name="connsiteY3" fmla="*/ 113538 h 314420"/>
                      <a:gd name="connsiteX4" fmla="*/ 0 w 80676"/>
                      <a:gd name="connsiteY4" fmla="*/ 0 h 3144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0676" h="314420">
                        <a:moveTo>
                          <a:pt x="0" y="0"/>
                        </a:moveTo>
                        <a:cubicBezTo>
                          <a:pt x="11906" y="96202"/>
                          <a:pt x="6572" y="88963"/>
                          <a:pt x="26670" y="183832"/>
                        </a:cubicBezTo>
                        <a:cubicBezTo>
                          <a:pt x="36576" y="230505"/>
                          <a:pt x="48577" y="279178"/>
                          <a:pt x="80677" y="314420"/>
                        </a:cubicBezTo>
                        <a:lnTo>
                          <a:pt x="64770" y="11353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</p:grpSp>
            <p:sp>
              <p:nvSpPr>
                <p:cNvPr id="303" name="子陵职场PPT3-53"/>
                <p:cNvSpPr/>
                <p:nvPr/>
              </p:nvSpPr>
              <p:spPr>
                <a:xfrm>
                  <a:off x="2367864" y="43971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noFill/>
                <a:ln w="9525" cap="flat">
                  <a:solidFill>
                    <a:srgbClr val="83919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</p:grpSp>
          <p:sp>
            <p:nvSpPr>
              <p:cNvPr id="304" name="子陵职场PPT3-54"/>
              <p:cNvSpPr/>
              <p:nvPr/>
            </p:nvSpPr>
            <p:spPr>
              <a:xfrm>
                <a:off x="2603131" y="5628111"/>
                <a:ext cx="534447" cy="112585"/>
              </a:xfrm>
              <a:custGeom>
                <a:avLst/>
                <a:gdLst>
                  <a:gd name="connsiteX0" fmla="*/ 14478 w 534447"/>
                  <a:gd name="connsiteY0" fmla="*/ 105632 h 112585"/>
                  <a:gd name="connsiteX1" fmla="*/ 0 w 534447"/>
                  <a:gd name="connsiteY1" fmla="*/ 63436 h 112585"/>
                  <a:gd name="connsiteX2" fmla="*/ 37719 w 534447"/>
                  <a:gd name="connsiteY2" fmla="*/ 38290 h 112585"/>
                  <a:gd name="connsiteX3" fmla="*/ 501777 w 534447"/>
                  <a:gd name="connsiteY3" fmla="*/ 0 h 112585"/>
                  <a:gd name="connsiteX4" fmla="*/ 534448 w 534447"/>
                  <a:gd name="connsiteY4" fmla="*/ 61531 h 112585"/>
                  <a:gd name="connsiteX5" fmla="*/ 520351 w 534447"/>
                  <a:gd name="connsiteY5" fmla="*/ 112585 h 112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34447" h="112585">
                    <a:moveTo>
                      <a:pt x="14478" y="105632"/>
                    </a:moveTo>
                    <a:lnTo>
                      <a:pt x="0" y="63436"/>
                    </a:lnTo>
                    <a:lnTo>
                      <a:pt x="37719" y="38290"/>
                    </a:lnTo>
                    <a:lnTo>
                      <a:pt x="501777" y="0"/>
                    </a:lnTo>
                    <a:lnTo>
                      <a:pt x="534448" y="61531"/>
                    </a:lnTo>
                    <a:lnTo>
                      <a:pt x="520351" y="112585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05" name="子陵职场PPT3-55"/>
              <p:cNvSpPr/>
              <p:nvPr/>
            </p:nvSpPr>
            <p:spPr>
              <a:xfrm>
                <a:off x="2650232" y="4884017"/>
                <a:ext cx="142305" cy="286416"/>
              </a:xfrm>
              <a:custGeom>
                <a:avLst/>
                <a:gdLst>
                  <a:gd name="connsiteX0" fmla="*/ 63198 w 142305"/>
                  <a:gd name="connsiteY0" fmla="*/ 53531 h 286416"/>
                  <a:gd name="connsiteX1" fmla="*/ 22241 w 142305"/>
                  <a:gd name="connsiteY1" fmla="*/ 97441 h 286416"/>
                  <a:gd name="connsiteX2" fmla="*/ 31004 w 142305"/>
                  <a:gd name="connsiteY2" fmla="*/ 156877 h 286416"/>
                  <a:gd name="connsiteX3" fmla="*/ 39862 w 142305"/>
                  <a:gd name="connsiteY3" fmla="*/ 176022 h 286416"/>
                  <a:gd name="connsiteX4" fmla="*/ 2524 w 142305"/>
                  <a:gd name="connsiteY4" fmla="*/ 208407 h 286416"/>
                  <a:gd name="connsiteX5" fmla="*/ 9953 w 142305"/>
                  <a:gd name="connsiteY5" fmla="*/ 239459 h 286416"/>
                  <a:gd name="connsiteX6" fmla="*/ 38528 w 142305"/>
                  <a:gd name="connsiteY6" fmla="*/ 258509 h 286416"/>
                  <a:gd name="connsiteX7" fmla="*/ 56054 w 142305"/>
                  <a:gd name="connsiteY7" fmla="*/ 286417 h 286416"/>
                  <a:gd name="connsiteX8" fmla="*/ 69961 w 142305"/>
                  <a:gd name="connsiteY8" fmla="*/ 264890 h 286416"/>
                  <a:gd name="connsiteX9" fmla="*/ 58055 w 142305"/>
                  <a:gd name="connsiteY9" fmla="*/ 238506 h 286416"/>
                  <a:gd name="connsiteX10" fmla="*/ 56816 w 142305"/>
                  <a:gd name="connsiteY10" fmla="*/ 210884 h 286416"/>
                  <a:gd name="connsiteX11" fmla="*/ 86344 w 142305"/>
                  <a:gd name="connsiteY11" fmla="*/ 197549 h 286416"/>
                  <a:gd name="connsiteX12" fmla="*/ 108156 w 142305"/>
                  <a:gd name="connsiteY12" fmla="*/ 144590 h 286416"/>
                  <a:gd name="connsiteX13" fmla="*/ 94535 w 142305"/>
                  <a:gd name="connsiteY13" fmla="*/ 103061 h 286416"/>
                  <a:gd name="connsiteX14" fmla="*/ 114919 w 142305"/>
                  <a:gd name="connsiteY14" fmla="*/ 88487 h 286416"/>
                  <a:gd name="connsiteX15" fmla="*/ 142160 w 142305"/>
                  <a:gd name="connsiteY15" fmla="*/ 46101 h 286416"/>
                  <a:gd name="connsiteX16" fmla="*/ 121777 w 142305"/>
                  <a:gd name="connsiteY16" fmla="*/ 0 h 286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305" h="286416">
                    <a:moveTo>
                      <a:pt x="63198" y="53531"/>
                    </a:moveTo>
                    <a:cubicBezTo>
                      <a:pt x="43862" y="61055"/>
                      <a:pt x="28337" y="77629"/>
                      <a:pt x="22241" y="97441"/>
                    </a:cubicBezTo>
                    <a:cubicBezTo>
                      <a:pt x="16049" y="117253"/>
                      <a:pt x="19383" y="139732"/>
                      <a:pt x="31004" y="156877"/>
                    </a:cubicBezTo>
                    <a:cubicBezTo>
                      <a:pt x="35004" y="162782"/>
                      <a:pt x="40243" y="168878"/>
                      <a:pt x="39862" y="176022"/>
                    </a:cubicBezTo>
                    <a:cubicBezTo>
                      <a:pt x="39005" y="193167"/>
                      <a:pt x="11287" y="193643"/>
                      <a:pt x="2524" y="208407"/>
                    </a:cubicBezTo>
                    <a:cubicBezTo>
                      <a:pt x="-3286" y="218313"/>
                      <a:pt x="1667" y="231458"/>
                      <a:pt x="9953" y="239459"/>
                    </a:cubicBezTo>
                    <a:cubicBezTo>
                      <a:pt x="18240" y="247460"/>
                      <a:pt x="29099" y="252032"/>
                      <a:pt x="38528" y="258509"/>
                    </a:cubicBezTo>
                    <a:cubicBezTo>
                      <a:pt x="47958" y="264986"/>
                      <a:pt x="56531" y="274987"/>
                      <a:pt x="56054" y="286417"/>
                    </a:cubicBezTo>
                    <a:cubicBezTo>
                      <a:pt x="65770" y="286131"/>
                      <a:pt x="71485" y="274415"/>
                      <a:pt x="69961" y="264890"/>
                    </a:cubicBezTo>
                    <a:cubicBezTo>
                      <a:pt x="68437" y="255270"/>
                      <a:pt x="62436" y="247174"/>
                      <a:pt x="58055" y="238506"/>
                    </a:cubicBezTo>
                    <a:cubicBezTo>
                      <a:pt x="53768" y="229838"/>
                      <a:pt x="51292" y="218789"/>
                      <a:pt x="56816" y="210884"/>
                    </a:cubicBezTo>
                    <a:cubicBezTo>
                      <a:pt x="63103" y="201835"/>
                      <a:pt x="76057" y="201549"/>
                      <a:pt x="86344" y="197549"/>
                    </a:cubicBezTo>
                    <a:cubicBezTo>
                      <a:pt x="106251" y="189833"/>
                      <a:pt x="116824" y="164116"/>
                      <a:pt x="108156" y="144590"/>
                    </a:cubicBezTo>
                    <a:cubicBezTo>
                      <a:pt x="101965" y="130683"/>
                      <a:pt x="87392" y="116586"/>
                      <a:pt x="94535" y="103061"/>
                    </a:cubicBezTo>
                    <a:cubicBezTo>
                      <a:pt x="98441" y="95536"/>
                      <a:pt x="107489" y="92678"/>
                      <a:pt x="114919" y="88487"/>
                    </a:cubicBezTo>
                    <a:cubicBezTo>
                      <a:pt x="130254" y="80010"/>
                      <a:pt x="140827" y="63532"/>
                      <a:pt x="142160" y="46101"/>
                    </a:cubicBezTo>
                    <a:cubicBezTo>
                      <a:pt x="143494" y="28670"/>
                      <a:pt x="135588" y="10763"/>
                      <a:pt x="121777" y="0"/>
                    </a:cubicBezTo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06" name="子陵职场PPT3-56"/>
              <p:cNvSpPr/>
              <p:nvPr/>
            </p:nvSpPr>
            <p:spPr>
              <a:xfrm>
                <a:off x="2545081" y="5365404"/>
                <a:ext cx="89824" cy="151563"/>
              </a:xfrm>
              <a:custGeom>
                <a:avLst/>
                <a:gdLst>
                  <a:gd name="connsiteX0" fmla="*/ 89769 w 89824"/>
                  <a:gd name="connsiteY0" fmla="*/ 7 h 151563"/>
                  <a:gd name="connsiteX1" fmla="*/ 79482 w 89824"/>
                  <a:gd name="connsiteY1" fmla="*/ 23724 h 151563"/>
                  <a:gd name="connsiteX2" fmla="*/ 49764 w 89824"/>
                  <a:gd name="connsiteY2" fmla="*/ 78588 h 151563"/>
                  <a:gd name="connsiteX3" fmla="*/ 15950 w 89824"/>
                  <a:gd name="connsiteY3" fmla="*/ 131071 h 151563"/>
                  <a:gd name="connsiteX4" fmla="*/ 43 w 89824"/>
                  <a:gd name="connsiteY4" fmla="*/ 151550 h 151563"/>
                  <a:gd name="connsiteX5" fmla="*/ 12997 w 89824"/>
                  <a:gd name="connsiteY5" fmla="*/ 129166 h 151563"/>
                  <a:gd name="connsiteX6" fmla="*/ 45477 w 89824"/>
                  <a:gd name="connsiteY6" fmla="*/ 76112 h 151563"/>
                  <a:gd name="connsiteX7" fmla="*/ 76434 w 89824"/>
                  <a:gd name="connsiteY7" fmla="*/ 22105 h 151563"/>
                  <a:gd name="connsiteX8" fmla="*/ 89769 w 89824"/>
                  <a:gd name="connsiteY8" fmla="*/ 7 h 151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9824" h="151563">
                    <a:moveTo>
                      <a:pt x="89769" y="7"/>
                    </a:moveTo>
                    <a:cubicBezTo>
                      <a:pt x="90340" y="293"/>
                      <a:pt x="86530" y="9437"/>
                      <a:pt x="79482" y="23724"/>
                    </a:cubicBezTo>
                    <a:cubicBezTo>
                      <a:pt x="72433" y="38107"/>
                      <a:pt x="62146" y="57633"/>
                      <a:pt x="49764" y="78588"/>
                    </a:cubicBezTo>
                    <a:cubicBezTo>
                      <a:pt x="37286" y="99543"/>
                      <a:pt x="25094" y="118022"/>
                      <a:pt x="15950" y="131071"/>
                    </a:cubicBezTo>
                    <a:cubicBezTo>
                      <a:pt x="6711" y="144120"/>
                      <a:pt x="615" y="151931"/>
                      <a:pt x="43" y="151550"/>
                    </a:cubicBezTo>
                    <a:cubicBezTo>
                      <a:pt x="-528" y="151169"/>
                      <a:pt x="4615" y="142691"/>
                      <a:pt x="12997" y="129166"/>
                    </a:cubicBezTo>
                    <a:cubicBezTo>
                      <a:pt x="21379" y="115641"/>
                      <a:pt x="33095" y="96971"/>
                      <a:pt x="45477" y="76112"/>
                    </a:cubicBezTo>
                    <a:cubicBezTo>
                      <a:pt x="57860" y="55252"/>
                      <a:pt x="68623" y="36011"/>
                      <a:pt x="76434" y="22105"/>
                    </a:cubicBezTo>
                    <a:cubicBezTo>
                      <a:pt x="84149" y="8198"/>
                      <a:pt x="89197" y="-279"/>
                      <a:pt x="89769" y="7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07" name="子陵职场PPT3-57"/>
              <p:cNvSpPr/>
              <p:nvPr/>
            </p:nvSpPr>
            <p:spPr>
              <a:xfrm>
                <a:off x="2569292" y="5445705"/>
                <a:ext cx="22272" cy="65385"/>
              </a:xfrm>
              <a:custGeom>
                <a:avLst/>
                <a:gdLst>
                  <a:gd name="connsiteX0" fmla="*/ 21076 w 22272"/>
                  <a:gd name="connsiteY0" fmla="*/ 2 h 65385"/>
                  <a:gd name="connsiteX1" fmla="*/ 17837 w 22272"/>
                  <a:gd name="connsiteY1" fmla="*/ 34958 h 65385"/>
                  <a:gd name="connsiteX2" fmla="*/ 121 w 22272"/>
                  <a:gd name="connsiteY2" fmla="*/ 65343 h 65385"/>
                  <a:gd name="connsiteX3" fmla="*/ 13075 w 22272"/>
                  <a:gd name="connsiteY3" fmla="*/ 33434 h 65385"/>
                  <a:gd name="connsiteX4" fmla="*/ 21076 w 22272"/>
                  <a:gd name="connsiteY4" fmla="*/ 2 h 6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272" h="65385">
                    <a:moveTo>
                      <a:pt x="21076" y="2"/>
                    </a:moveTo>
                    <a:cubicBezTo>
                      <a:pt x="22314" y="-189"/>
                      <a:pt x="24028" y="16099"/>
                      <a:pt x="17837" y="34958"/>
                    </a:cubicBezTo>
                    <a:cubicBezTo>
                      <a:pt x="11836" y="53913"/>
                      <a:pt x="1073" y="66200"/>
                      <a:pt x="121" y="65343"/>
                    </a:cubicBezTo>
                    <a:cubicBezTo>
                      <a:pt x="-1118" y="64486"/>
                      <a:pt x="7455" y="51532"/>
                      <a:pt x="13075" y="33434"/>
                    </a:cubicBezTo>
                    <a:cubicBezTo>
                      <a:pt x="18980" y="15527"/>
                      <a:pt x="19552" y="2"/>
                      <a:pt x="21076" y="2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08" name="子陵职场PPT3-58"/>
              <p:cNvSpPr/>
              <p:nvPr/>
            </p:nvSpPr>
            <p:spPr>
              <a:xfrm>
                <a:off x="3159171" y="5079944"/>
                <a:ext cx="172366" cy="372052"/>
              </a:xfrm>
              <a:custGeom>
                <a:avLst/>
                <a:gdLst>
                  <a:gd name="connsiteX0" fmla="*/ 172337 w 172366"/>
                  <a:gd name="connsiteY0" fmla="*/ 372049 h 372052"/>
                  <a:gd name="connsiteX1" fmla="*/ 83945 w 172366"/>
                  <a:gd name="connsiteY1" fmla="*/ 187074 h 372052"/>
                  <a:gd name="connsiteX2" fmla="*/ 30 w 172366"/>
                  <a:gd name="connsiteY2" fmla="*/ 3 h 372052"/>
                  <a:gd name="connsiteX3" fmla="*/ 88422 w 172366"/>
                  <a:gd name="connsiteY3" fmla="*/ 184978 h 372052"/>
                  <a:gd name="connsiteX4" fmla="*/ 172337 w 172366"/>
                  <a:gd name="connsiteY4" fmla="*/ 372049 h 372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2366" h="372052">
                    <a:moveTo>
                      <a:pt x="172337" y="372049"/>
                    </a:moveTo>
                    <a:cubicBezTo>
                      <a:pt x="171099" y="372621"/>
                      <a:pt x="131475" y="289849"/>
                      <a:pt x="83945" y="187074"/>
                    </a:cubicBezTo>
                    <a:cubicBezTo>
                      <a:pt x="36320" y="84299"/>
                      <a:pt x="-1209" y="574"/>
                      <a:pt x="30" y="3"/>
                    </a:cubicBezTo>
                    <a:cubicBezTo>
                      <a:pt x="1268" y="-569"/>
                      <a:pt x="40797" y="82204"/>
                      <a:pt x="88422" y="184978"/>
                    </a:cubicBezTo>
                    <a:cubicBezTo>
                      <a:pt x="136047" y="287753"/>
                      <a:pt x="173575" y="371478"/>
                      <a:pt x="172337" y="372049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09" name="子陵职场PPT3-59"/>
              <p:cNvSpPr/>
              <p:nvPr/>
            </p:nvSpPr>
            <p:spPr>
              <a:xfrm>
                <a:off x="3004063" y="5024801"/>
                <a:ext cx="86468" cy="129346"/>
              </a:xfrm>
              <a:custGeom>
                <a:avLst/>
                <a:gdLst>
                  <a:gd name="connsiteX0" fmla="*/ 86462 w 86468"/>
                  <a:gd name="connsiteY0" fmla="*/ 92 h 129346"/>
                  <a:gd name="connsiteX1" fmla="*/ 65317 w 86468"/>
                  <a:gd name="connsiteY1" fmla="*/ 11807 h 129346"/>
                  <a:gd name="connsiteX2" fmla="*/ 24264 w 86468"/>
                  <a:gd name="connsiteY2" fmla="*/ 51717 h 129346"/>
                  <a:gd name="connsiteX3" fmla="*/ 3976 w 86468"/>
                  <a:gd name="connsiteY3" fmla="*/ 105248 h 129346"/>
                  <a:gd name="connsiteX4" fmla="*/ 1594 w 86468"/>
                  <a:gd name="connsiteY4" fmla="*/ 129346 h 129346"/>
                  <a:gd name="connsiteX5" fmla="*/ 451 w 86468"/>
                  <a:gd name="connsiteY5" fmla="*/ 104867 h 129346"/>
                  <a:gd name="connsiteX6" fmla="*/ 20073 w 86468"/>
                  <a:gd name="connsiteY6" fmla="*/ 49050 h 129346"/>
                  <a:gd name="connsiteX7" fmla="*/ 63507 w 86468"/>
                  <a:gd name="connsiteY7" fmla="*/ 8855 h 129346"/>
                  <a:gd name="connsiteX8" fmla="*/ 86462 w 86468"/>
                  <a:gd name="connsiteY8" fmla="*/ 92 h 129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6468" h="129346">
                    <a:moveTo>
                      <a:pt x="86462" y="92"/>
                    </a:moveTo>
                    <a:cubicBezTo>
                      <a:pt x="86748" y="854"/>
                      <a:pt x="77890" y="3997"/>
                      <a:pt x="65317" y="11807"/>
                    </a:cubicBezTo>
                    <a:cubicBezTo>
                      <a:pt x="52744" y="19523"/>
                      <a:pt x="36646" y="32858"/>
                      <a:pt x="24264" y="51717"/>
                    </a:cubicBezTo>
                    <a:cubicBezTo>
                      <a:pt x="11881" y="70577"/>
                      <a:pt x="6166" y="90674"/>
                      <a:pt x="3976" y="105248"/>
                    </a:cubicBezTo>
                    <a:cubicBezTo>
                      <a:pt x="1785" y="119916"/>
                      <a:pt x="2452" y="129251"/>
                      <a:pt x="1594" y="129346"/>
                    </a:cubicBezTo>
                    <a:cubicBezTo>
                      <a:pt x="1118" y="129441"/>
                      <a:pt x="-882" y="120107"/>
                      <a:pt x="451" y="104867"/>
                    </a:cubicBezTo>
                    <a:cubicBezTo>
                      <a:pt x="1690" y="89722"/>
                      <a:pt x="7119" y="68672"/>
                      <a:pt x="20073" y="49050"/>
                    </a:cubicBezTo>
                    <a:cubicBezTo>
                      <a:pt x="32932" y="29429"/>
                      <a:pt x="50172" y="15999"/>
                      <a:pt x="63507" y="8855"/>
                    </a:cubicBezTo>
                    <a:cubicBezTo>
                      <a:pt x="76937" y="1520"/>
                      <a:pt x="86272" y="-480"/>
                      <a:pt x="86462" y="92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10" name="子陵职场PPT3-60"/>
              <p:cNvSpPr/>
              <p:nvPr/>
            </p:nvSpPr>
            <p:spPr>
              <a:xfrm>
                <a:off x="2580591" y="5126142"/>
                <a:ext cx="96991" cy="434055"/>
              </a:xfrm>
              <a:custGeom>
                <a:avLst/>
                <a:gdLst>
                  <a:gd name="connsiteX0" fmla="*/ 96931 w 96991"/>
                  <a:gd name="connsiteY0" fmla="*/ 434055 h 434055"/>
                  <a:gd name="connsiteX1" fmla="*/ 46067 w 96991"/>
                  <a:gd name="connsiteY1" fmla="*/ 217552 h 434055"/>
                  <a:gd name="connsiteX2" fmla="*/ 61 w 96991"/>
                  <a:gd name="connsiteY2" fmla="*/ 1 h 434055"/>
                  <a:gd name="connsiteX3" fmla="*/ 50925 w 96991"/>
                  <a:gd name="connsiteY3" fmla="*/ 216504 h 434055"/>
                  <a:gd name="connsiteX4" fmla="*/ 96931 w 96991"/>
                  <a:gd name="connsiteY4" fmla="*/ 434055 h 434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991" h="434055">
                    <a:moveTo>
                      <a:pt x="96931" y="434055"/>
                    </a:moveTo>
                    <a:cubicBezTo>
                      <a:pt x="95597" y="434341"/>
                      <a:pt x="72832" y="337376"/>
                      <a:pt x="46067" y="217552"/>
                    </a:cubicBezTo>
                    <a:cubicBezTo>
                      <a:pt x="19302" y="97632"/>
                      <a:pt x="-1272" y="286"/>
                      <a:pt x="61" y="1"/>
                    </a:cubicBezTo>
                    <a:cubicBezTo>
                      <a:pt x="1395" y="-285"/>
                      <a:pt x="24160" y="96584"/>
                      <a:pt x="50925" y="216504"/>
                    </a:cubicBezTo>
                    <a:cubicBezTo>
                      <a:pt x="77690" y="336328"/>
                      <a:pt x="98264" y="433769"/>
                      <a:pt x="96931" y="434055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11" name="子陵职场PPT3-61"/>
              <p:cNvSpPr/>
              <p:nvPr/>
            </p:nvSpPr>
            <p:spPr>
              <a:xfrm>
                <a:off x="3508101" y="5385223"/>
                <a:ext cx="122872" cy="39624"/>
              </a:xfrm>
              <a:custGeom>
                <a:avLst/>
                <a:gdLst>
                  <a:gd name="connsiteX0" fmla="*/ 30671 w 122872"/>
                  <a:gd name="connsiteY0" fmla="*/ 39624 h 39624"/>
                  <a:gd name="connsiteX1" fmla="*/ 122873 w 122872"/>
                  <a:gd name="connsiteY1" fmla="*/ 0 h 39624"/>
                  <a:gd name="connsiteX2" fmla="*/ 0 w 122872"/>
                  <a:gd name="connsiteY2" fmla="*/ 0 h 39624"/>
                  <a:gd name="connsiteX3" fmla="*/ 26860 w 122872"/>
                  <a:gd name="connsiteY3" fmla="*/ 34766 h 39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" h="39624">
                    <a:moveTo>
                      <a:pt x="30671" y="39624"/>
                    </a:moveTo>
                    <a:lnTo>
                      <a:pt x="122873" y="0"/>
                    </a:lnTo>
                    <a:lnTo>
                      <a:pt x="0" y="0"/>
                    </a:lnTo>
                    <a:lnTo>
                      <a:pt x="26860" y="34766"/>
                    </a:lnTo>
                  </a:path>
                </a:pathLst>
              </a:custGeom>
              <a:solidFill>
                <a:srgbClr val="FACFB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12" name="子陵职场PPT3-62"/>
              <p:cNvSpPr/>
              <p:nvPr/>
            </p:nvSpPr>
            <p:spPr>
              <a:xfrm>
                <a:off x="3305084" y="5392266"/>
                <a:ext cx="44235" cy="42918"/>
              </a:xfrm>
              <a:custGeom>
                <a:avLst/>
                <a:gdLst>
                  <a:gd name="connsiteX0" fmla="*/ 44140 w 44235"/>
                  <a:gd name="connsiteY0" fmla="*/ 42868 h 42918"/>
                  <a:gd name="connsiteX1" fmla="*/ 21756 w 44235"/>
                  <a:gd name="connsiteY1" fmla="*/ 21817 h 42918"/>
                  <a:gd name="connsiteX2" fmla="*/ 39 w 44235"/>
                  <a:gd name="connsiteY2" fmla="*/ 100 h 42918"/>
                  <a:gd name="connsiteX3" fmla="*/ 25185 w 44235"/>
                  <a:gd name="connsiteY3" fmla="*/ 18293 h 42918"/>
                  <a:gd name="connsiteX4" fmla="*/ 44140 w 44235"/>
                  <a:gd name="connsiteY4" fmla="*/ 42868 h 42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235" h="42918">
                    <a:moveTo>
                      <a:pt x="44140" y="42868"/>
                    </a:moveTo>
                    <a:cubicBezTo>
                      <a:pt x="42997" y="43725"/>
                      <a:pt x="33853" y="33533"/>
                      <a:pt x="21756" y="21817"/>
                    </a:cubicBezTo>
                    <a:cubicBezTo>
                      <a:pt x="9755" y="10102"/>
                      <a:pt x="-723" y="1243"/>
                      <a:pt x="39" y="100"/>
                    </a:cubicBezTo>
                    <a:cubicBezTo>
                      <a:pt x="801" y="-947"/>
                      <a:pt x="12803" y="6292"/>
                      <a:pt x="25185" y="18293"/>
                    </a:cubicBezTo>
                    <a:cubicBezTo>
                      <a:pt x="37568" y="30199"/>
                      <a:pt x="45188" y="42106"/>
                      <a:pt x="44140" y="42868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13" name="子陵职场PPT3-63"/>
              <p:cNvSpPr/>
              <p:nvPr/>
            </p:nvSpPr>
            <p:spPr>
              <a:xfrm>
                <a:off x="3005824" y="5218720"/>
                <a:ext cx="173403" cy="338911"/>
              </a:xfrm>
              <a:custGeom>
                <a:avLst/>
                <a:gdLst>
                  <a:gd name="connsiteX0" fmla="*/ 173379 w 173403"/>
                  <a:gd name="connsiteY0" fmla="*/ 338905 h 338911"/>
                  <a:gd name="connsiteX1" fmla="*/ 165568 w 173403"/>
                  <a:gd name="connsiteY1" fmla="*/ 326047 h 338911"/>
                  <a:gd name="connsiteX2" fmla="*/ 146233 w 173403"/>
                  <a:gd name="connsiteY2" fmla="*/ 290137 h 338911"/>
                  <a:gd name="connsiteX3" fmla="*/ 85654 w 173403"/>
                  <a:gd name="connsiteY3" fmla="*/ 169932 h 338911"/>
                  <a:gd name="connsiteX4" fmla="*/ 25170 w 173403"/>
                  <a:gd name="connsiteY4" fmla="*/ 49726 h 338911"/>
                  <a:gd name="connsiteX5" fmla="*/ 6406 w 173403"/>
                  <a:gd name="connsiteY5" fmla="*/ 13531 h 338911"/>
                  <a:gd name="connsiteX6" fmla="*/ 24 w 173403"/>
                  <a:gd name="connsiteY6" fmla="*/ 6 h 338911"/>
                  <a:gd name="connsiteX7" fmla="*/ 8120 w 173403"/>
                  <a:gd name="connsiteY7" fmla="*/ 12579 h 338911"/>
                  <a:gd name="connsiteX8" fmla="*/ 28313 w 173403"/>
                  <a:gd name="connsiteY8" fmla="*/ 48107 h 338911"/>
                  <a:gd name="connsiteX9" fmla="*/ 90226 w 173403"/>
                  <a:gd name="connsiteY9" fmla="*/ 167741 h 338911"/>
                  <a:gd name="connsiteX10" fmla="*/ 149566 w 173403"/>
                  <a:gd name="connsiteY10" fmla="*/ 288518 h 338911"/>
                  <a:gd name="connsiteX11" fmla="*/ 167473 w 173403"/>
                  <a:gd name="connsiteY11" fmla="*/ 325189 h 338911"/>
                  <a:gd name="connsiteX12" fmla="*/ 173379 w 173403"/>
                  <a:gd name="connsiteY12" fmla="*/ 338905 h 338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3403" h="338911">
                    <a:moveTo>
                      <a:pt x="173379" y="338905"/>
                    </a:moveTo>
                    <a:cubicBezTo>
                      <a:pt x="173093" y="339096"/>
                      <a:pt x="170331" y="334524"/>
                      <a:pt x="165568" y="326047"/>
                    </a:cubicBezTo>
                    <a:cubicBezTo>
                      <a:pt x="160806" y="317665"/>
                      <a:pt x="154234" y="305377"/>
                      <a:pt x="146233" y="290137"/>
                    </a:cubicBezTo>
                    <a:cubicBezTo>
                      <a:pt x="130231" y="259657"/>
                      <a:pt x="108895" y="217081"/>
                      <a:pt x="85654" y="169932"/>
                    </a:cubicBezTo>
                    <a:cubicBezTo>
                      <a:pt x="62317" y="122783"/>
                      <a:pt x="40981" y="80302"/>
                      <a:pt x="25170" y="49726"/>
                    </a:cubicBezTo>
                    <a:cubicBezTo>
                      <a:pt x="17550" y="35058"/>
                      <a:pt x="11263" y="22866"/>
                      <a:pt x="6406" y="13531"/>
                    </a:cubicBezTo>
                    <a:cubicBezTo>
                      <a:pt x="2024" y="4959"/>
                      <a:pt x="-262" y="196"/>
                      <a:pt x="24" y="6"/>
                    </a:cubicBezTo>
                    <a:cubicBezTo>
                      <a:pt x="310" y="-185"/>
                      <a:pt x="3167" y="4292"/>
                      <a:pt x="8120" y="12579"/>
                    </a:cubicBezTo>
                    <a:cubicBezTo>
                      <a:pt x="13073" y="20866"/>
                      <a:pt x="19931" y="32962"/>
                      <a:pt x="28313" y="48107"/>
                    </a:cubicBezTo>
                    <a:cubicBezTo>
                      <a:pt x="44982" y="78301"/>
                      <a:pt x="66889" y="120592"/>
                      <a:pt x="90226" y="167741"/>
                    </a:cubicBezTo>
                    <a:cubicBezTo>
                      <a:pt x="113181" y="214509"/>
                      <a:pt x="133945" y="256895"/>
                      <a:pt x="149566" y="288518"/>
                    </a:cubicBezTo>
                    <a:cubicBezTo>
                      <a:pt x="156805" y="303377"/>
                      <a:pt x="162901" y="315760"/>
                      <a:pt x="167473" y="325189"/>
                    </a:cubicBezTo>
                    <a:cubicBezTo>
                      <a:pt x="171474" y="333857"/>
                      <a:pt x="173665" y="338715"/>
                      <a:pt x="173379" y="338905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14" name="子陵职场PPT3-64"/>
              <p:cNvSpPr/>
              <p:nvPr/>
            </p:nvSpPr>
            <p:spPr>
              <a:xfrm>
                <a:off x="2738100" y="5428178"/>
                <a:ext cx="258802" cy="152727"/>
              </a:xfrm>
              <a:custGeom>
                <a:avLst/>
                <a:gdLst>
                  <a:gd name="connsiteX0" fmla="*/ 258699 w 258802"/>
                  <a:gd name="connsiteY0" fmla="*/ 3 h 152727"/>
                  <a:gd name="connsiteX1" fmla="*/ 258604 w 258802"/>
                  <a:gd name="connsiteY1" fmla="*/ 3337 h 152727"/>
                  <a:gd name="connsiteX2" fmla="*/ 256985 w 258802"/>
                  <a:gd name="connsiteY2" fmla="*/ 12767 h 152727"/>
                  <a:gd name="connsiteX3" fmla="*/ 244412 w 258802"/>
                  <a:gd name="connsiteY3" fmla="*/ 45437 h 152727"/>
                  <a:gd name="connsiteX4" fmla="*/ 158972 w 258802"/>
                  <a:gd name="connsiteY4" fmla="*/ 121257 h 152727"/>
                  <a:gd name="connsiteX5" fmla="*/ 47434 w 258802"/>
                  <a:gd name="connsiteY5" fmla="*/ 149069 h 152727"/>
                  <a:gd name="connsiteX6" fmla="*/ 12764 w 258802"/>
                  <a:gd name="connsiteY6" fmla="*/ 152213 h 152727"/>
                  <a:gd name="connsiteX7" fmla="*/ 0 w 258802"/>
                  <a:gd name="connsiteY7" fmla="*/ 152498 h 152727"/>
                  <a:gd name="connsiteX8" fmla="*/ 12573 w 258802"/>
                  <a:gd name="connsiteY8" fmla="*/ 150212 h 152727"/>
                  <a:gd name="connsiteX9" fmla="*/ 46958 w 258802"/>
                  <a:gd name="connsiteY9" fmla="*/ 145545 h 152727"/>
                  <a:gd name="connsiteX10" fmla="*/ 156877 w 258802"/>
                  <a:gd name="connsiteY10" fmla="*/ 116684 h 152727"/>
                  <a:gd name="connsiteX11" fmla="*/ 241268 w 258802"/>
                  <a:gd name="connsiteY11" fmla="*/ 43628 h 152727"/>
                  <a:gd name="connsiteX12" fmla="*/ 258699 w 258802"/>
                  <a:gd name="connsiteY12" fmla="*/ 3 h 152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8802" h="152727">
                    <a:moveTo>
                      <a:pt x="258699" y="3"/>
                    </a:moveTo>
                    <a:cubicBezTo>
                      <a:pt x="258890" y="3"/>
                      <a:pt x="258794" y="1146"/>
                      <a:pt x="258604" y="3337"/>
                    </a:cubicBezTo>
                    <a:cubicBezTo>
                      <a:pt x="258223" y="5432"/>
                      <a:pt x="258128" y="8766"/>
                      <a:pt x="256985" y="12767"/>
                    </a:cubicBezTo>
                    <a:cubicBezTo>
                      <a:pt x="255270" y="20863"/>
                      <a:pt x="251460" y="32388"/>
                      <a:pt x="244412" y="45437"/>
                    </a:cubicBezTo>
                    <a:cubicBezTo>
                      <a:pt x="230505" y="71631"/>
                      <a:pt x="200406" y="102397"/>
                      <a:pt x="158972" y="121257"/>
                    </a:cubicBezTo>
                    <a:cubicBezTo>
                      <a:pt x="117539" y="139926"/>
                      <a:pt x="76486" y="145640"/>
                      <a:pt x="47434" y="149069"/>
                    </a:cubicBezTo>
                    <a:cubicBezTo>
                      <a:pt x="32861" y="150689"/>
                      <a:pt x="20955" y="151641"/>
                      <a:pt x="12764" y="152213"/>
                    </a:cubicBezTo>
                    <a:cubicBezTo>
                      <a:pt x="4572" y="152784"/>
                      <a:pt x="0" y="152880"/>
                      <a:pt x="0" y="152498"/>
                    </a:cubicBezTo>
                    <a:cubicBezTo>
                      <a:pt x="0" y="152117"/>
                      <a:pt x="4477" y="151355"/>
                      <a:pt x="12573" y="150212"/>
                    </a:cubicBezTo>
                    <a:cubicBezTo>
                      <a:pt x="21622" y="148974"/>
                      <a:pt x="33242" y="147355"/>
                      <a:pt x="46958" y="145545"/>
                    </a:cubicBezTo>
                    <a:cubicBezTo>
                      <a:pt x="75819" y="141259"/>
                      <a:pt x="116300" y="134972"/>
                      <a:pt x="156877" y="116684"/>
                    </a:cubicBezTo>
                    <a:cubicBezTo>
                      <a:pt x="197358" y="98301"/>
                      <a:pt x="226981" y="68774"/>
                      <a:pt x="241268" y="43628"/>
                    </a:cubicBezTo>
                    <a:cubicBezTo>
                      <a:pt x="256127" y="18482"/>
                      <a:pt x="257556" y="-283"/>
                      <a:pt x="258699" y="3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15" name="子陵职场PPT3-65"/>
              <p:cNvSpPr/>
              <p:nvPr/>
            </p:nvSpPr>
            <p:spPr>
              <a:xfrm>
                <a:off x="2614466" y="5673309"/>
                <a:ext cx="280606" cy="20283"/>
              </a:xfrm>
              <a:custGeom>
                <a:avLst/>
                <a:gdLst>
                  <a:gd name="connsiteX0" fmla="*/ 280607 w 280606"/>
                  <a:gd name="connsiteY0" fmla="*/ 331 h 20283"/>
                  <a:gd name="connsiteX1" fmla="*/ 140494 w 280606"/>
                  <a:gd name="connsiteY1" fmla="*/ 12618 h 20283"/>
                  <a:gd name="connsiteX2" fmla="*/ 0 w 280606"/>
                  <a:gd name="connsiteY2" fmla="*/ 19953 h 20283"/>
                  <a:gd name="connsiteX3" fmla="*/ 140208 w 280606"/>
                  <a:gd name="connsiteY3" fmla="*/ 7665 h 20283"/>
                  <a:gd name="connsiteX4" fmla="*/ 280607 w 280606"/>
                  <a:gd name="connsiteY4" fmla="*/ 331 h 20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0606" h="20283">
                    <a:moveTo>
                      <a:pt x="280607" y="331"/>
                    </a:moveTo>
                    <a:cubicBezTo>
                      <a:pt x="280702" y="1665"/>
                      <a:pt x="217932" y="7189"/>
                      <a:pt x="140494" y="12618"/>
                    </a:cubicBezTo>
                    <a:cubicBezTo>
                      <a:pt x="62960" y="18048"/>
                      <a:pt x="95" y="21381"/>
                      <a:pt x="0" y="19953"/>
                    </a:cubicBezTo>
                    <a:cubicBezTo>
                      <a:pt x="-95" y="18619"/>
                      <a:pt x="62675" y="13095"/>
                      <a:pt x="140208" y="7665"/>
                    </a:cubicBezTo>
                    <a:cubicBezTo>
                      <a:pt x="217551" y="2236"/>
                      <a:pt x="280511" y="-1098"/>
                      <a:pt x="280607" y="331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16" name="子陵职场PPT3-66"/>
              <p:cNvSpPr/>
              <p:nvPr/>
            </p:nvSpPr>
            <p:spPr>
              <a:xfrm>
                <a:off x="2975670" y="5636013"/>
                <a:ext cx="12046" cy="96110"/>
              </a:xfrm>
              <a:custGeom>
                <a:avLst/>
                <a:gdLst>
                  <a:gd name="connsiteX0" fmla="*/ 270 w 12046"/>
                  <a:gd name="connsiteY0" fmla="*/ 3 h 96110"/>
                  <a:gd name="connsiteX1" fmla="*/ 10462 w 12046"/>
                  <a:gd name="connsiteY1" fmla="*/ 47533 h 96110"/>
                  <a:gd name="connsiteX2" fmla="*/ 10366 w 12046"/>
                  <a:gd name="connsiteY2" fmla="*/ 96110 h 96110"/>
                  <a:gd name="connsiteX3" fmla="*/ 5509 w 12046"/>
                  <a:gd name="connsiteY3" fmla="*/ 48009 h 96110"/>
                  <a:gd name="connsiteX4" fmla="*/ 270 w 12046"/>
                  <a:gd name="connsiteY4" fmla="*/ 3 h 96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046" h="96110">
                    <a:moveTo>
                      <a:pt x="270" y="3"/>
                    </a:moveTo>
                    <a:cubicBezTo>
                      <a:pt x="1508" y="-283"/>
                      <a:pt x="7699" y="20672"/>
                      <a:pt x="10462" y="47533"/>
                    </a:cubicBezTo>
                    <a:cubicBezTo>
                      <a:pt x="13319" y="74298"/>
                      <a:pt x="11700" y="96205"/>
                      <a:pt x="10366" y="96110"/>
                    </a:cubicBezTo>
                    <a:cubicBezTo>
                      <a:pt x="8938" y="96110"/>
                      <a:pt x="8366" y="74488"/>
                      <a:pt x="5509" y="48009"/>
                    </a:cubicBezTo>
                    <a:cubicBezTo>
                      <a:pt x="2842" y="21529"/>
                      <a:pt x="-1064" y="289"/>
                      <a:pt x="270" y="3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17" name="子陵职场PPT3-67"/>
              <p:cNvSpPr/>
              <p:nvPr/>
            </p:nvSpPr>
            <p:spPr>
              <a:xfrm>
                <a:off x="2999101" y="5605726"/>
                <a:ext cx="15504" cy="131545"/>
              </a:xfrm>
              <a:custGeom>
                <a:avLst/>
                <a:gdLst>
                  <a:gd name="connsiteX0" fmla="*/ 9414 w 15504"/>
                  <a:gd name="connsiteY0" fmla="*/ 1 h 131545"/>
                  <a:gd name="connsiteX1" fmla="*/ 13605 w 15504"/>
                  <a:gd name="connsiteY1" fmla="*/ 19146 h 131545"/>
                  <a:gd name="connsiteX2" fmla="*/ 14939 w 15504"/>
                  <a:gd name="connsiteY2" fmla="*/ 66485 h 131545"/>
                  <a:gd name="connsiteX3" fmla="*/ 7033 w 15504"/>
                  <a:gd name="connsiteY3" fmla="*/ 113158 h 131545"/>
                  <a:gd name="connsiteX4" fmla="*/ 175 w 15504"/>
                  <a:gd name="connsiteY4" fmla="*/ 131541 h 131545"/>
                  <a:gd name="connsiteX5" fmla="*/ 9986 w 15504"/>
                  <a:gd name="connsiteY5" fmla="*/ 66104 h 131545"/>
                  <a:gd name="connsiteX6" fmla="*/ 9414 w 15504"/>
                  <a:gd name="connsiteY6" fmla="*/ 1 h 131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04" h="131545">
                    <a:moveTo>
                      <a:pt x="9414" y="1"/>
                    </a:moveTo>
                    <a:cubicBezTo>
                      <a:pt x="9986" y="-94"/>
                      <a:pt x="11986" y="7145"/>
                      <a:pt x="13605" y="19146"/>
                    </a:cubicBezTo>
                    <a:cubicBezTo>
                      <a:pt x="15225" y="31148"/>
                      <a:pt x="16177" y="48007"/>
                      <a:pt x="14939" y="66485"/>
                    </a:cubicBezTo>
                    <a:cubicBezTo>
                      <a:pt x="13605" y="84964"/>
                      <a:pt x="10367" y="101537"/>
                      <a:pt x="7033" y="113158"/>
                    </a:cubicBezTo>
                    <a:cubicBezTo>
                      <a:pt x="3795" y="124874"/>
                      <a:pt x="747" y="131732"/>
                      <a:pt x="175" y="131541"/>
                    </a:cubicBezTo>
                    <a:cubicBezTo>
                      <a:pt x="-1349" y="131065"/>
                      <a:pt x="7509" y="102585"/>
                      <a:pt x="9986" y="66104"/>
                    </a:cubicBezTo>
                    <a:cubicBezTo>
                      <a:pt x="12653" y="29719"/>
                      <a:pt x="7890" y="191"/>
                      <a:pt x="941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</p:grpSp>
        <p:sp>
          <p:nvSpPr>
            <p:cNvPr id="318" name="子陵职场PPT3-68"/>
            <p:cNvSpPr/>
            <p:nvPr/>
          </p:nvSpPr>
          <p:spPr>
            <a:xfrm>
              <a:off x="2785440" y="4957052"/>
              <a:ext cx="202120" cy="12427"/>
            </a:xfrm>
            <a:custGeom>
              <a:avLst/>
              <a:gdLst>
                <a:gd name="connsiteX0" fmla="*/ 202120 w 202120"/>
                <a:gd name="connsiteY0" fmla="*/ 11929 h 12427"/>
                <a:gd name="connsiteX1" fmla="*/ 100965 w 202120"/>
                <a:gd name="connsiteY1" fmla="*/ 8690 h 12427"/>
                <a:gd name="connsiteX2" fmla="*/ 0 w 202120"/>
                <a:gd name="connsiteY2" fmla="*/ 499 h 12427"/>
                <a:gd name="connsiteX3" fmla="*/ 101251 w 202120"/>
                <a:gd name="connsiteY3" fmla="*/ 3737 h 12427"/>
                <a:gd name="connsiteX4" fmla="*/ 202120 w 202120"/>
                <a:gd name="connsiteY4" fmla="*/ 11929 h 1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120" h="12427">
                  <a:moveTo>
                    <a:pt x="202120" y="11929"/>
                  </a:moveTo>
                  <a:cubicBezTo>
                    <a:pt x="202025" y="13262"/>
                    <a:pt x="156686" y="11833"/>
                    <a:pt x="100965" y="8690"/>
                  </a:cubicBezTo>
                  <a:cubicBezTo>
                    <a:pt x="45149" y="5547"/>
                    <a:pt x="0" y="1927"/>
                    <a:pt x="0" y="499"/>
                  </a:cubicBezTo>
                  <a:cubicBezTo>
                    <a:pt x="95" y="-835"/>
                    <a:pt x="45339" y="594"/>
                    <a:pt x="101251" y="3737"/>
                  </a:cubicBezTo>
                  <a:cubicBezTo>
                    <a:pt x="156972" y="6976"/>
                    <a:pt x="202216" y="10595"/>
                    <a:pt x="202120" y="11929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sp>
        <p:nvSpPr>
          <p:cNvPr id="83" name="子陵职场PPT4"/>
          <p:cNvSpPr txBox="1"/>
          <p:nvPr/>
        </p:nvSpPr>
        <p:spPr>
          <a:xfrm>
            <a:off x="55245" y="1712595"/>
            <a:ext cx="3195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latin typeface="+mn-ea"/>
                <a:cs typeface="HarmonyOS Sans SC" panose="00000500000000000000" charset="-122"/>
                <a:sym typeface="HarmonyOS Sans SC" panose="00000500000000000000" charset="-122"/>
              </a:rPr>
              <a:t>    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+mn-ea"/>
                <a:cs typeface="HarmonyOS Sans SC" panose="00000500000000000000" charset="-122"/>
                <a:sym typeface="HarmonyOS Sans SC" panose="00000500000000000000" charset="-122"/>
              </a:rPr>
              <a:t>预算总额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+mn-ea"/>
              <a:cs typeface="HarmonyOS Sans SC" panose="00000500000000000000" charset="-122"/>
              <a:sym typeface="HarmonyOS Sans SC" panose="00000500000000000000" charset="-122"/>
            </a:endParaRPr>
          </a:p>
        </p:txBody>
      </p:sp>
      <p:sp>
        <p:nvSpPr>
          <p:cNvPr id="11" name="子陵职场PPT5"/>
          <p:cNvSpPr txBox="1"/>
          <p:nvPr/>
        </p:nvSpPr>
        <p:spPr>
          <a:xfrm>
            <a:off x="911999" y="2447506"/>
            <a:ext cx="1415124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12" name="子陵职场PPT6"/>
          <p:cNvSpPr/>
          <p:nvPr/>
        </p:nvSpPr>
        <p:spPr>
          <a:xfrm>
            <a:off x="657999" y="2550694"/>
            <a:ext cx="254000" cy="254000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cs typeface="HarmonyOS Sans SC" panose="00000500000000000000" charset="-122"/>
              </a:rPr>
              <a:t>✔</a:t>
            </a:r>
            <a:endParaRPr lang="zh-CN" altLang="en-US" sz="1100" dirty="0">
              <a:cs typeface="HarmonyOS Sans SC" panose="00000500000000000000" charset="-122"/>
            </a:endParaRPr>
          </a:p>
        </p:txBody>
      </p:sp>
      <p:sp>
        <p:nvSpPr>
          <p:cNvPr id="124" name="子陵职场PPT11"/>
          <p:cNvSpPr/>
          <p:nvPr/>
        </p:nvSpPr>
        <p:spPr>
          <a:xfrm>
            <a:off x="2060183" y="5468041"/>
            <a:ext cx="1836286" cy="94459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47000"/>
                </a:schemeClr>
              </a:gs>
              <a:gs pos="100000">
                <a:schemeClr val="accent2">
                  <a:lumMod val="60000"/>
                  <a:lumOff val="40000"/>
                  <a:alpha val="0"/>
                </a:schemeClr>
              </a:gs>
              <a:gs pos="52000">
                <a:schemeClr val="accent2">
                  <a:lumMod val="60000"/>
                  <a:lumOff val="40000"/>
                  <a:alpha val="10000"/>
                </a:schemeClr>
              </a:gs>
            </a:gsLst>
            <a:lin ang="0" scaled="0"/>
            <a:tileRect/>
          </a:gra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0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5" name="子陵职场PPT13"/>
          <p:cNvSpPr/>
          <p:nvPr/>
        </p:nvSpPr>
        <p:spPr>
          <a:xfrm flipV="1">
            <a:off x="265" y="2060013"/>
            <a:ext cx="3413241" cy="299936"/>
          </a:xfrm>
          <a:custGeom>
            <a:avLst/>
            <a:gdLst>
              <a:gd name="connsiteX0" fmla="*/ 0 w 8809388"/>
              <a:gd name="connsiteY0" fmla="*/ 0 h 777509"/>
              <a:gd name="connsiteX1" fmla="*/ 8803241 w 8809388"/>
              <a:gd name="connsiteY1" fmla="*/ 0 h 777509"/>
              <a:gd name="connsiteX2" fmla="*/ 8809388 w 8809388"/>
              <a:gd name="connsiteY2" fmla="*/ 5604 h 777509"/>
              <a:gd name="connsiteX3" fmla="*/ 7962716 w 8809388"/>
              <a:gd name="connsiteY3" fmla="*/ 777509 h 777509"/>
              <a:gd name="connsiteX4" fmla="*/ 7962716 w 8809388"/>
              <a:gd name="connsiteY4" fmla="*/ 328476 h 777509"/>
              <a:gd name="connsiteX5" fmla="*/ 0 w 8809388"/>
              <a:gd name="connsiteY5" fmla="*/ 328476 h 777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09388" h="777509">
                <a:moveTo>
                  <a:pt x="0" y="0"/>
                </a:moveTo>
                <a:lnTo>
                  <a:pt x="8803241" y="0"/>
                </a:lnTo>
                <a:lnTo>
                  <a:pt x="8809388" y="5604"/>
                </a:lnTo>
                <a:lnTo>
                  <a:pt x="7962716" y="777509"/>
                </a:lnTo>
                <a:lnTo>
                  <a:pt x="7962716" y="328476"/>
                </a:lnTo>
                <a:lnTo>
                  <a:pt x="0" y="328476"/>
                </a:lnTo>
                <a:close/>
              </a:path>
            </a:pathLst>
          </a:custGeom>
          <a:gradFill flip="none" rotWithShape="1">
            <a:gsLst>
              <a:gs pos="100000">
                <a:schemeClr val="accent2">
                  <a:alpha val="0"/>
                </a:schemeClr>
              </a:gs>
              <a:gs pos="1000">
                <a:schemeClr val="accent2">
                  <a:alpha val="79000"/>
                </a:schemeClr>
              </a:gs>
            </a:gsLst>
            <a:lin ang="15600000" scaled="0"/>
            <a:tileRect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805" b="1" dirty="0">
              <a:solidFill>
                <a:schemeClr val="accent3">
                  <a:lumMod val="75000"/>
                </a:schemeClr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HarmonyOS Sans SC" panose="00000500000000000000" charset="-122"/>
            </a:endParaRPr>
          </a:p>
        </p:txBody>
      </p:sp>
      <p:sp>
        <p:nvSpPr>
          <p:cNvPr id="13" name="子陵职场PPT14"/>
          <p:cNvSpPr/>
          <p:nvPr/>
        </p:nvSpPr>
        <p:spPr>
          <a:xfrm>
            <a:off x="4190365" y="996950"/>
            <a:ext cx="3552190" cy="5431155"/>
          </a:xfrm>
          <a:prstGeom prst="roundRect">
            <a:avLst>
              <a:gd name="adj" fmla="val 1961"/>
            </a:avLst>
          </a:prstGeom>
          <a:gradFill flip="none" rotWithShape="1">
            <a:gsLst>
              <a:gs pos="48000">
                <a:schemeClr val="bg1"/>
              </a:gs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2700000" scaled="1"/>
            <a:tileRect/>
          </a:gradFill>
          <a:ln w="635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101600" sx="102000" sy="102000" algn="ctr" rotWithShape="0">
              <a:schemeClr val="accent1">
                <a:lumMod val="20000"/>
                <a:lumOff val="80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solidFill>
                <a:schemeClr val="bg2">
                  <a:lumMod val="25000"/>
                </a:schemeClr>
              </a:solidFill>
              <a:cs typeface="+mn-ea"/>
            </a:endParaRPr>
          </a:p>
        </p:txBody>
      </p:sp>
      <p:cxnSp>
        <p:nvCxnSpPr>
          <p:cNvPr id="52" name="子陵职场PPT20"/>
          <p:cNvCxnSpPr/>
          <p:nvPr/>
        </p:nvCxnSpPr>
        <p:spPr>
          <a:xfrm>
            <a:off x="6003925" y="2347595"/>
            <a:ext cx="0" cy="48831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子陵职场PPT21"/>
          <p:cNvSpPr/>
          <p:nvPr/>
        </p:nvSpPr>
        <p:spPr>
          <a:xfrm rot="5400000">
            <a:off x="7753985" y="1813560"/>
            <a:ext cx="96520" cy="118745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46" name="子陵职场PPT22"/>
          <p:cNvSpPr/>
          <p:nvPr/>
        </p:nvSpPr>
        <p:spPr>
          <a:xfrm rot="16200000" flipH="1">
            <a:off x="4083050" y="1813560"/>
            <a:ext cx="96520" cy="118745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45" name="子陵职场PPT23"/>
          <p:cNvSpPr/>
          <p:nvPr/>
        </p:nvSpPr>
        <p:spPr>
          <a:xfrm>
            <a:off x="4072255" y="1268095"/>
            <a:ext cx="3789680" cy="582295"/>
          </a:xfrm>
          <a:prstGeom prst="rect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  <a:cs typeface="HarmonyOS Sans SC" panose="00000500000000000000" charset="-122"/>
            </a:endParaRPr>
          </a:p>
        </p:txBody>
      </p:sp>
      <p:grpSp>
        <p:nvGrpSpPr>
          <p:cNvPr id="488" name="子陵职场PPT24"/>
          <p:cNvGrpSpPr/>
          <p:nvPr/>
        </p:nvGrpSpPr>
        <p:grpSpPr>
          <a:xfrm>
            <a:off x="4061460" y="1254125"/>
            <a:ext cx="847051" cy="584835"/>
            <a:chOff x="629459" y="3441931"/>
            <a:chExt cx="847038" cy="584775"/>
          </a:xfrm>
        </p:grpSpPr>
        <p:sp>
          <p:nvSpPr>
            <p:cNvPr id="399" name="子陵职场PPT24-1"/>
            <p:cNvSpPr txBox="1"/>
            <p:nvPr/>
          </p:nvSpPr>
          <p:spPr>
            <a:xfrm>
              <a:off x="629459" y="3441931"/>
              <a:ext cx="69121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altLang="zh-CN" sz="3200" dirty="0">
                  <a:gradFill>
                    <a:gsLst>
                      <a:gs pos="100000">
                        <a:schemeClr val="bg1">
                          <a:alpha val="15000"/>
                        </a:schemeClr>
                      </a:gs>
                      <a:gs pos="0">
                        <a:schemeClr val="bg1"/>
                      </a:gs>
                    </a:gsLst>
                    <a:path path="circle">
                      <a:fillToRect l="100000" b="100000"/>
                    </a:path>
                  </a:gradFill>
                  <a:latin typeface="+mj-ea"/>
                  <a:ea typeface="+mj-ea"/>
                  <a:cs typeface="HarmonyOS Sans SC" panose="00000500000000000000" charset="-122"/>
                </a:rPr>
                <a:t>01</a:t>
              </a:r>
              <a:endParaRPr lang="zh-CN" altLang="en-US" sz="3200" dirty="0">
                <a:gradFill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/>
                    </a:gs>
                  </a:gsLst>
                  <a:path path="circle">
                    <a:fillToRect l="100000" b="100000"/>
                  </a:path>
                </a:gradFill>
                <a:latin typeface="+mj-ea"/>
                <a:ea typeface="+mj-ea"/>
                <a:cs typeface="HarmonyOS Sans SC" panose="00000500000000000000" charset="-122"/>
              </a:endParaRPr>
            </a:p>
          </p:txBody>
        </p:sp>
        <p:sp>
          <p:nvSpPr>
            <p:cNvPr id="400" name="子陵职场PPT24-2"/>
            <p:cNvSpPr txBox="1"/>
            <p:nvPr/>
          </p:nvSpPr>
          <p:spPr>
            <a:xfrm>
              <a:off x="1166622" y="3545143"/>
              <a:ext cx="309875" cy="3987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zh-CN" altLang="en-US" sz="2000" i="0" dirty="0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</a:endParaRPr>
            </a:p>
          </p:txBody>
        </p:sp>
      </p:grpSp>
      <p:cxnSp>
        <p:nvCxnSpPr>
          <p:cNvPr id="59" name="子陵职场PPT29"/>
          <p:cNvCxnSpPr/>
          <p:nvPr/>
        </p:nvCxnSpPr>
        <p:spPr>
          <a:xfrm>
            <a:off x="6003925" y="4898390"/>
            <a:ext cx="0" cy="48831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子陵职场PPT30"/>
          <p:cNvSpPr/>
          <p:nvPr/>
        </p:nvSpPr>
        <p:spPr>
          <a:xfrm rot="5400000">
            <a:off x="7753985" y="4472305"/>
            <a:ext cx="96520" cy="118745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61" name="子陵职场PPT31"/>
          <p:cNvSpPr/>
          <p:nvPr/>
        </p:nvSpPr>
        <p:spPr>
          <a:xfrm rot="16200000" flipH="1">
            <a:off x="4083050" y="4472305"/>
            <a:ext cx="96520" cy="118745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62" name="子陵职场PPT32"/>
          <p:cNvSpPr/>
          <p:nvPr/>
        </p:nvSpPr>
        <p:spPr>
          <a:xfrm>
            <a:off x="4072255" y="3905250"/>
            <a:ext cx="3789680" cy="582295"/>
          </a:xfrm>
          <a:prstGeom prst="rect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114" name="子陵职场PPT33"/>
          <p:cNvSpPr/>
          <p:nvPr/>
        </p:nvSpPr>
        <p:spPr>
          <a:xfrm>
            <a:off x="8193405" y="1144905"/>
            <a:ext cx="3552190" cy="5431155"/>
          </a:xfrm>
          <a:prstGeom prst="roundRect">
            <a:avLst>
              <a:gd name="adj" fmla="val 1961"/>
            </a:avLst>
          </a:prstGeom>
          <a:gradFill flip="none" rotWithShape="1">
            <a:gsLst>
              <a:gs pos="48000">
                <a:schemeClr val="bg1"/>
              </a:gs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2700000" scaled="1"/>
            <a:tileRect/>
          </a:gradFill>
          <a:ln w="635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101600" sx="102000" sy="102000" algn="ctr" rotWithShape="0">
              <a:schemeClr val="accent1">
                <a:lumMod val="20000"/>
                <a:lumOff val="80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solidFill>
                <a:schemeClr val="bg2">
                  <a:lumMod val="25000"/>
                </a:schemeClr>
              </a:solidFill>
              <a:cs typeface="+mn-ea"/>
            </a:endParaRPr>
          </a:p>
        </p:txBody>
      </p:sp>
      <p:cxnSp>
        <p:nvCxnSpPr>
          <p:cNvPr id="120" name="子陵职场PPT39"/>
          <p:cNvCxnSpPr/>
          <p:nvPr/>
        </p:nvCxnSpPr>
        <p:spPr>
          <a:xfrm>
            <a:off x="10006965" y="2347595"/>
            <a:ext cx="0" cy="48831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子陵职场PPT40"/>
          <p:cNvSpPr/>
          <p:nvPr/>
        </p:nvSpPr>
        <p:spPr>
          <a:xfrm rot="5400000">
            <a:off x="11757025" y="1813560"/>
            <a:ext cx="96520" cy="118745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22" name="子陵职场PPT41"/>
          <p:cNvSpPr/>
          <p:nvPr/>
        </p:nvSpPr>
        <p:spPr>
          <a:xfrm rot="16200000" flipH="1">
            <a:off x="8086090" y="1813560"/>
            <a:ext cx="96520" cy="118745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23" name="子陵职场PPT42"/>
          <p:cNvSpPr/>
          <p:nvPr/>
        </p:nvSpPr>
        <p:spPr>
          <a:xfrm>
            <a:off x="8075295" y="1268095"/>
            <a:ext cx="3789680" cy="582295"/>
          </a:xfrm>
          <a:prstGeom prst="rect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149" name="子陵职场PPT43"/>
          <p:cNvSpPr/>
          <p:nvPr/>
        </p:nvSpPr>
        <p:spPr>
          <a:xfrm rot="5400000">
            <a:off x="11757025" y="4472305"/>
            <a:ext cx="96520" cy="118745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50" name="子陵职场PPT44"/>
          <p:cNvSpPr/>
          <p:nvPr/>
        </p:nvSpPr>
        <p:spPr>
          <a:xfrm rot="16200000" flipH="1">
            <a:off x="8086090" y="4472305"/>
            <a:ext cx="96520" cy="118745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53" name="子陵职场PPT45"/>
          <p:cNvSpPr/>
          <p:nvPr/>
        </p:nvSpPr>
        <p:spPr>
          <a:xfrm>
            <a:off x="8075295" y="3905250"/>
            <a:ext cx="3789680" cy="582295"/>
          </a:xfrm>
          <a:prstGeom prst="rect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3" name="子陵职场PPT46"/>
          <p:cNvSpPr txBox="1"/>
          <p:nvPr/>
        </p:nvSpPr>
        <p:spPr>
          <a:xfrm>
            <a:off x="8075600" y="1254125"/>
            <a:ext cx="6832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gradFill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/>
                    </a:gs>
                  </a:gsLst>
                  <a:path path="circle">
                    <a:fillToRect l="100000" b="100000"/>
                  </a:path>
                </a:gradFill>
                <a:latin typeface="+mj-ea"/>
                <a:ea typeface="+mj-ea"/>
                <a:cs typeface="HarmonyOS Sans SC" panose="00000500000000000000" charset="-122"/>
              </a:rPr>
              <a:t>02</a:t>
            </a:r>
            <a:endParaRPr lang="zh-CN" altLang="en-US" sz="3200" b="1" dirty="0">
              <a:gradFill>
                <a:gsLst>
                  <a:gs pos="100000">
                    <a:schemeClr val="bg1">
                      <a:alpha val="1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</a:gradFill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14" name="子陵职场PPT48"/>
          <p:cNvSpPr txBox="1"/>
          <p:nvPr/>
        </p:nvSpPr>
        <p:spPr>
          <a:xfrm>
            <a:off x="4072255" y="3898265"/>
            <a:ext cx="6832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gradFill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/>
                    </a:gs>
                  </a:gsLst>
                  <a:path path="circle">
                    <a:fillToRect l="100000" b="100000"/>
                  </a:path>
                </a:gradFill>
                <a:latin typeface="+mj-ea"/>
                <a:ea typeface="+mj-ea"/>
                <a:cs typeface="HarmonyOS Sans SC" panose="00000500000000000000" charset="-122"/>
              </a:rPr>
              <a:t>03</a:t>
            </a:r>
            <a:endParaRPr lang="zh-CN" altLang="en-US" sz="3200" b="1" dirty="0">
              <a:gradFill>
                <a:gsLst>
                  <a:gs pos="100000">
                    <a:schemeClr val="bg1">
                      <a:alpha val="1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</a:gradFill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19" name="子陵职场PPT50"/>
          <p:cNvSpPr txBox="1"/>
          <p:nvPr/>
        </p:nvSpPr>
        <p:spPr>
          <a:xfrm>
            <a:off x="8075295" y="3866515"/>
            <a:ext cx="757555" cy="6470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defRPr/>
            </a:pPr>
            <a:r>
              <a:rPr lang="en-US" altLang="zh-CN" sz="3200" b="1" dirty="0">
                <a:gradFill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/>
                    </a:gs>
                  </a:gsLst>
                  <a:path path="circle">
                    <a:fillToRect l="100000" b="100000"/>
                  </a:path>
                </a:gradFill>
                <a:latin typeface="+mj-ea"/>
                <a:ea typeface="+mj-ea"/>
                <a:cs typeface="HarmonyOS Sans SC" panose="00000500000000000000" charset="-122"/>
              </a:rPr>
              <a:t>04</a:t>
            </a:r>
            <a:endParaRPr lang="zh-CN" altLang="en-US" sz="3200" b="1" dirty="0">
              <a:gradFill>
                <a:gsLst>
                  <a:gs pos="100000">
                    <a:schemeClr val="bg1">
                      <a:alpha val="1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</a:gradFill>
              <a:latin typeface="+mj-ea"/>
              <a:ea typeface="+mj-ea"/>
              <a:cs typeface="HarmonyOS Sans SC" panose="00000500000000000000" charset="-122"/>
            </a:endParaRPr>
          </a:p>
        </p:txBody>
      </p:sp>
      <p:cxnSp>
        <p:nvCxnSpPr>
          <p:cNvPr id="31" name="子陵职场PPT57"/>
          <p:cNvCxnSpPr/>
          <p:nvPr/>
        </p:nvCxnSpPr>
        <p:spPr>
          <a:xfrm>
            <a:off x="10003790" y="4899025"/>
            <a:ext cx="0" cy="48831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市场情况分析</a:t>
            </a:r>
          </a:p>
        </p:txBody>
      </p:sp>
      <p:cxnSp>
        <p:nvCxnSpPr>
          <p:cNvPr id="83" name="子陵职场PPT28"/>
          <p:cNvCxnSpPr/>
          <p:nvPr/>
        </p:nvCxnSpPr>
        <p:spPr>
          <a:xfrm>
            <a:off x="600710" y="1310958"/>
            <a:ext cx="2143760" cy="0"/>
          </a:xfrm>
          <a:prstGeom prst="line">
            <a:avLst/>
          </a:prstGeom>
          <a:ln w="25400">
            <a:gradFill flip="none" rotWithShape="1"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子陵职场PPT29"/>
          <p:cNvCxnSpPr/>
          <p:nvPr/>
        </p:nvCxnSpPr>
        <p:spPr>
          <a:xfrm flipH="1">
            <a:off x="9490710" y="1310958"/>
            <a:ext cx="2143760" cy="0"/>
          </a:xfrm>
          <a:prstGeom prst="line">
            <a:avLst/>
          </a:prstGeom>
          <a:ln w="25400">
            <a:gradFill flip="none" rotWithShape="1"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>
          <a:xfrm>
            <a:off x="842010" y="241935"/>
            <a:ext cx="5110480" cy="589280"/>
          </a:xfrm>
        </p:spPr>
        <p:txBody>
          <a:bodyPr>
            <a:normAutofit/>
          </a:bodyPr>
          <a:lstStyle/>
          <a:p>
            <a:r>
              <a:rPr lang="zh-CN" altLang="en-US"/>
              <a:t>主要工作思路及进度安排</a:t>
            </a:r>
            <a:endParaRPr lang="zh-CN" altLang="en-US"/>
          </a:p>
        </p:txBody>
      </p:sp>
      <p:sp>
        <p:nvSpPr>
          <p:cNvPr id="70" name="子陵职场PPT2"/>
          <p:cNvSpPr/>
          <p:nvPr/>
        </p:nvSpPr>
        <p:spPr>
          <a:xfrm>
            <a:off x="9475470" y="1005840"/>
            <a:ext cx="2493645" cy="5586095"/>
          </a:xfrm>
          <a:prstGeom prst="roundRect">
            <a:avLst>
              <a:gd name="adj" fmla="val 5054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1400" dirty="0"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4" name="子陵职场PPT8"/>
          <p:cNvSpPr/>
          <p:nvPr>
            <p:custDataLst>
              <p:tags r:id="rId1"/>
            </p:custDataLst>
          </p:nvPr>
        </p:nvSpPr>
        <p:spPr>
          <a:xfrm>
            <a:off x="0" y="3671570"/>
            <a:ext cx="9441815" cy="228600"/>
          </a:xfrm>
          <a:prstGeom prst="rightArrow">
            <a:avLst>
              <a:gd name="adj1" fmla="val 64956"/>
              <a:gd name="adj2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8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1400" dirty="0"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6" name="子陵职场PPT9"/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>
            <a:off x="619760" y="3481360"/>
            <a:ext cx="576000" cy="576000"/>
          </a:xfrm>
          <a:prstGeom prst="ellipse">
            <a:avLst/>
          </a:prstGeom>
          <a:gradFill>
            <a:gsLst>
              <a:gs pos="0">
                <a:schemeClr val="accent1">
                  <a:lumMod val="34000"/>
                  <a:lumOff val="66000"/>
                </a:schemeClr>
              </a:gs>
              <a:gs pos="99000">
                <a:schemeClr val="accent1">
                  <a:lumMod val="55000"/>
                  <a:lumOff val="45000"/>
                </a:schemeClr>
              </a:gs>
            </a:gsLst>
            <a:lin ang="0" scaled="1"/>
          </a:gradFill>
          <a:ln w="15875">
            <a:solidFill>
              <a:schemeClr val="bg1"/>
            </a:solidFill>
          </a:ln>
          <a:effectLst>
            <a:outerShdw blurRad="266700" dist="38100" dir="2700000" sx="99000" sy="99000" algn="tl" rotWithShape="0">
              <a:schemeClr val="accent1">
                <a:alpha val="19000"/>
              </a:schemeClr>
            </a:outerShdw>
          </a:effectLst>
        </p:spPr>
        <p:txBody>
          <a:bodyPr spcFirstLastPara="0" vert="horz" wrap="none" lIns="108000" tIns="108000" rIns="108000" bIns="108000" numCol="1" spcCol="0" rtlCol="0" fromWordArt="0" anchor="ctr" anchorCtr="0" forceAA="0" compatLnSpc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en-US" altLang="zh-CN" sz="2000">
                <a:solidFill>
                  <a:schemeClr val="lt1"/>
                </a:solidFill>
                <a:latin typeface="+mj-ea"/>
                <a:ea typeface="+mj-ea"/>
                <a:cs typeface="HarmonyOS Sans SC" panose="00000500000000000000" charset="-122"/>
                <a:sym typeface="+mn-ea"/>
              </a:rPr>
              <a:t>1</a:t>
            </a:r>
            <a:endParaRPr kumimoji="1" lang="zh-CN" altLang="en-US" sz="2000" b="1" dirty="0">
              <a:solidFill>
                <a:schemeClr val="lt1"/>
              </a:solidFill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11" name="子陵职场PPT10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>
            <a:off x="3618285" y="3481360"/>
            <a:ext cx="575945" cy="576000"/>
          </a:xfrm>
          <a:prstGeom prst="ellipse">
            <a:avLst/>
          </a:prstGeom>
          <a:gradFill>
            <a:gsLst>
              <a:gs pos="0">
                <a:schemeClr val="accent1">
                  <a:lumMod val="34000"/>
                  <a:lumOff val="66000"/>
                </a:schemeClr>
              </a:gs>
              <a:gs pos="99000">
                <a:schemeClr val="accent1">
                  <a:lumMod val="55000"/>
                  <a:lumOff val="45000"/>
                </a:schemeClr>
              </a:gs>
            </a:gsLst>
            <a:lin ang="0" scaled="1"/>
          </a:gradFill>
          <a:ln w="15875">
            <a:solidFill>
              <a:schemeClr val="bg1"/>
            </a:solidFill>
          </a:ln>
          <a:effectLst>
            <a:outerShdw blurRad="266700" dist="38100" dir="2700000" sx="99000" sy="99000" algn="tl" rotWithShape="0">
              <a:schemeClr val="accent1">
                <a:alpha val="19000"/>
              </a:schemeClr>
            </a:outerShdw>
          </a:effectLst>
        </p:spPr>
        <p:txBody>
          <a:bodyPr spcFirstLastPara="0" vert="horz" wrap="none" lIns="108000" tIns="108000" rIns="108000" bIns="108000" numCol="1" spcCol="0" rtlCol="0" fromWordArt="0" anchor="ctr" anchorCtr="0" forceAA="0" compatLnSpc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en-US" altLang="zh-CN" sz="2000">
                <a:solidFill>
                  <a:schemeClr val="lt1"/>
                </a:solidFill>
                <a:latin typeface="+mj-ea"/>
                <a:ea typeface="+mj-ea"/>
                <a:cs typeface="HarmonyOS Sans SC" panose="00000500000000000000" charset="-122"/>
                <a:sym typeface="+mn-ea"/>
              </a:rPr>
              <a:t>3</a:t>
            </a:r>
            <a:endParaRPr kumimoji="1" lang="zh-CN" altLang="en-US" sz="2000" b="1" dirty="0">
              <a:solidFill>
                <a:schemeClr val="lt1"/>
              </a:solidFill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15" name="子陵职场PPT11"/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6616755" y="3481360"/>
            <a:ext cx="575945" cy="576000"/>
          </a:xfrm>
          <a:prstGeom prst="ellipse">
            <a:avLst/>
          </a:prstGeom>
          <a:gradFill>
            <a:gsLst>
              <a:gs pos="0">
                <a:schemeClr val="accent1">
                  <a:lumMod val="34000"/>
                  <a:lumOff val="66000"/>
                </a:schemeClr>
              </a:gs>
              <a:gs pos="99000">
                <a:schemeClr val="accent1">
                  <a:lumMod val="55000"/>
                  <a:lumOff val="45000"/>
                </a:schemeClr>
              </a:gs>
            </a:gsLst>
            <a:lin ang="0" scaled="1"/>
          </a:gradFill>
          <a:ln w="15875">
            <a:solidFill>
              <a:schemeClr val="bg1"/>
            </a:solidFill>
          </a:ln>
          <a:effectLst>
            <a:outerShdw blurRad="266700" dist="38100" dir="2700000" sx="99000" sy="99000" algn="tl" rotWithShape="0">
              <a:schemeClr val="accent1">
                <a:alpha val="19000"/>
              </a:schemeClr>
            </a:outerShdw>
          </a:effectLst>
        </p:spPr>
        <p:txBody>
          <a:bodyPr spcFirstLastPara="0" vert="horz" wrap="none" lIns="108000" tIns="108000" rIns="108000" bIns="108000" numCol="1" spcCol="0" rtlCol="0" fromWordArt="0" anchor="ctr" anchorCtr="0" forceAA="0" compatLnSpc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en-US" altLang="zh-CN" sz="2000">
                <a:solidFill>
                  <a:schemeClr val="lt1"/>
                </a:solidFill>
                <a:latin typeface="+mj-ea"/>
                <a:ea typeface="+mj-ea"/>
                <a:cs typeface="HarmonyOS Sans SC" panose="00000500000000000000" charset="-122"/>
                <a:sym typeface="+mn-ea"/>
              </a:rPr>
              <a:t>5</a:t>
            </a:r>
            <a:endParaRPr kumimoji="1" lang="zh-CN" altLang="en-US" sz="2000" b="1" dirty="0">
              <a:solidFill>
                <a:schemeClr val="lt1"/>
              </a:solidFill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grpSp>
        <p:nvGrpSpPr>
          <p:cNvPr id="56" name="子陵职场PPT12"/>
          <p:cNvGrpSpPr/>
          <p:nvPr>
            <p:custDataLst>
              <p:tags r:id="rId5"/>
            </p:custDataLst>
          </p:nvPr>
        </p:nvGrpSpPr>
        <p:grpSpPr>
          <a:xfrm>
            <a:off x="2079045" y="3463290"/>
            <a:ext cx="655955" cy="612140"/>
            <a:chOff x="3331" y="5294"/>
            <a:chExt cx="1033" cy="964"/>
          </a:xfrm>
        </p:grpSpPr>
        <p:sp>
          <p:nvSpPr>
            <p:cNvPr id="16" name="子陵职场PPT12-1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 bwMode="auto">
            <a:xfrm>
              <a:off x="3331" y="5294"/>
              <a:ext cx="964" cy="964"/>
            </a:xfrm>
            <a:prstGeom prst="ellipse">
              <a:avLst/>
            </a:prstGeom>
            <a:gradFill flip="none" rotWithShape="1">
              <a:gsLst>
                <a:gs pos="80000">
                  <a:schemeClr val="accent2"/>
                </a:gs>
                <a:gs pos="20000">
                  <a:schemeClr val="accent2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solidFill>
                <a:schemeClr val="bg1"/>
              </a:solidFill>
            </a:ln>
            <a:effectLst>
              <a:outerShdw blurRad="177800" dist="114300" dir="5400000" sx="99000" sy="99000" algn="t" rotWithShape="0">
                <a:schemeClr val="accent2">
                  <a:alpha val="16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53" name="子陵职场PPT12-2"/>
            <p:cNvSpPr txBox="1"/>
            <p:nvPr>
              <p:custDataLst>
                <p:tags r:id="rId7"/>
              </p:custDataLst>
            </p:nvPr>
          </p:nvSpPr>
          <p:spPr>
            <a:xfrm>
              <a:off x="3372" y="5506"/>
              <a:ext cx="99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buClrTx/>
                <a:buSzTx/>
                <a:buFontTx/>
              </a:pPr>
              <a:r>
                <a:rPr lang="en-US" altLang="zh-CN" sz="2000">
                  <a:solidFill>
                    <a:schemeClr val="bg1"/>
                  </a:solidFill>
                  <a:effectLst/>
                  <a:latin typeface="+mj-ea"/>
                  <a:ea typeface="+mj-ea"/>
                  <a:cs typeface="HarmonyOS Sans SC" panose="00000500000000000000" charset="-122"/>
                  <a:sym typeface="+mn-ea"/>
                </a:rPr>
                <a:t>2</a:t>
              </a:r>
              <a:endParaRPr lang="zh-CN" altLang="en-US" sz="2000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  <p:grpSp>
        <p:nvGrpSpPr>
          <p:cNvPr id="57" name="子陵职场PPT13"/>
          <p:cNvGrpSpPr/>
          <p:nvPr>
            <p:custDataLst>
              <p:tags r:id="rId8"/>
            </p:custDataLst>
          </p:nvPr>
        </p:nvGrpSpPr>
        <p:grpSpPr>
          <a:xfrm>
            <a:off x="8075985" y="3463290"/>
            <a:ext cx="655955" cy="612140"/>
            <a:chOff x="3331" y="5294"/>
            <a:chExt cx="1033" cy="964"/>
          </a:xfrm>
        </p:grpSpPr>
        <p:sp>
          <p:nvSpPr>
            <p:cNvPr id="59" name="子陵职场PPT13-1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 bwMode="auto">
            <a:xfrm>
              <a:off x="3331" y="5294"/>
              <a:ext cx="964" cy="964"/>
            </a:xfrm>
            <a:prstGeom prst="ellipse">
              <a:avLst/>
            </a:prstGeom>
            <a:gradFill flip="none" rotWithShape="1">
              <a:gsLst>
                <a:gs pos="80000">
                  <a:schemeClr val="accent2"/>
                </a:gs>
                <a:gs pos="20000">
                  <a:schemeClr val="accent2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solidFill>
                <a:schemeClr val="bg1"/>
              </a:solidFill>
            </a:ln>
            <a:effectLst>
              <a:outerShdw blurRad="177800" dist="114300" dir="5400000" sx="99000" sy="99000" algn="t" rotWithShape="0">
                <a:schemeClr val="accent2">
                  <a:alpha val="16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0" name="子陵职场PPT13-2"/>
            <p:cNvSpPr txBox="1"/>
            <p:nvPr>
              <p:custDataLst>
                <p:tags r:id="rId10"/>
              </p:custDataLst>
            </p:nvPr>
          </p:nvSpPr>
          <p:spPr>
            <a:xfrm>
              <a:off x="3372" y="5506"/>
              <a:ext cx="99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buClrTx/>
                <a:buSzTx/>
                <a:buFontTx/>
              </a:pPr>
              <a:r>
                <a:rPr lang="en-US" altLang="zh-CN" sz="2000">
                  <a:solidFill>
                    <a:schemeClr val="bg1"/>
                  </a:solidFill>
                  <a:effectLst/>
                  <a:latin typeface="+mj-ea"/>
                  <a:ea typeface="+mj-ea"/>
                  <a:cs typeface="HarmonyOS Sans SC" panose="00000500000000000000" charset="-122"/>
                  <a:sym typeface="+mn-ea"/>
                </a:rPr>
                <a:t>6</a:t>
              </a:r>
              <a:endParaRPr lang="zh-CN" altLang="en-US" sz="2000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  <p:grpSp>
        <p:nvGrpSpPr>
          <p:cNvPr id="61" name="子陵职场PPT14"/>
          <p:cNvGrpSpPr/>
          <p:nvPr>
            <p:custDataLst>
              <p:tags r:id="rId11"/>
            </p:custDataLst>
          </p:nvPr>
        </p:nvGrpSpPr>
        <p:grpSpPr>
          <a:xfrm>
            <a:off x="5077515" y="3463290"/>
            <a:ext cx="655955" cy="612140"/>
            <a:chOff x="3331" y="5294"/>
            <a:chExt cx="1033" cy="964"/>
          </a:xfrm>
        </p:grpSpPr>
        <p:sp>
          <p:nvSpPr>
            <p:cNvPr id="62" name="子陵职场PPT14-1"/>
            <p:cNvSpPr>
              <a:spLocks noChangeAspect="1"/>
            </p:cNvSpPr>
            <p:nvPr>
              <p:custDataLst>
                <p:tags r:id="rId12"/>
              </p:custDataLst>
            </p:nvPr>
          </p:nvSpPr>
          <p:spPr bwMode="auto">
            <a:xfrm>
              <a:off x="3331" y="5294"/>
              <a:ext cx="964" cy="964"/>
            </a:xfrm>
            <a:prstGeom prst="ellipse">
              <a:avLst/>
            </a:prstGeom>
            <a:gradFill flip="none" rotWithShape="1">
              <a:gsLst>
                <a:gs pos="80000">
                  <a:schemeClr val="accent2"/>
                </a:gs>
                <a:gs pos="20000">
                  <a:schemeClr val="accent2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solidFill>
                <a:schemeClr val="bg1"/>
              </a:solidFill>
            </a:ln>
            <a:effectLst>
              <a:outerShdw blurRad="177800" dist="114300" dir="5400000" sx="99000" sy="99000" algn="t" rotWithShape="0">
                <a:schemeClr val="accent2">
                  <a:alpha val="16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3" name="子陵职场PPT14-2"/>
            <p:cNvSpPr txBox="1"/>
            <p:nvPr>
              <p:custDataLst>
                <p:tags r:id="rId13"/>
              </p:custDataLst>
            </p:nvPr>
          </p:nvSpPr>
          <p:spPr>
            <a:xfrm>
              <a:off x="3372" y="5506"/>
              <a:ext cx="99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buClrTx/>
                <a:buSzTx/>
                <a:buFontTx/>
              </a:pPr>
              <a:r>
                <a:rPr lang="en-US" altLang="zh-CN" sz="2000">
                  <a:solidFill>
                    <a:schemeClr val="bg1"/>
                  </a:solidFill>
                  <a:effectLst/>
                  <a:latin typeface="+mj-ea"/>
                  <a:ea typeface="+mj-ea"/>
                  <a:cs typeface="HarmonyOS Sans SC" panose="00000500000000000000" charset="-122"/>
                  <a:sym typeface="+mn-ea"/>
                </a:rPr>
                <a:t>4</a:t>
              </a:r>
              <a:endParaRPr lang="zh-CN" altLang="en-US" sz="2000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  <p:grpSp>
        <p:nvGrpSpPr>
          <p:cNvPr id="178" name="子陵职场PPT15"/>
          <p:cNvGrpSpPr/>
          <p:nvPr>
            <p:custDataLst>
              <p:tags r:id="rId14"/>
            </p:custDataLst>
          </p:nvPr>
        </p:nvGrpSpPr>
        <p:grpSpPr>
          <a:xfrm>
            <a:off x="377190" y="1059180"/>
            <a:ext cx="2666365" cy="2069465"/>
            <a:chOff x="594" y="1647"/>
            <a:chExt cx="4199" cy="3259"/>
          </a:xfrm>
        </p:grpSpPr>
        <p:sp>
          <p:nvSpPr>
            <p:cNvPr id="64" name="子陵职场PPT15-1"/>
            <p:cNvSpPr/>
            <p:nvPr>
              <p:custDataLst>
                <p:tags r:id="rId15"/>
              </p:custDataLst>
            </p:nvPr>
          </p:nvSpPr>
          <p:spPr>
            <a:xfrm>
              <a:off x="594" y="1647"/>
              <a:ext cx="4199" cy="3259"/>
            </a:xfrm>
            <a:prstGeom prst="roundRect">
              <a:avLst>
                <a:gd name="adj" fmla="val 3770"/>
              </a:avLst>
            </a:prstGeom>
            <a:gradFill flip="none" rotWithShape="1">
              <a:gsLst>
                <a:gs pos="48000">
                  <a:schemeClr val="bg1"/>
                </a:gs>
                <a:gs pos="10000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</a:gsLst>
              <a:lin ang="2700000" scaled="1"/>
              <a:tileRect/>
            </a:gradFill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101600" sx="102000" sy="102000" algn="ctr" rotWithShape="0">
                <a:schemeClr val="accent1">
                  <a:lumMod val="20000"/>
                  <a:lumOff val="80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 sz="1400" dirty="0">
                <a:solidFill>
                  <a:schemeClr val="bg2">
                    <a:lumMod val="2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5" name="子陵职场PPT15-2"/>
            <p:cNvSpPr txBox="1"/>
            <p:nvPr>
              <p:custDataLst>
                <p:tags r:id="rId16"/>
              </p:custDataLst>
            </p:nvPr>
          </p:nvSpPr>
          <p:spPr>
            <a:xfrm>
              <a:off x="1094" y="1889"/>
              <a:ext cx="3532" cy="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endPara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66" name="子陵职场PPT15-3"/>
            <p:cNvSpPr/>
            <p:nvPr>
              <p:custDataLst>
                <p:tags r:id="rId17"/>
              </p:custDataLst>
            </p:nvPr>
          </p:nvSpPr>
          <p:spPr>
            <a:xfrm>
              <a:off x="833" y="2052"/>
              <a:ext cx="255" cy="256"/>
            </a:xfrm>
            <a:prstGeom prst="ellipse">
              <a:avLst/>
            </a:prstGeom>
            <a:gradFill flip="none" rotWithShape="1">
              <a:gsLst>
                <a:gs pos="2300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solidFill>
                  <a:schemeClr val="bg1"/>
                </a:solidFill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7" name="子陵职场PPT15-4"/>
            <p:cNvSpPr/>
            <p:nvPr>
              <p:custDataLst>
                <p:tags r:id="rId18"/>
              </p:custDataLst>
            </p:nvPr>
          </p:nvSpPr>
          <p:spPr>
            <a:xfrm>
              <a:off x="833" y="3437"/>
              <a:ext cx="255" cy="256"/>
            </a:xfrm>
            <a:prstGeom prst="ellipse">
              <a:avLst/>
            </a:prstGeom>
            <a:gradFill flip="none" rotWithShape="1">
              <a:gsLst>
                <a:gs pos="2300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solidFill>
                  <a:schemeClr val="bg1"/>
                </a:solidFill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8" name="子陵职场PPT15-5"/>
            <p:cNvSpPr txBox="1"/>
            <p:nvPr>
              <p:custDataLst>
                <p:tags r:id="rId19"/>
              </p:custDataLst>
            </p:nvPr>
          </p:nvSpPr>
          <p:spPr>
            <a:xfrm>
              <a:off x="1094" y="3252"/>
              <a:ext cx="3532" cy="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endPara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grpSp>
        <p:nvGrpSpPr>
          <p:cNvPr id="157" name="子陵职场PPT16"/>
          <p:cNvGrpSpPr/>
          <p:nvPr>
            <p:custDataLst>
              <p:tags r:id="rId20"/>
            </p:custDataLst>
          </p:nvPr>
        </p:nvGrpSpPr>
        <p:grpSpPr>
          <a:xfrm>
            <a:off x="268605" y="4457700"/>
            <a:ext cx="2666365" cy="2070100"/>
            <a:chOff x="327" y="7831"/>
            <a:chExt cx="4199" cy="3260"/>
          </a:xfrm>
        </p:grpSpPr>
        <p:sp>
          <p:nvSpPr>
            <p:cNvPr id="133" name="子陵职场PPT16-1"/>
            <p:cNvSpPr/>
            <p:nvPr>
              <p:custDataLst>
                <p:tags r:id="rId21"/>
              </p:custDataLst>
            </p:nvPr>
          </p:nvSpPr>
          <p:spPr>
            <a:xfrm>
              <a:off x="327" y="7831"/>
              <a:ext cx="4199" cy="3260"/>
            </a:xfrm>
            <a:prstGeom prst="roundRect">
              <a:avLst>
                <a:gd name="adj" fmla="val 3770"/>
              </a:avLst>
            </a:prstGeom>
            <a:gradFill flip="none" rotWithShape="1">
              <a:gsLst>
                <a:gs pos="48000">
                  <a:schemeClr val="bg1"/>
                </a:gs>
                <a:gs pos="100000">
                  <a:schemeClr val="accent2">
                    <a:lumMod val="5000"/>
                    <a:lumOff val="95000"/>
                  </a:schemeClr>
                </a:gs>
                <a:gs pos="0">
                  <a:schemeClr val="accent2">
                    <a:lumMod val="5000"/>
                    <a:lumOff val="95000"/>
                  </a:schemeClr>
                </a:gs>
              </a:gsLst>
              <a:lin ang="2700000" scaled="1"/>
              <a:tileRect/>
            </a:gradFill>
            <a:ln w="6350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  <a:effectLst>
              <a:outerShdw blurRad="101600" sx="102000" sy="102000" algn="ctr" rotWithShape="0">
                <a:schemeClr val="accent2">
                  <a:lumMod val="20000"/>
                  <a:lumOff val="80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 sz="1400" dirty="0">
                <a:solidFill>
                  <a:schemeClr val="bg2">
                    <a:lumMod val="2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34" name="子陵职场PPT16-2"/>
            <p:cNvSpPr txBox="1"/>
            <p:nvPr>
              <p:custDataLst>
                <p:tags r:id="rId22"/>
              </p:custDataLst>
            </p:nvPr>
          </p:nvSpPr>
          <p:spPr>
            <a:xfrm>
              <a:off x="827" y="8079"/>
              <a:ext cx="3532" cy="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endPara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135" name="子陵职场PPT16-3"/>
            <p:cNvSpPr/>
            <p:nvPr>
              <p:custDataLst>
                <p:tags r:id="rId23"/>
              </p:custDataLst>
            </p:nvPr>
          </p:nvSpPr>
          <p:spPr>
            <a:xfrm>
              <a:off x="566" y="8261"/>
              <a:ext cx="227" cy="227"/>
            </a:xfrm>
            <a:prstGeom prst="ellipse">
              <a:avLst/>
            </a:prstGeom>
            <a:gradFill flip="none" rotWithShape="1">
              <a:gsLst>
                <a:gs pos="23000">
                  <a:schemeClr val="accent2"/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900" dirty="0">
                <a:solidFill>
                  <a:schemeClr val="bg1"/>
                </a:solidFill>
                <a:effectLst>
                  <a:outerShdw blurRad="137160" dist="41148" dir="2699997" algn="tl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36" name="子陵职场PPT16-4"/>
            <p:cNvSpPr/>
            <p:nvPr>
              <p:custDataLst>
                <p:tags r:id="rId24"/>
              </p:custDataLst>
            </p:nvPr>
          </p:nvSpPr>
          <p:spPr>
            <a:xfrm>
              <a:off x="566" y="9584"/>
              <a:ext cx="227" cy="227"/>
            </a:xfrm>
            <a:prstGeom prst="ellipse">
              <a:avLst/>
            </a:prstGeom>
            <a:gradFill flip="none" rotWithShape="1">
              <a:gsLst>
                <a:gs pos="23000">
                  <a:schemeClr val="accent2"/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900" dirty="0">
                <a:solidFill>
                  <a:schemeClr val="bg1"/>
                </a:solidFill>
                <a:effectLst>
                  <a:outerShdw blurRad="137160" dist="41148" dir="2699997" algn="tl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  <p:cxnSp>
        <p:nvCxnSpPr>
          <p:cNvPr id="170" name="子陵职场PPT17"/>
          <p:cNvCxnSpPr/>
          <p:nvPr>
            <p:custDataLst>
              <p:tags r:id="rId25"/>
            </p:custDataLst>
          </p:nvPr>
        </p:nvCxnSpPr>
        <p:spPr>
          <a:xfrm>
            <a:off x="8386445" y="4100830"/>
            <a:ext cx="0" cy="36000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子陵职场PPT18"/>
          <p:cNvCxnSpPr/>
          <p:nvPr>
            <p:custDataLst>
              <p:tags r:id="rId26"/>
            </p:custDataLst>
          </p:nvPr>
        </p:nvCxnSpPr>
        <p:spPr>
          <a:xfrm>
            <a:off x="5383530" y="4076065"/>
            <a:ext cx="0" cy="36000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子陵职场PPT19"/>
          <p:cNvCxnSpPr/>
          <p:nvPr>
            <p:custDataLst>
              <p:tags r:id="rId27"/>
            </p:custDataLst>
          </p:nvPr>
        </p:nvCxnSpPr>
        <p:spPr>
          <a:xfrm>
            <a:off x="2385060" y="4076065"/>
            <a:ext cx="0" cy="36000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子陵职场PPT20"/>
          <p:cNvCxnSpPr/>
          <p:nvPr>
            <p:custDataLst>
              <p:tags r:id="rId28"/>
            </p:custDataLst>
          </p:nvPr>
        </p:nvCxnSpPr>
        <p:spPr>
          <a:xfrm>
            <a:off x="6909435" y="3108960"/>
            <a:ext cx="0" cy="36000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子陵职场PPT21"/>
          <p:cNvCxnSpPr/>
          <p:nvPr>
            <p:custDataLst>
              <p:tags r:id="rId29"/>
            </p:custDataLst>
          </p:nvPr>
        </p:nvCxnSpPr>
        <p:spPr>
          <a:xfrm>
            <a:off x="3906520" y="3114675"/>
            <a:ext cx="0" cy="36000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子陵职场PPT22"/>
          <p:cNvCxnSpPr/>
          <p:nvPr>
            <p:custDataLst>
              <p:tags r:id="rId30"/>
            </p:custDataLst>
          </p:nvPr>
        </p:nvCxnSpPr>
        <p:spPr>
          <a:xfrm>
            <a:off x="908050" y="3114675"/>
            <a:ext cx="0" cy="36000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9" name="子陵职场PPT23"/>
          <p:cNvGrpSpPr/>
          <p:nvPr>
            <p:custDataLst>
              <p:tags r:id="rId31"/>
            </p:custDataLst>
          </p:nvPr>
        </p:nvGrpSpPr>
        <p:grpSpPr>
          <a:xfrm>
            <a:off x="6515100" y="1059180"/>
            <a:ext cx="2666365" cy="2069465"/>
            <a:chOff x="594" y="1647"/>
            <a:chExt cx="4199" cy="3259"/>
          </a:xfrm>
        </p:grpSpPr>
        <p:sp>
          <p:nvSpPr>
            <p:cNvPr id="180" name="子陵职场PPT23-1"/>
            <p:cNvSpPr/>
            <p:nvPr>
              <p:custDataLst>
                <p:tags r:id="rId32"/>
              </p:custDataLst>
            </p:nvPr>
          </p:nvSpPr>
          <p:spPr>
            <a:xfrm>
              <a:off x="594" y="1647"/>
              <a:ext cx="4199" cy="3259"/>
            </a:xfrm>
            <a:prstGeom prst="roundRect">
              <a:avLst>
                <a:gd name="adj" fmla="val 3770"/>
              </a:avLst>
            </a:prstGeom>
            <a:gradFill flip="none" rotWithShape="1">
              <a:gsLst>
                <a:gs pos="48000">
                  <a:schemeClr val="bg1"/>
                </a:gs>
                <a:gs pos="10000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</a:gsLst>
              <a:lin ang="2700000" scaled="1"/>
              <a:tileRect/>
            </a:gradFill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101600" sx="102000" sy="102000" algn="ctr" rotWithShape="0">
                <a:schemeClr val="accent1">
                  <a:lumMod val="20000"/>
                  <a:lumOff val="80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 sz="1400" dirty="0">
                <a:solidFill>
                  <a:schemeClr val="bg2">
                    <a:lumMod val="2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82" name="子陵职场PPT23-3"/>
            <p:cNvSpPr/>
            <p:nvPr>
              <p:custDataLst>
                <p:tags r:id="rId33"/>
              </p:custDataLst>
            </p:nvPr>
          </p:nvSpPr>
          <p:spPr>
            <a:xfrm>
              <a:off x="833" y="2052"/>
              <a:ext cx="255" cy="256"/>
            </a:xfrm>
            <a:prstGeom prst="ellipse">
              <a:avLst/>
            </a:prstGeom>
            <a:gradFill flip="none" rotWithShape="1">
              <a:gsLst>
                <a:gs pos="2300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solidFill>
                  <a:schemeClr val="bg1"/>
                </a:solidFill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83" name="子陵职场PPT23-4"/>
            <p:cNvSpPr/>
            <p:nvPr>
              <p:custDataLst>
                <p:tags r:id="rId34"/>
              </p:custDataLst>
            </p:nvPr>
          </p:nvSpPr>
          <p:spPr>
            <a:xfrm>
              <a:off x="833" y="3437"/>
              <a:ext cx="255" cy="256"/>
            </a:xfrm>
            <a:prstGeom prst="ellipse">
              <a:avLst/>
            </a:prstGeom>
            <a:gradFill flip="none" rotWithShape="1">
              <a:gsLst>
                <a:gs pos="2300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solidFill>
                  <a:schemeClr val="bg1"/>
                </a:solidFill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  <p:grpSp>
        <p:nvGrpSpPr>
          <p:cNvPr id="185" name="子陵职场PPT24"/>
          <p:cNvGrpSpPr/>
          <p:nvPr>
            <p:custDataLst>
              <p:tags r:id="rId35"/>
            </p:custDataLst>
          </p:nvPr>
        </p:nvGrpSpPr>
        <p:grpSpPr>
          <a:xfrm>
            <a:off x="3446145" y="1059180"/>
            <a:ext cx="2666365" cy="2069465"/>
            <a:chOff x="594" y="1647"/>
            <a:chExt cx="4199" cy="3259"/>
          </a:xfrm>
        </p:grpSpPr>
        <p:sp>
          <p:nvSpPr>
            <p:cNvPr id="186" name="子陵职场PPT24-1"/>
            <p:cNvSpPr/>
            <p:nvPr>
              <p:custDataLst>
                <p:tags r:id="rId36"/>
              </p:custDataLst>
            </p:nvPr>
          </p:nvSpPr>
          <p:spPr>
            <a:xfrm>
              <a:off x="594" y="1647"/>
              <a:ext cx="4199" cy="3259"/>
            </a:xfrm>
            <a:prstGeom prst="roundRect">
              <a:avLst>
                <a:gd name="adj" fmla="val 3770"/>
              </a:avLst>
            </a:prstGeom>
            <a:gradFill flip="none" rotWithShape="1">
              <a:gsLst>
                <a:gs pos="48000">
                  <a:schemeClr val="bg1"/>
                </a:gs>
                <a:gs pos="10000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</a:gsLst>
              <a:lin ang="2700000" scaled="1"/>
              <a:tileRect/>
            </a:gradFill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101600" sx="102000" sy="102000" algn="ctr" rotWithShape="0">
                <a:schemeClr val="accent1">
                  <a:lumMod val="20000"/>
                  <a:lumOff val="80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 sz="1400" dirty="0">
                <a:solidFill>
                  <a:schemeClr val="bg2">
                    <a:lumMod val="2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88" name="子陵职场PPT24-3"/>
            <p:cNvSpPr/>
            <p:nvPr>
              <p:custDataLst>
                <p:tags r:id="rId37"/>
              </p:custDataLst>
            </p:nvPr>
          </p:nvSpPr>
          <p:spPr>
            <a:xfrm>
              <a:off x="833" y="2052"/>
              <a:ext cx="255" cy="256"/>
            </a:xfrm>
            <a:prstGeom prst="ellipse">
              <a:avLst/>
            </a:prstGeom>
            <a:gradFill flip="none" rotWithShape="1">
              <a:gsLst>
                <a:gs pos="2300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solidFill>
                  <a:schemeClr val="bg1"/>
                </a:solidFill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90" name="子陵职场PPT24-4"/>
            <p:cNvSpPr/>
            <p:nvPr>
              <p:custDataLst>
                <p:tags r:id="rId38"/>
              </p:custDataLst>
            </p:nvPr>
          </p:nvSpPr>
          <p:spPr>
            <a:xfrm>
              <a:off x="833" y="3437"/>
              <a:ext cx="255" cy="256"/>
            </a:xfrm>
            <a:prstGeom prst="ellipse">
              <a:avLst/>
            </a:prstGeom>
            <a:gradFill flip="none" rotWithShape="1">
              <a:gsLst>
                <a:gs pos="2300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solidFill>
                  <a:schemeClr val="bg1"/>
                </a:solidFill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  <p:grpSp>
        <p:nvGrpSpPr>
          <p:cNvPr id="192" name="子陵职场PPT25"/>
          <p:cNvGrpSpPr/>
          <p:nvPr>
            <p:custDataLst>
              <p:tags r:id="rId39"/>
            </p:custDataLst>
          </p:nvPr>
        </p:nvGrpSpPr>
        <p:grpSpPr>
          <a:xfrm>
            <a:off x="3392170" y="4457700"/>
            <a:ext cx="2666365" cy="2070100"/>
            <a:chOff x="327" y="7831"/>
            <a:chExt cx="4199" cy="3260"/>
          </a:xfrm>
        </p:grpSpPr>
        <p:sp>
          <p:nvSpPr>
            <p:cNvPr id="193" name="子陵职场PPT25-1"/>
            <p:cNvSpPr/>
            <p:nvPr>
              <p:custDataLst>
                <p:tags r:id="rId40"/>
              </p:custDataLst>
            </p:nvPr>
          </p:nvSpPr>
          <p:spPr>
            <a:xfrm>
              <a:off x="327" y="7831"/>
              <a:ext cx="4199" cy="3260"/>
            </a:xfrm>
            <a:prstGeom prst="roundRect">
              <a:avLst>
                <a:gd name="adj" fmla="val 3770"/>
              </a:avLst>
            </a:prstGeom>
            <a:gradFill flip="none" rotWithShape="1">
              <a:gsLst>
                <a:gs pos="48000">
                  <a:schemeClr val="bg1"/>
                </a:gs>
                <a:gs pos="100000">
                  <a:schemeClr val="accent2">
                    <a:lumMod val="5000"/>
                    <a:lumOff val="95000"/>
                  </a:schemeClr>
                </a:gs>
                <a:gs pos="0">
                  <a:schemeClr val="accent2">
                    <a:lumMod val="5000"/>
                    <a:lumOff val="95000"/>
                  </a:schemeClr>
                </a:gs>
              </a:gsLst>
              <a:lin ang="2700000" scaled="1"/>
              <a:tileRect/>
            </a:gradFill>
            <a:ln w="6350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  <a:effectLst>
              <a:outerShdw blurRad="101600" sx="102000" sy="102000" algn="ctr" rotWithShape="0">
                <a:schemeClr val="accent2">
                  <a:lumMod val="20000"/>
                  <a:lumOff val="80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 sz="1400" dirty="0">
                <a:solidFill>
                  <a:schemeClr val="bg2">
                    <a:lumMod val="2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95" name="子陵职场PPT25-3"/>
            <p:cNvSpPr/>
            <p:nvPr>
              <p:custDataLst>
                <p:tags r:id="rId41"/>
              </p:custDataLst>
            </p:nvPr>
          </p:nvSpPr>
          <p:spPr>
            <a:xfrm>
              <a:off x="566" y="8261"/>
              <a:ext cx="227" cy="227"/>
            </a:xfrm>
            <a:prstGeom prst="ellipse">
              <a:avLst/>
            </a:prstGeom>
            <a:gradFill flip="none" rotWithShape="1">
              <a:gsLst>
                <a:gs pos="23000">
                  <a:schemeClr val="accent2"/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900" dirty="0">
                <a:solidFill>
                  <a:schemeClr val="bg1"/>
                </a:solidFill>
                <a:effectLst>
                  <a:outerShdw blurRad="137160" dist="41148" dir="2699997" algn="tl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96" name="子陵职场PPT25-4"/>
            <p:cNvSpPr/>
            <p:nvPr>
              <p:custDataLst>
                <p:tags r:id="rId42"/>
              </p:custDataLst>
            </p:nvPr>
          </p:nvSpPr>
          <p:spPr>
            <a:xfrm>
              <a:off x="566" y="9568"/>
              <a:ext cx="227" cy="227"/>
            </a:xfrm>
            <a:prstGeom prst="ellipse">
              <a:avLst/>
            </a:prstGeom>
            <a:gradFill flip="none" rotWithShape="1">
              <a:gsLst>
                <a:gs pos="23000">
                  <a:schemeClr val="accent2"/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900" dirty="0">
                <a:solidFill>
                  <a:schemeClr val="bg1"/>
                </a:solidFill>
                <a:effectLst>
                  <a:outerShdw blurRad="137160" dist="41148" dir="2699997" algn="tl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  <p:grpSp>
        <p:nvGrpSpPr>
          <p:cNvPr id="198" name="子陵职场PPT26"/>
          <p:cNvGrpSpPr/>
          <p:nvPr>
            <p:custDataLst>
              <p:tags r:id="rId43"/>
            </p:custDataLst>
          </p:nvPr>
        </p:nvGrpSpPr>
        <p:grpSpPr>
          <a:xfrm>
            <a:off x="6515735" y="4457700"/>
            <a:ext cx="2666365" cy="2070100"/>
            <a:chOff x="327" y="7831"/>
            <a:chExt cx="4199" cy="3260"/>
          </a:xfrm>
        </p:grpSpPr>
        <p:sp>
          <p:nvSpPr>
            <p:cNvPr id="199" name="子陵职场PPT26-1"/>
            <p:cNvSpPr/>
            <p:nvPr>
              <p:custDataLst>
                <p:tags r:id="rId44"/>
              </p:custDataLst>
            </p:nvPr>
          </p:nvSpPr>
          <p:spPr>
            <a:xfrm>
              <a:off x="327" y="7831"/>
              <a:ext cx="4199" cy="3260"/>
            </a:xfrm>
            <a:prstGeom prst="roundRect">
              <a:avLst>
                <a:gd name="adj" fmla="val 3770"/>
              </a:avLst>
            </a:prstGeom>
            <a:gradFill flip="none" rotWithShape="1">
              <a:gsLst>
                <a:gs pos="48000">
                  <a:schemeClr val="bg1"/>
                </a:gs>
                <a:gs pos="100000">
                  <a:schemeClr val="accent2">
                    <a:lumMod val="5000"/>
                    <a:lumOff val="95000"/>
                  </a:schemeClr>
                </a:gs>
                <a:gs pos="0">
                  <a:schemeClr val="accent2">
                    <a:lumMod val="5000"/>
                    <a:lumOff val="95000"/>
                  </a:schemeClr>
                </a:gs>
              </a:gsLst>
              <a:lin ang="2700000" scaled="1"/>
              <a:tileRect/>
            </a:gradFill>
            <a:ln w="6350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  <a:effectLst>
              <a:outerShdw blurRad="101600" sx="102000" sy="102000" algn="ctr" rotWithShape="0">
                <a:schemeClr val="accent2">
                  <a:lumMod val="20000"/>
                  <a:lumOff val="80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 sz="1400" dirty="0">
                <a:solidFill>
                  <a:schemeClr val="bg2">
                    <a:lumMod val="2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201" name="子陵职场PPT26-3"/>
            <p:cNvSpPr/>
            <p:nvPr>
              <p:custDataLst>
                <p:tags r:id="rId45"/>
              </p:custDataLst>
            </p:nvPr>
          </p:nvSpPr>
          <p:spPr>
            <a:xfrm>
              <a:off x="566" y="8261"/>
              <a:ext cx="227" cy="227"/>
            </a:xfrm>
            <a:prstGeom prst="ellipse">
              <a:avLst/>
            </a:prstGeom>
            <a:gradFill flip="none" rotWithShape="1">
              <a:gsLst>
                <a:gs pos="23000">
                  <a:schemeClr val="accent2"/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900" dirty="0">
                <a:solidFill>
                  <a:schemeClr val="bg1"/>
                </a:solidFill>
                <a:effectLst>
                  <a:outerShdw blurRad="137160" dist="41148" dir="2699997" algn="tl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202" name="子陵职场PPT26-4"/>
            <p:cNvSpPr/>
            <p:nvPr>
              <p:custDataLst>
                <p:tags r:id="rId46"/>
              </p:custDataLst>
            </p:nvPr>
          </p:nvSpPr>
          <p:spPr>
            <a:xfrm>
              <a:off x="566" y="9584"/>
              <a:ext cx="227" cy="227"/>
            </a:xfrm>
            <a:prstGeom prst="ellipse">
              <a:avLst/>
            </a:prstGeom>
            <a:gradFill flip="none" rotWithShape="1">
              <a:gsLst>
                <a:gs pos="23000">
                  <a:schemeClr val="accent2"/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900" dirty="0">
                <a:solidFill>
                  <a:schemeClr val="bg1"/>
                </a:solidFill>
                <a:effectLst>
                  <a:outerShdw blurRad="137160" dist="41148" dir="2699997" algn="tl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子陵职场PPT1"/>
          <p:cNvSpPr/>
          <p:nvPr/>
        </p:nvSpPr>
        <p:spPr>
          <a:xfrm>
            <a:off x="585470" y="2449195"/>
            <a:ext cx="5318125" cy="4157980"/>
          </a:xfrm>
          <a:custGeom>
            <a:avLst/>
            <a:gdLst>
              <a:gd name="connsiteX0" fmla="*/ 186807 w 7151580"/>
              <a:gd name="connsiteY0" fmla="*/ 0 h 5105400"/>
              <a:gd name="connsiteX1" fmla="*/ 7151580 w 7151580"/>
              <a:gd name="connsiteY1" fmla="*/ 0 h 5105400"/>
              <a:gd name="connsiteX2" fmla="*/ 5875230 w 7151580"/>
              <a:gd name="connsiteY2" fmla="*/ 5105400 h 5105400"/>
              <a:gd name="connsiteX3" fmla="*/ 186807 w 7151580"/>
              <a:gd name="connsiteY3" fmla="*/ 5105400 h 5105400"/>
              <a:gd name="connsiteX4" fmla="*/ 0 w 7151580"/>
              <a:gd name="connsiteY4" fmla="*/ 4918593 h 5105400"/>
              <a:gd name="connsiteX5" fmla="*/ 0 w 7151580"/>
              <a:gd name="connsiteY5" fmla="*/ 186807 h 5105400"/>
              <a:gd name="connsiteX6" fmla="*/ 186807 w 7151580"/>
              <a:gd name="connsiteY6" fmla="*/ 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51580" h="5105400">
                <a:moveTo>
                  <a:pt x="186807" y="0"/>
                </a:moveTo>
                <a:lnTo>
                  <a:pt x="7151580" y="0"/>
                </a:lnTo>
                <a:lnTo>
                  <a:pt x="5875230" y="5105400"/>
                </a:lnTo>
                <a:lnTo>
                  <a:pt x="186807" y="5105400"/>
                </a:lnTo>
                <a:cubicBezTo>
                  <a:pt x="83636" y="5105400"/>
                  <a:pt x="0" y="5021764"/>
                  <a:pt x="0" y="4918593"/>
                </a:cubicBezTo>
                <a:lnTo>
                  <a:pt x="0" y="186807"/>
                </a:lnTo>
                <a:cubicBezTo>
                  <a:pt x="0" y="83636"/>
                  <a:pt x="83636" y="0"/>
                  <a:pt x="186807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10000"/>
                </a:schemeClr>
              </a:gs>
              <a:gs pos="55000">
                <a:schemeClr val="accent1">
                  <a:alpha val="3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60" name="子陵职场PPT2"/>
          <p:cNvSpPr/>
          <p:nvPr/>
        </p:nvSpPr>
        <p:spPr>
          <a:xfrm>
            <a:off x="5228590" y="2409825"/>
            <a:ext cx="6446520" cy="4157345"/>
          </a:xfrm>
          <a:custGeom>
            <a:avLst/>
            <a:gdLst>
              <a:gd name="connsiteX0" fmla="*/ 1617 w 9738"/>
              <a:gd name="connsiteY0" fmla="*/ 0 h 8084"/>
              <a:gd name="connsiteX1" fmla="*/ 9369 w 9738"/>
              <a:gd name="connsiteY1" fmla="*/ 3 h 8084"/>
              <a:gd name="connsiteX2" fmla="*/ 9738 w 9738"/>
              <a:gd name="connsiteY2" fmla="*/ 297 h 8084"/>
              <a:gd name="connsiteX3" fmla="*/ 9738 w 9738"/>
              <a:gd name="connsiteY3" fmla="*/ 7749 h 8084"/>
              <a:gd name="connsiteX4" fmla="*/ 9369 w 9738"/>
              <a:gd name="connsiteY4" fmla="*/ 8043 h 8084"/>
              <a:gd name="connsiteX5" fmla="*/ 0 w 9738"/>
              <a:gd name="connsiteY5" fmla="*/ 8084 h 8084"/>
              <a:gd name="connsiteX6" fmla="*/ 1617 w 9738"/>
              <a:gd name="connsiteY6" fmla="*/ 0 h 8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738" h="8084">
                <a:moveTo>
                  <a:pt x="1617" y="0"/>
                </a:moveTo>
                <a:lnTo>
                  <a:pt x="9369" y="3"/>
                </a:lnTo>
                <a:cubicBezTo>
                  <a:pt x="9573" y="3"/>
                  <a:pt x="9738" y="135"/>
                  <a:pt x="9738" y="297"/>
                </a:cubicBezTo>
                <a:lnTo>
                  <a:pt x="9738" y="7749"/>
                </a:lnTo>
                <a:cubicBezTo>
                  <a:pt x="9738" y="7911"/>
                  <a:pt x="9573" y="8043"/>
                  <a:pt x="9369" y="8043"/>
                </a:cubicBezTo>
                <a:lnTo>
                  <a:pt x="0" y="8084"/>
                </a:lnTo>
                <a:lnTo>
                  <a:pt x="1617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2">
                  <a:alpha val="10000"/>
                </a:schemeClr>
              </a:gs>
              <a:gs pos="55000">
                <a:schemeClr val="accent2">
                  <a:alpha val="3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2" name="子陵职场PPT3"/>
          <p:cNvSpPr>
            <a:spLocks noGrp="1"/>
          </p:cNvSpPr>
          <p:nvPr>
            <p:ph type="title"/>
          </p:nvPr>
        </p:nvSpPr>
        <p:spPr>
          <a:xfrm>
            <a:off x="842010" y="241935"/>
            <a:ext cx="7018020" cy="589280"/>
          </a:xfrm>
        </p:spPr>
        <p:txBody>
          <a:bodyPr>
            <a:normAutofit/>
          </a:bodyPr>
          <a:lstStyle/>
          <a:p>
            <a:r>
              <a:rPr lang="zh-CN" altLang="en-US"/>
              <a:t>需要的支持</a:t>
            </a:r>
            <a:r>
              <a:rPr>
                <a:sym typeface="+mn-ea"/>
              </a:rPr>
              <a:t>保障、存在</a:t>
            </a:r>
            <a:r>
              <a:rPr lang="zh-CN" altLang="en-US"/>
              <a:t>风险及预防措施</a:t>
            </a:r>
            <a:endParaRPr lang="zh-CN" altLang="en-US"/>
          </a:p>
        </p:txBody>
      </p:sp>
      <p:sp>
        <p:nvSpPr>
          <p:cNvPr id="3" name="子陵职场PPT4"/>
          <p:cNvSpPr/>
          <p:nvPr/>
        </p:nvSpPr>
        <p:spPr>
          <a:xfrm>
            <a:off x="7136130" y="1978025"/>
            <a:ext cx="4555490" cy="476885"/>
          </a:xfrm>
          <a:custGeom>
            <a:avLst/>
            <a:gdLst>
              <a:gd name="connsiteX0" fmla="*/ 249 w 7174"/>
              <a:gd name="connsiteY0" fmla="*/ 12 h 751"/>
              <a:gd name="connsiteX1" fmla="*/ 7050 w 7174"/>
              <a:gd name="connsiteY1" fmla="*/ 0 h 751"/>
              <a:gd name="connsiteX2" fmla="*/ 7174 w 7174"/>
              <a:gd name="connsiteY2" fmla="*/ 124 h 751"/>
              <a:gd name="connsiteX3" fmla="*/ 7174 w 7174"/>
              <a:gd name="connsiteY3" fmla="*/ 621 h 751"/>
              <a:gd name="connsiteX4" fmla="*/ 7050 w 7174"/>
              <a:gd name="connsiteY4" fmla="*/ 745 h 751"/>
              <a:gd name="connsiteX5" fmla="*/ 0 w 7174"/>
              <a:gd name="connsiteY5" fmla="*/ 751 h 751"/>
              <a:gd name="connsiteX6" fmla="*/ 249 w 7174"/>
              <a:gd name="connsiteY6" fmla="*/ 12 h 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74" h="751">
                <a:moveTo>
                  <a:pt x="249" y="12"/>
                </a:moveTo>
                <a:lnTo>
                  <a:pt x="7050" y="0"/>
                </a:lnTo>
                <a:cubicBezTo>
                  <a:pt x="7118" y="0"/>
                  <a:pt x="7174" y="56"/>
                  <a:pt x="7174" y="124"/>
                </a:cubicBezTo>
                <a:lnTo>
                  <a:pt x="7174" y="621"/>
                </a:lnTo>
                <a:cubicBezTo>
                  <a:pt x="7174" y="689"/>
                  <a:pt x="7118" y="745"/>
                  <a:pt x="7050" y="745"/>
                </a:cubicBezTo>
                <a:lnTo>
                  <a:pt x="0" y="751"/>
                </a:lnTo>
                <a:lnTo>
                  <a:pt x="249" y="12"/>
                </a:lnTo>
                <a:close/>
              </a:path>
            </a:pathLst>
          </a:custGeom>
          <a:gradFill>
            <a:gsLst>
              <a:gs pos="100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5400000" scaled="0"/>
          </a:gradFill>
          <a:ln w="17962" cap="flat">
            <a:noFill/>
            <a:prstDash val="solid"/>
            <a:miter/>
          </a:ln>
        </p:spPr>
        <p:txBody>
          <a:bodyPr lIns="539750" tIns="0" rIns="0" bIns="0" rtlCol="0" anchor="ctr"/>
          <a:lstStyle/>
          <a:p>
            <a:r>
              <a:rPr lang="en-US" altLang="zh-CN" sz="2400" b="1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+mj-ea"/>
                <a:ea typeface="+mj-ea"/>
                <a:sym typeface="+mn-ea"/>
              </a:rPr>
              <a:t>       </a:t>
            </a:r>
            <a:endParaRPr lang="zh-CN" altLang="en-US" sz="2400" b="1" kern="0" dirty="0">
              <a:ln>
                <a:noFill/>
                <a:prstDash val="sysDot"/>
              </a:ln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5" name="子陵职场PPT5"/>
          <p:cNvSpPr/>
          <p:nvPr/>
        </p:nvSpPr>
        <p:spPr>
          <a:xfrm>
            <a:off x="600710" y="1978660"/>
            <a:ext cx="4652645" cy="483235"/>
          </a:xfrm>
          <a:custGeom>
            <a:avLst/>
            <a:gdLst>
              <a:gd name="connsiteX0" fmla="*/ 0 w 7327"/>
              <a:gd name="connsiteY0" fmla="*/ 127 h 761"/>
              <a:gd name="connsiteX1" fmla="*/ 127 w 7327"/>
              <a:gd name="connsiteY1" fmla="*/ 0 h 761"/>
              <a:gd name="connsiteX2" fmla="*/ 7327 w 7327"/>
              <a:gd name="connsiteY2" fmla="*/ 5 h 761"/>
              <a:gd name="connsiteX3" fmla="*/ 7077 w 7327"/>
              <a:gd name="connsiteY3" fmla="*/ 756 h 761"/>
              <a:gd name="connsiteX4" fmla="*/ 127 w 7327"/>
              <a:gd name="connsiteY4" fmla="*/ 761 h 761"/>
              <a:gd name="connsiteX5" fmla="*/ 0 w 7327"/>
              <a:gd name="connsiteY5" fmla="*/ 634 h 761"/>
              <a:gd name="connsiteX6" fmla="*/ 0 w 7327"/>
              <a:gd name="connsiteY6" fmla="*/ 127 h 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27" h="761">
                <a:moveTo>
                  <a:pt x="0" y="127"/>
                </a:moveTo>
                <a:cubicBezTo>
                  <a:pt x="0" y="57"/>
                  <a:pt x="57" y="0"/>
                  <a:pt x="127" y="0"/>
                </a:cubicBezTo>
                <a:lnTo>
                  <a:pt x="7327" y="5"/>
                </a:lnTo>
                <a:lnTo>
                  <a:pt x="7077" y="756"/>
                </a:lnTo>
                <a:lnTo>
                  <a:pt x="127" y="761"/>
                </a:lnTo>
                <a:cubicBezTo>
                  <a:pt x="57" y="761"/>
                  <a:pt x="0" y="704"/>
                  <a:pt x="0" y="634"/>
                </a:cubicBezTo>
                <a:lnTo>
                  <a:pt x="0" y="127"/>
                </a:lnTo>
                <a:close/>
              </a:path>
            </a:pathLst>
          </a:custGeom>
          <a:gradFill>
            <a:gsLst>
              <a:gs pos="4800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5400000" scaled="1"/>
          </a:gradFill>
          <a:ln w="17962" cap="flat">
            <a:noFill/>
            <a:prstDash val="solid"/>
            <a:miter/>
          </a:ln>
        </p:spPr>
        <p:txBody>
          <a:bodyPr lIns="539750" tIns="0" rIns="0" bIns="0" rtlCol="0" anchor="ctr" anchorCtr="0"/>
          <a:lstStyle/>
          <a:p>
            <a:pPr algn="ctr"/>
            <a:endParaRPr lang="zh-CN" altLang="en-US" sz="2400" b="1" kern="0" dirty="0">
              <a:ln>
                <a:noFill/>
                <a:prstDash val="sysDot"/>
              </a:ln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6" name="子陵职场PPT6"/>
          <p:cNvSpPr/>
          <p:nvPr/>
        </p:nvSpPr>
        <p:spPr>
          <a:xfrm>
            <a:off x="5736874" y="1320737"/>
            <a:ext cx="752082" cy="1739188"/>
          </a:xfrm>
          <a:custGeom>
            <a:avLst/>
            <a:gdLst>
              <a:gd name="connsiteX0" fmla="*/ 0 w 862645"/>
              <a:gd name="connsiteY0" fmla="*/ 1994867 h 1994866"/>
              <a:gd name="connsiteX1" fmla="*/ 89859 w 862645"/>
              <a:gd name="connsiteY1" fmla="*/ 1994867 h 1994866"/>
              <a:gd name="connsiteX2" fmla="*/ 862645 w 862645"/>
              <a:gd name="connsiteY2" fmla="*/ 0 h 1994866"/>
              <a:gd name="connsiteX3" fmla="*/ 772786 w 862645"/>
              <a:gd name="connsiteY3" fmla="*/ 0 h 1994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45" h="1994866">
                <a:moveTo>
                  <a:pt x="0" y="1994867"/>
                </a:moveTo>
                <a:lnTo>
                  <a:pt x="89859" y="1994867"/>
                </a:lnTo>
                <a:lnTo>
                  <a:pt x="862645" y="0"/>
                </a:lnTo>
                <a:lnTo>
                  <a:pt x="77278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74000">
                <a:schemeClr val="accent1">
                  <a:lumMod val="45000"/>
                  <a:lumOff val="55000"/>
                  <a:alpha val="100000"/>
                </a:schemeClr>
              </a:gs>
              <a:gs pos="83000">
                <a:schemeClr val="accent1">
                  <a:lumMod val="45000"/>
                  <a:lumOff val="55000"/>
                  <a:alpha val="100000"/>
                </a:schemeClr>
              </a:gs>
              <a:gs pos="100000">
                <a:schemeClr val="accent1">
                  <a:lumMod val="30000"/>
                  <a:lumOff val="70000"/>
                  <a:alpha val="100000"/>
                </a:schemeClr>
              </a:gs>
            </a:gsLst>
            <a:lin ang="5400000" scaled="1"/>
          </a:gradFill>
          <a:ln w="179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子陵职场PPT7"/>
          <p:cNvSpPr/>
          <p:nvPr/>
        </p:nvSpPr>
        <p:spPr>
          <a:xfrm>
            <a:off x="5950453" y="1808367"/>
            <a:ext cx="815456" cy="1322881"/>
          </a:xfrm>
          <a:custGeom>
            <a:avLst/>
            <a:gdLst>
              <a:gd name="connsiteX0" fmla="*/ 325483 w 935336"/>
              <a:gd name="connsiteY0" fmla="*/ 1071657 h 1517357"/>
              <a:gd name="connsiteX1" fmla="*/ 310567 w 935336"/>
              <a:gd name="connsiteY1" fmla="*/ 1141567 h 1517357"/>
              <a:gd name="connsiteX2" fmla="*/ 380118 w 935336"/>
              <a:gd name="connsiteY2" fmla="*/ 1296484 h 1517357"/>
              <a:gd name="connsiteX3" fmla="*/ 499450 w 935336"/>
              <a:gd name="connsiteY3" fmla="*/ 1151092 h 1517357"/>
              <a:gd name="connsiteX4" fmla="*/ 365920 w 935336"/>
              <a:gd name="connsiteY4" fmla="*/ 812864 h 1517357"/>
              <a:gd name="connsiteX5" fmla="*/ 185304 w 935336"/>
              <a:gd name="connsiteY5" fmla="*/ 320437 h 1517357"/>
              <a:gd name="connsiteX6" fmla="*/ 583738 w 935336"/>
              <a:gd name="connsiteY6" fmla="*/ 0 h 1517357"/>
              <a:gd name="connsiteX7" fmla="*/ 921607 w 935336"/>
              <a:gd name="connsiteY7" fmla="*/ 411913 h 1517357"/>
              <a:gd name="connsiteX8" fmla="*/ 915137 w 935336"/>
              <a:gd name="connsiteY8" fmla="*/ 443004 h 1517357"/>
              <a:gd name="connsiteX9" fmla="*/ 623635 w 935336"/>
              <a:gd name="connsiteY9" fmla="*/ 442825 h 1517357"/>
              <a:gd name="connsiteX10" fmla="*/ 636216 w 935336"/>
              <a:gd name="connsiteY10" fmla="*/ 388370 h 1517357"/>
              <a:gd name="connsiteX11" fmla="*/ 579964 w 935336"/>
              <a:gd name="connsiteY11" fmla="*/ 224108 h 1517357"/>
              <a:gd name="connsiteX12" fmla="*/ 482736 w 935336"/>
              <a:gd name="connsiteY12" fmla="*/ 327626 h 1517357"/>
              <a:gd name="connsiteX13" fmla="*/ 590927 w 935336"/>
              <a:gd name="connsiteY13" fmla="*/ 596663 h 1517357"/>
              <a:gd name="connsiteX14" fmla="*/ 802634 w 935336"/>
              <a:gd name="connsiteY14" fmla="*/ 1170861 h 1517357"/>
              <a:gd name="connsiteX15" fmla="*/ 353879 w 935336"/>
              <a:gd name="connsiteY15" fmla="*/ 1517357 h 1517357"/>
              <a:gd name="connsiteX16" fmla="*/ 16009 w 935336"/>
              <a:gd name="connsiteY16" fmla="*/ 1105803 h 1517357"/>
              <a:gd name="connsiteX17" fmla="*/ 24277 w 935336"/>
              <a:gd name="connsiteY17" fmla="*/ 1071298 h 1517357"/>
              <a:gd name="connsiteX18" fmla="*/ 325483 w 935336"/>
              <a:gd name="connsiteY18" fmla="*/ 1071657 h 1517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35336" h="1517357">
                <a:moveTo>
                  <a:pt x="325483" y="1071657"/>
                </a:moveTo>
                <a:lnTo>
                  <a:pt x="310567" y="1141567"/>
                </a:lnTo>
                <a:cubicBezTo>
                  <a:pt x="291157" y="1242748"/>
                  <a:pt x="304816" y="1296304"/>
                  <a:pt x="380118" y="1296484"/>
                </a:cubicBezTo>
                <a:cubicBezTo>
                  <a:pt x="445175" y="1296484"/>
                  <a:pt x="477704" y="1250656"/>
                  <a:pt x="499450" y="1151092"/>
                </a:cubicBezTo>
                <a:cubicBezTo>
                  <a:pt x="525150" y="1030681"/>
                  <a:pt x="503224" y="956458"/>
                  <a:pt x="365920" y="812864"/>
                </a:cubicBezTo>
                <a:cubicBezTo>
                  <a:pt x="202557" y="641772"/>
                  <a:pt x="137319" y="545084"/>
                  <a:pt x="185304" y="320437"/>
                </a:cubicBezTo>
                <a:cubicBezTo>
                  <a:pt x="231491" y="102080"/>
                  <a:pt x="360888" y="-179"/>
                  <a:pt x="583738" y="0"/>
                </a:cubicBezTo>
                <a:cubicBezTo>
                  <a:pt x="936164" y="180"/>
                  <a:pt x="960606" y="224108"/>
                  <a:pt x="921607" y="411913"/>
                </a:cubicBezTo>
                <a:lnTo>
                  <a:pt x="915137" y="443004"/>
                </a:lnTo>
                <a:lnTo>
                  <a:pt x="623635" y="442825"/>
                </a:lnTo>
                <a:lnTo>
                  <a:pt x="636216" y="388370"/>
                </a:lnTo>
                <a:cubicBezTo>
                  <a:pt x="655625" y="291682"/>
                  <a:pt x="653828" y="224108"/>
                  <a:pt x="579964" y="224108"/>
                </a:cubicBezTo>
                <a:cubicBezTo>
                  <a:pt x="530002" y="224108"/>
                  <a:pt x="497294" y="251605"/>
                  <a:pt x="482736" y="327626"/>
                </a:cubicBezTo>
                <a:cubicBezTo>
                  <a:pt x="462428" y="430963"/>
                  <a:pt x="480939" y="478229"/>
                  <a:pt x="590927" y="596663"/>
                </a:cubicBezTo>
                <a:cubicBezTo>
                  <a:pt x="805869" y="826881"/>
                  <a:pt x="854393" y="943339"/>
                  <a:pt x="802634" y="1170861"/>
                </a:cubicBezTo>
                <a:cubicBezTo>
                  <a:pt x="747820" y="1410605"/>
                  <a:pt x="614649" y="1517537"/>
                  <a:pt x="353879" y="1517357"/>
                </a:cubicBezTo>
                <a:cubicBezTo>
                  <a:pt x="52492" y="1517177"/>
                  <a:pt x="-41500" y="1356689"/>
                  <a:pt x="16009" y="1105803"/>
                </a:cubicBezTo>
                <a:lnTo>
                  <a:pt x="24277" y="1071298"/>
                </a:lnTo>
                <a:lnTo>
                  <a:pt x="325483" y="1071657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67000"/>
                </a:schemeClr>
              </a:gs>
              <a:gs pos="40000">
                <a:schemeClr val="accent1">
                  <a:lumMod val="40000"/>
                  <a:lumOff val="60000"/>
                  <a:alpha val="100000"/>
                </a:schemeClr>
              </a:gs>
            </a:gsLst>
            <a:lin ang="5400000" scaled="1"/>
          </a:gradFill>
          <a:ln w="17962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子陵职场PPT8"/>
          <p:cNvSpPr/>
          <p:nvPr/>
        </p:nvSpPr>
        <p:spPr>
          <a:xfrm>
            <a:off x="5601350" y="1454546"/>
            <a:ext cx="849539" cy="1284806"/>
          </a:xfrm>
          <a:custGeom>
            <a:avLst/>
            <a:gdLst>
              <a:gd name="connsiteX0" fmla="*/ 0 w 974429"/>
              <a:gd name="connsiteY0" fmla="*/ 1473506 h 1473685"/>
              <a:gd name="connsiteX1" fmla="*/ 108190 w 974429"/>
              <a:gd name="connsiteY1" fmla="*/ 0 h 1473685"/>
              <a:gd name="connsiteX2" fmla="*/ 420899 w 974429"/>
              <a:gd name="connsiteY2" fmla="*/ 0 h 1473685"/>
              <a:gd name="connsiteX3" fmla="*/ 351887 w 974429"/>
              <a:gd name="connsiteY3" fmla="*/ 528370 h 1473685"/>
              <a:gd name="connsiteX4" fmla="*/ 259692 w 974429"/>
              <a:gd name="connsiteY4" fmla="*/ 1176612 h 1473685"/>
              <a:gd name="connsiteX5" fmla="*/ 272093 w 974429"/>
              <a:gd name="connsiteY5" fmla="*/ 1176612 h 1473685"/>
              <a:gd name="connsiteX6" fmla="*/ 481284 w 974429"/>
              <a:gd name="connsiteY6" fmla="*/ 531425 h 1473685"/>
              <a:gd name="connsiteX7" fmla="*/ 658306 w 974429"/>
              <a:gd name="connsiteY7" fmla="*/ 180 h 1473685"/>
              <a:gd name="connsiteX8" fmla="*/ 974429 w 974429"/>
              <a:gd name="connsiteY8" fmla="*/ 180 h 1473685"/>
              <a:gd name="connsiteX9" fmla="*/ 400231 w 974429"/>
              <a:gd name="connsiteY9" fmla="*/ 1473685 h 1473685"/>
              <a:gd name="connsiteX10" fmla="*/ 0 w 974429"/>
              <a:gd name="connsiteY10" fmla="*/ 1473685 h 147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74429" h="1473685">
                <a:moveTo>
                  <a:pt x="0" y="1473506"/>
                </a:moveTo>
                <a:lnTo>
                  <a:pt x="108190" y="0"/>
                </a:lnTo>
                <a:lnTo>
                  <a:pt x="420899" y="0"/>
                </a:lnTo>
                <a:lnTo>
                  <a:pt x="351887" y="528370"/>
                </a:lnTo>
                <a:cubicBezTo>
                  <a:pt x="324929" y="724083"/>
                  <a:pt x="288447" y="994019"/>
                  <a:pt x="259692" y="1176612"/>
                </a:cubicBezTo>
                <a:lnTo>
                  <a:pt x="272093" y="1176612"/>
                </a:lnTo>
                <a:cubicBezTo>
                  <a:pt x="326008" y="995456"/>
                  <a:pt x="416586" y="725700"/>
                  <a:pt x="481284" y="531425"/>
                </a:cubicBezTo>
                <a:lnTo>
                  <a:pt x="658306" y="180"/>
                </a:lnTo>
                <a:lnTo>
                  <a:pt x="974429" y="180"/>
                </a:lnTo>
                <a:lnTo>
                  <a:pt x="400231" y="1473685"/>
                </a:lnTo>
                <a:lnTo>
                  <a:pt x="0" y="1473685"/>
                </a:lnTo>
                <a:close/>
              </a:path>
            </a:pathLst>
          </a:custGeom>
          <a:gradFill>
            <a:gsLst>
              <a:gs pos="36000">
                <a:schemeClr val="accent1">
                  <a:alpha val="100000"/>
                </a:schemeClr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5400000" scaled="1"/>
          </a:gradFill>
          <a:ln w="3592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子陵职场PPT9"/>
          <p:cNvSpPr/>
          <p:nvPr/>
        </p:nvSpPr>
        <p:spPr>
          <a:xfrm>
            <a:off x="4895035" y="1571200"/>
            <a:ext cx="787022" cy="1347479"/>
          </a:xfrm>
          <a:custGeom>
            <a:avLst/>
            <a:gdLst>
              <a:gd name="connsiteX0" fmla="*/ 740976 w 902722"/>
              <a:gd name="connsiteY0" fmla="*/ 0 h 1545572"/>
              <a:gd name="connsiteX1" fmla="*/ 723004 w 902722"/>
              <a:gd name="connsiteY1" fmla="*/ 82131 h 1545572"/>
              <a:gd name="connsiteX2" fmla="*/ 636380 w 902722"/>
              <a:gd name="connsiteY2" fmla="*/ 82131 h 1545572"/>
              <a:gd name="connsiteX3" fmla="*/ 111964 w 902722"/>
              <a:gd name="connsiteY3" fmla="*/ 1463441 h 1545572"/>
              <a:gd name="connsiteX4" fmla="*/ 902722 w 902722"/>
              <a:gd name="connsiteY4" fmla="*/ 1463441 h 1545572"/>
              <a:gd name="connsiteX5" fmla="*/ 866778 w 902722"/>
              <a:gd name="connsiteY5" fmla="*/ 1545572 h 1545572"/>
              <a:gd name="connsiteX6" fmla="*/ 0 w 902722"/>
              <a:gd name="connsiteY6" fmla="*/ 1545572 h 1545572"/>
              <a:gd name="connsiteX7" fmla="*/ 579410 w 902722"/>
              <a:gd name="connsiteY7" fmla="*/ 0 h 1545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2722" h="1545572">
                <a:moveTo>
                  <a:pt x="740976" y="0"/>
                </a:moveTo>
                <a:lnTo>
                  <a:pt x="723004" y="82131"/>
                </a:lnTo>
                <a:lnTo>
                  <a:pt x="636380" y="82131"/>
                </a:lnTo>
                <a:lnTo>
                  <a:pt x="111964" y="1463441"/>
                </a:lnTo>
                <a:lnTo>
                  <a:pt x="902722" y="1463441"/>
                </a:lnTo>
                <a:lnTo>
                  <a:pt x="866778" y="1545572"/>
                </a:lnTo>
                <a:lnTo>
                  <a:pt x="0" y="1545572"/>
                </a:lnTo>
                <a:lnTo>
                  <a:pt x="57941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5400000" scaled="1"/>
          </a:gradFill>
          <a:ln w="179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子陵职场PPT10"/>
          <p:cNvSpPr/>
          <p:nvPr/>
        </p:nvSpPr>
        <p:spPr>
          <a:xfrm>
            <a:off x="6467675" y="1571200"/>
            <a:ext cx="1029568" cy="1347479"/>
          </a:xfrm>
          <a:custGeom>
            <a:avLst/>
            <a:gdLst>
              <a:gd name="connsiteX0" fmla="*/ 17972 w 1180924"/>
              <a:gd name="connsiteY0" fmla="*/ 0 h 1545572"/>
              <a:gd name="connsiteX1" fmla="*/ 0 w 1180924"/>
              <a:gd name="connsiteY1" fmla="*/ 82131 h 1545572"/>
              <a:gd name="connsiteX2" fmla="*/ 1057818 w 1180924"/>
              <a:gd name="connsiteY2" fmla="*/ 82131 h 1545572"/>
              <a:gd name="connsiteX3" fmla="*/ 539153 w 1180924"/>
              <a:gd name="connsiteY3" fmla="*/ 1463441 h 1545572"/>
              <a:gd name="connsiteX4" fmla="*/ 377407 w 1180924"/>
              <a:gd name="connsiteY4" fmla="*/ 1463441 h 1545572"/>
              <a:gd name="connsiteX5" fmla="*/ 359435 w 1180924"/>
              <a:gd name="connsiteY5" fmla="*/ 1545572 h 1545572"/>
              <a:gd name="connsiteX6" fmla="*/ 588576 w 1180924"/>
              <a:gd name="connsiteY6" fmla="*/ 1545572 h 1545572"/>
              <a:gd name="connsiteX7" fmla="*/ 1180925 w 1180924"/>
              <a:gd name="connsiteY7" fmla="*/ 0 h 1545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0924" h="1545572">
                <a:moveTo>
                  <a:pt x="17972" y="0"/>
                </a:moveTo>
                <a:lnTo>
                  <a:pt x="0" y="82131"/>
                </a:lnTo>
                <a:lnTo>
                  <a:pt x="1057818" y="82131"/>
                </a:lnTo>
                <a:lnTo>
                  <a:pt x="539153" y="1463441"/>
                </a:lnTo>
                <a:lnTo>
                  <a:pt x="377407" y="1463441"/>
                </a:lnTo>
                <a:lnTo>
                  <a:pt x="359435" y="1545572"/>
                </a:lnTo>
                <a:lnTo>
                  <a:pt x="588576" y="1545572"/>
                </a:lnTo>
                <a:lnTo>
                  <a:pt x="1180925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24000">
                <a:schemeClr val="accent1">
                  <a:lumMod val="40000"/>
                  <a:lumOff val="60000"/>
                  <a:alpha val="100000"/>
                </a:schemeClr>
              </a:gs>
            </a:gsLst>
            <a:lin ang="5400000" scaled="1"/>
          </a:gradFill>
          <a:ln w="179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9" name="子陵职场PPT13"/>
          <p:cNvSpPr/>
          <p:nvPr/>
        </p:nvSpPr>
        <p:spPr>
          <a:xfrm>
            <a:off x="800872" y="2698440"/>
            <a:ext cx="140956" cy="140956"/>
          </a:xfrm>
          <a:prstGeom prst="ellipse">
            <a:avLst/>
          </a:prstGeom>
          <a:gradFill flip="none" rotWithShape="1">
            <a:gsLst>
              <a:gs pos="80000">
                <a:schemeClr val="accent1"/>
              </a:gs>
              <a:gs pos="20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/>
            </a:solidFill>
          </a:ln>
          <a:effectLst>
            <a:outerShdw blurRad="177800" dist="76200" dir="5400000" sx="99000" sy="99000" algn="t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HarmonyOS Sans SC" panose="00000500000000000000" charset="-122"/>
            </a:endParaRPr>
          </a:p>
        </p:txBody>
      </p:sp>
      <p:sp>
        <p:nvSpPr>
          <p:cNvPr id="204" name="子陵职场PPT15"/>
          <p:cNvSpPr/>
          <p:nvPr/>
        </p:nvSpPr>
        <p:spPr>
          <a:xfrm>
            <a:off x="4850765" y="5179695"/>
            <a:ext cx="1997075" cy="737870"/>
          </a:xfrm>
          <a:prstGeom prst="rightArrow">
            <a:avLst/>
          </a:prstGeom>
          <a:gradFill flip="none" rotWithShape="1">
            <a:gsLst>
              <a:gs pos="5000">
                <a:schemeClr val="accent2">
                  <a:alpha val="0"/>
                </a:schemeClr>
              </a:gs>
              <a:gs pos="48000">
                <a:schemeClr val="accent2"/>
              </a:gs>
            </a:gsLst>
            <a:lin ang="0" scaled="1"/>
            <a:tileRect/>
          </a:gradFill>
          <a:ln w="28575">
            <a:noFill/>
          </a:ln>
          <a:effectLst>
            <a:outerShdw blurRad="50800" dist="63500" sx="99000" sy="99000" algn="l" rotWithShape="0">
              <a:schemeClr val="accent2"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>
              <a:defRPr/>
            </a:pPr>
            <a:r>
              <a:rPr kumimoji="1" lang="en-US" altLang="zh-CN" sz="1600" dirty="0">
                <a:solidFill>
                  <a:prstClr val="white"/>
                </a:solidFill>
                <a:cs typeface="+mn-ea"/>
                <a:sym typeface="+mn-lt"/>
              </a:rPr>
              <a:t>    </a:t>
            </a:r>
            <a:endParaRPr kumimoji="1" lang="en-US" altLang="zh-CN" sz="16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05" name="子陵职场PPT16"/>
          <p:cNvSpPr/>
          <p:nvPr/>
        </p:nvSpPr>
        <p:spPr>
          <a:xfrm>
            <a:off x="4825365" y="3673475"/>
            <a:ext cx="1616075" cy="695325"/>
          </a:xfrm>
          <a:prstGeom prst="rightArrow">
            <a:avLst/>
          </a:prstGeom>
          <a:gradFill flip="none" rotWithShape="1">
            <a:gsLst>
              <a:gs pos="6000">
                <a:schemeClr val="accent2">
                  <a:alpha val="0"/>
                </a:schemeClr>
              </a:gs>
              <a:gs pos="43000">
                <a:schemeClr val="accent2"/>
              </a:gs>
            </a:gsLst>
            <a:lin ang="0" scaled="1"/>
            <a:tileRect/>
          </a:gradFill>
          <a:ln w="28575">
            <a:noFill/>
          </a:ln>
          <a:effectLst>
            <a:outerShdw blurRad="50800" dist="63500" sx="99000" sy="99000" algn="l" rotWithShape="0">
              <a:schemeClr val="accent2"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>
              <a:defRPr/>
            </a:pPr>
            <a:endParaRPr kumimoji="1" lang="en-US" altLang="zh-CN" sz="1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09" name="子陵职场PPT19"/>
          <p:cNvSpPr/>
          <p:nvPr/>
        </p:nvSpPr>
        <p:spPr>
          <a:xfrm>
            <a:off x="840877" y="3653480"/>
            <a:ext cx="140956" cy="140956"/>
          </a:xfrm>
          <a:prstGeom prst="ellipse">
            <a:avLst/>
          </a:prstGeom>
          <a:gradFill flip="none" rotWithShape="1">
            <a:gsLst>
              <a:gs pos="80000">
                <a:schemeClr val="accent1"/>
              </a:gs>
              <a:gs pos="20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/>
            </a:solidFill>
          </a:ln>
          <a:effectLst>
            <a:outerShdw blurRad="177800" dist="76200" dir="5400000" sx="99000" sy="99000" algn="t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HarmonyOS Sans SC" panose="00000500000000000000" charset="-122"/>
            </a:endParaRPr>
          </a:p>
        </p:txBody>
      </p:sp>
      <p:cxnSp>
        <p:nvCxnSpPr>
          <p:cNvPr id="211" name="子陵职场PPT21"/>
          <p:cNvCxnSpPr/>
          <p:nvPr/>
        </p:nvCxnSpPr>
        <p:spPr>
          <a:xfrm>
            <a:off x="795655" y="4547235"/>
            <a:ext cx="3994785" cy="0"/>
          </a:xfrm>
          <a:prstGeom prst="line">
            <a:avLst/>
          </a:prstGeom>
          <a:ln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2" name="子陵职场PPT22"/>
          <p:cNvGrpSpPr/>
          <p:nvPr>
            <p:custDataLst>
              <p:tags r:id="rId1"/>
            </p:custDataLst>
          </p:nvPr>
        </p:nvGrpSpPr>
        <p:grpSpPr>
          <a:xfrm>
            <a:off x="2926080" y="961073"/>
            <a:ext cx="1926590" cy="961390"/>
            <a:chOff x="10130" y="2233"/>
            <a:chExt cx="2579" cy="1514"/>
          </a:xfrm>
        </p:grpSpPr>
        <p:grpSp>
          <p:nvGrpSpPr>
            <p:cNvPr id="213" name="组合 212"/>
            <p:cNvGrpSpPr/>
            <p:nvPr/>
          </p:nvGrpSpPr>
          <p:grpSpPr>
            <a:xfrm>
              <a:off x="10335" y="2741"/>
              <a:ext cx="2272" cy="1006"/>
              <a:chOff x="5932337" y="1920093"/>
              <a:chExt cx="1648727" cy="638859"/>
            </a:xfrm>
          </p:grpSpPr>
          <p:sp>
            <p:nvSpPr>
              <p:cNvPr id="224" name="子陵职场PPT22-1"/>
              <p:cNvSpPr/>
              <p:nvPr>
                <p:custDataLst>
                  <p:tags r:id="rId2"/>
                </p:custDataLst>
              </p:nvPr>
            </p:nvSpPr>
            <p:spPr>
              <a:xfrm>
                <a:off x="5932337" y="1920093"/>
                <a:ext cx="1648725" cy="190778"/>
              </a:xfrm>
              <a:prstGeom prst="trapezoid">
                <a:avLst>
                  <a:gd name="adj" fmla="val 68458"/>
                </a:avLst>
              </a:prstGeom>
              <a:gradFill flip="none" rotWithShape="1"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>
                      <a:alpha val="35000"/>
                    </a:schemeClr>
                  </a:gs>
                </a:gsLst>
                <a:lin ang="16200000" scaled="1"/>
                <a:tileRect/>
              </a:gradFill>
              <a:ln w="6350">
                <a:gradFill>
                  <a:gsLst>
                    <a:gs pos="16000">
                      <a:schemeClr val="accent1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8756" tIns="49375" rIns="98756" bIns="49375" rtlCol="0" anchor="ctr">
                <a:noAutofit/>
              </a:bodyPr>
              <a:lstStyle/>
              <a:p>
                <a:pPr algn="ctr" defTabSz="914400"/>
                <a:endParaRPr lang="zh-CN" altLang="en-US" sz="2000" dirty="0">
                  <a:solidFill>
                    <a:srgbClr val="FFFFFF"/>
                  </a:solidFill>
                  <a:effectLst>
                    <a:outerShdw blurRad="137160" dist="41148" dir="2699997" algn="tl">
                      <a:srgbClr val="000000">
                        <a:alpha val="40000"/>
                      </a:srgbClr>
                    </a:outerShdw>
                  </a:effectLst>
                  <a:latin typeface="+mj-ea"/>
                  <a:ea typeface="+mj-ea"/>
                  <a:cs typeface="HarmonyOS Sans SC" panose="00000500000000000000" charset="-122"/>
                </a:endParaRPr>
              </a:p>
            </p:txBody>
          </p:sp>
          <p:sp>
            <p:nvSpPr>
              <p:cNvPr id="225" name="子陵职场PPT22-2"/>
              <p:cNvSpPr/>
              <p:nvPr>
                <p:custDataLst>
                  <p:tags r:id="rId3"/>
                </p:custDataLst>
              </p:nvPr>
            </p:nvSpPr>
            <p:spPr>
              <a:xfrm flipV="1">
                <a:off x="5932626" y="2115648"/>
                <a:ext cx="1648438" cy="443304"/>
              </a:xfrm>
              <a:prstGeom prst="rect">
                <a:avLst/>
              </a:prstGeom>
              <a:solidFill>
                <a:schemeClr val="bg1"/>
              </a:solidFill>
              <a:ln w="6350">
                <a:gradFill>
                  <a:gsLst>
                    <a:gs pos="0">
                      <a:schemeClr val="accent1">
                        <a:alpha val="1000"/>
                        <a:lumMod val="59000"/>
                        <a:lumOff val="41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8756" tIns="49375" rIns="98756" bIns="49375" rtlCol="0" anchor="ctr">
                <a:noAutofit/>
              </a:bodyPr>
              <a:lstStyle/>
              <a:p>
                <a:pPr algn="ctr" defTabSz="914400"/>
                <a:endParaRPr lang="zh-CN" altLang="en-US" sz="2000" dirty="0">
                  <a:solidFill>
                    <a:srgbClr val="FFFFFF"/>
                  </a:solidFill>
                  <a:effectLst>
                    <a:outerShdw blurRad="137160" dist="41148" dir="2699997" algn="tl">
                      <a:srgbClr val="000000">
                        <a:alpha val="40000"/>
                      </a:srgbClr>
                    </a:outerShdw>
                  </a:effectLst>
                  <a:latin typeface="+mj-ea"/>
                  <a:ea typeface="+mj-ea"/>
                  <a:cs typeface="HarmonyOS Sans SC" panose="00000500000000000000" charset="-122"/>
                </a:endParaRPr>
              </a:p>
            </p:txBody>
          </p:sp>
        </p:grpSp>
        <p:sp>
          <p:nvSpPr>
            <p:cNvPr id="228" name="子陵职场PPT22-3"/>
            <p:cNvSpPr txBox="1"/>
            <p:nvPr>
              <p:custDataLst>
                <p:tags r:id="rId4"/>
              </p:custDataLst>
            </p:nvPr>
          </p:nvSpPr>
          <p:spPr>
            <a:xfrm>
              <a:off x="10130" y="2233"/>
              <a:ext cx="257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chemeClr val="accent1"/>
                    </a:gs>
                    <a:gs pos="0">
                      <a:schemeClr val="accent1">
                        <a:lumMod val="75000"/>
                      </a:schemeClr>
                    </a:gs>
                  </a:gsLst>
                  <a:lin ang="12000000" scaled="0"/>
                </a:gradFill>
                <a:effectLst/>
                <a:uLnTx/>
                <a:uFillTx/>
                <a:latin typeface="+mj-ea"/>
                <a:ea typeface="+mj-ea"/>
                <a:cs typeface="HarmonyOS Sans SC" panose="00000500000000000000" charset="-122"/>
              </a:endParaRPr>
            </a:p>
          </p:txBody>
        </p:sp>
        <p:sp>
          <p:nvSpPr>
            <p:cNvPr id="229" name="子陵职场PPT22-4"/>
            <p:cNvSpPr txBox="1"/>
            <p:nvPr>
              <p:custDataLst>
                <p:tags r:id="rId5"/>
              </p:custDataLst>
            </p:nvPr>
          </p:nvSpPr>
          <p:spPr>
            <a:xfrm>
              <a:off x="10233" y="3174"/>
              <a:ext cx="247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400" b="0" i="0" u="none" strike="noStrike" cap="none" spc="0" normalizeH="0" baseline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Bold" panose="00000800000000000000" pitchFamily="2" charset="-122"/>
                </a:defRPr>
              </a:lvl1pPr>
            </a:lstStyle>
            <a:p>
              <a:endParaRPr lang="zh-CN" altLang="en-US" sz="1600" b="1" dirty="0">
                <a:gradFill flip="none" rotWithShape="1">
                  <a:gsLst>
                    <a:gs pos="15000">
                      <a:schemeClr val="accent1"/>
                    </a:gs>
                    <a:gs pos="74000">
                      <a:schemeClr val="accent1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cs typeface="HarmonyOS Sans SC" panose="00000500000000000000" charset="-122"/>
                <a:sym typeface="HarmonyOS Sans SC" panose="00000500000000000000" charset="-122"/>
              </a:endParaRPr>
            </a:p>
          </p:txBody>
        </p:sp>
      </p:grpSp>
      <p:grpSp>
        <p:nvGrpSpPr>
          <p:cNvPr id="214" name="子陵职场PPT23"/>
          <p:cNvGrpSpPr/>
          <p:nvPr>
            <p:custDataLst>
              <p:tags r:id="rId6"/>
            </p:custDataLst>
          </p:nvPr>
        </p:nvGrpSpPr>
        <p:grpSpPr>
          <a:xfrm>
            <a:off x="1136650" y="961073"/>
            <a:ext cx="1571625" cy="961390"/>
            <a:chOff x="10233" y="2233"/>
            <a:chExt cx="2475" cy="1514"/>
          </a:xfrm>
        </p:grpSpPr>
        <p:grpSp>
          <p:nvGrpSpPr>
            <p:cNvPr id="215" name="组合 214"/>
            <p:cNvGrpSpPr/>
            <p:nvPr/>
          </p:nvGrpSpPr>
          <p:grpSpPr>
            <a:xfrm>
              <a:off x="10335" y="2741"/>
              <a:ext cx="2272" cy="1006"/>
              <a:chOff x="5932337" y="1920093"/>
              <a:chExt cx="1648727" cy="638859"/>
            </a:xfrm>
          </p:grpSpPr>
          <p:sp>
            <p:nvSpPr>
              <p:cNvPr id="216" name="子陵职场PPT23-1"/>
              <p:cNvSpPr/>
              <p:nvPr>
                <p:custDataLst>
                  <p:tags r:id="rId7"/>
                </p:custDataLst>
              </p:nvPr>
            </p:nvSpPr>
            <p:spPr>
              <a:xfrm>
                <a:off x="5932337" y="1920093"/>
                <a:ext cx="1648725" cy="190778"/>
              </a:xfrm>
              <a:prstGeom prst="trapezoid">
                <a:avLst>
                  <a:gd name="adj" fmla="val 68458"/>
                </a:avLst>
              </a:prstGeom>
              <a:gradFill flip="none" rotWithShape="1"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>
                      <a:alpha val="35000"/>
                    </a:schemeClr>
                  </a:gs>
                </a:gsLst>
                <a:lin ang="16200000" scaled="1"/>
                <a:tileRect/>
              </a:gradFill>
              <a:ln w="6350">
                <a:gradFill>
                  <a:gsLst>
                    <a:gs pos="16000">
                      <a:schemeClr val="accent1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8756" tIns="49375" rIns="98756" bIns="49375" rtlCol="0" anchor="ctr">
                <a:noAutofit/>
              </a:bodyPr>
              <a:lstStyle/>
              <a:p>
                <a:pPr algn="ctr" defTabSz="914400"/>
                <a:endParaRPr lang="zh-CN" altLang="en-US" sz="2000" dirty="0">
                  <a:solidFill>
                    <a:srgbClr val="FFFFFF"/>
                  </a:solidFill>
                  <a:effectLst>
                    <a:outerShdw blurRad="137160" dist="41148" dir="2699997" algn="tl">
                      <a:srgbClr val="000000">
                        <a:alpha val="40000"/>
                      </a:srgbClr>
                    </a:outerShdw>
                  </a:effectLst>
                  <a:latin typeface="+mj-ea"/>
                  <a:ea typeface="+mj-ea"/>
                  <a:cs typeface="HarmonyOS Sans SC" panose="00000500000000000000" charset="-122"/>
                </a:endParaRPr>
              </a:p>
            </p:txBody>
          </p:sp>
          <p:sp>
            <p:nvSpPr>
              <p:cNvPr id="217" name="子陵职场PPT23-2"/>
              <p:cNvSpPr/>
              <p:nvPr>
                <p:custDataLst>
                  <p:tags r:id="rId8"/>
                </p:custDataLst>
              </p:nvPr>
            </p:nvSpPr>
            <p:spPr>
              <a:xfrm flipV="1">
                <a:off x="5932626" y="2115648"/>
                <a:ext cx="1648438" cy="443304"/>
              </a:xfrm>
              <a:prstGeom prst="rect">
                <a:avLst/>
              </a:prstGeom>
              <a:solidFill>
                <a:schemeClr val="bg1"/>
              </a:solidFill>
              <a:ln w="6350">
                <a:gradFill>
                  <a:gsLst>
                    <a:gs pos="0">
                      <a:schemeClr val="accent1">
                        <a:alpha val="1000"/>
                        <a:lumMod val="59000"/>
                        <a:lumOff val="41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8756" tIns="49375" rIns="98756" bIns="49375" rtlCol="0" anchor="ctr">
                <a:noAutofit/>
              </a:bodyPr>
              <a:lstStyle/>
              <a:p>
                <a:pPr algn="ctr" defTabSz="914400"/>
                <a:endParaRPr lang="zh-CN" altLang="en-US" sz="2000" dirty="0">
                  <a:solidFill>
                    <a:srgbClr val="FFFFFF"/>
                  </a:solidFill>
                  <a:effectLst>
                    <a:outerShdw blurRad="137160" dist="41148" dir="2699997" algn="tl">
                      <a:srgbClr val="000000">
                        <a:alpha val="40000"/>
                      </a:srgbClr>
                    </a:outerShdw>
                  </a:effectLst>
                  <a:latin typeface="+mj-ea"/>
                  <a:ea typeface="+mj-ea"/>
                  <a:cs typeface="HarmonyOS Sans SC" panose="00000500000000000000" charset="-122"/>
                </a:endParaRPr>
              </a:p>
            </p:txBody>
          </p:sp>
        </p:grpSp>
        <p:sp>
          <p:nvSpPr>
            <p:cNvPr id="218" name="子陵职场PPT23-3"/>
            <p:cNvSpPr txBox="1"/>
            <p:nvPr>
              <p:custDataLst>
                <p:tags r:id="rId9"/>
              </p:custDataLst>
            </p:nvPr>
          </p:nvSpPr>
          <p:spPr>
            <a:xfrm>
              <a:off x="10371" y="2233"/>
              <a:ext cx="223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chemeClr val="accent1"/>
                    </a:gs>
                    <a:gs pos="0">
                      <a:schemeClr val="accent1">
                        <a:lumMod val="75000"/>
                      </a:schemeClr>
                    </a:gs>
                  </a:gsLst>
                  <a:lin ang="12000000" scaled="0"/>
                </a:gradFill>
                <a:effectLst/>
                <a:uLnTx/>
                <a:uFillTx/>
                <a:latin typeface="+mj-ea"/>
                <a:ea typeface="+mj-ea"/>
                <a:cs typeface="HarmonyOS Sans SC" panose="00000500000000000000" charset="-122"/>
              </a:endParaRPr>
            </a:p>
          </p:txBody>
        </p:sp>
        <p:sp>
          <p:nvSpPr>
            <p:cNvPr id="219" name="子陵职场PPT23-4"/>
            <p:cNvSpPr txBox="1"/>
            <p:nvPr>
              <p:custDataLst>
                <p:tags r:id="rId10"/>
              </p:custDataLst>
            </p:nvPr>
          </p:nvSpPr>
          <p:spPr>
            <a:xfrm>
              <a:off x="10233" y="3174"/>
              <a:ext cx="247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400" b="0" i="0" u="none" strike="noStrike" cap="none" spc="0" normalizeH="0" baseline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Bold" panose="00000800000000000000" pitchFamily="2" charset="-122"/>
                </a:defRPr>
              </a:lvl1pPr>
            </a:lstStyle>
            <a:p>
              <a:endParaRPr lang="zh-CN" altLang="en-US" sz="1600" b="1" dirty="0">
                <a:gradFill flip="none" rotWithShape="1">
                  <a:gsLst>
                    <a:gs pos="15000">
                      <a:schemeClr val="accent1"/>
                    </a:gs>
                    <a:gs pos="74000">
                      <a:schemeClr val="accent1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cs typeface="HarmonyOS Sans SC" panose="00000500000000000000" charset="-122"/>
                <a:sym typeface="HarmonyOS Sans SC" panose="00000500000000000000" charset="-122"/>
              </a:endParaRPr>
            </a:p>
          </p:txBody>
        </p:sp>
      </p:grpSp>
      <p:sp>
        <p:nvSpPr>
          <p:cNvPr id="222" name="子陵职场PPT26"/>
          <p:cNvSpPr/>
          <p:nvPr/>
        </p:nvSpPr>
        <p:spPr>
          <a:xfrm>
            <a:off x="7366137" y="2685740"/>
            <a:ext cx="140956" cy="140956"/>
          </a:xfrm>
          <a:prstGeom prst="ellipse">
            <a:avLst/>
          </a:prstGeom>
          <a:gradFill flip="none" rotWithShape="1">
            <a:gsLst>
              <a:gs pos="80000">
                <a:schemeClr val="accent2"/>
              </a:gs>
              <a:gs pos="20000">
                <a:schemeClr val="accent2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/>
            </a:solidFill>
          </a:ln>
          <a:effectLst>
            <a:outerShdw blurRad="177800" dist="76200" dir="5400000" sx="99000" sy="99000" algn="t" rotWithShape="0">
              <a:schemeClr val="accent2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 b="1"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HarmonyOS Sans SC" panose="00000500000000000000" charset="-122"/>
            </a:endParaRPr>
          </a:p>
        </p:txBody>
      </p:sp>
      <p:sp>
        <p:nvSpPr>
          <p:cNvPr id="227" name="子陵职场PPT29"/>
          <p:cNvSpPr/>
          <p:nvPr/>
        </p:nvSpPr>
        <p:spPr>
          <a:xfrm>
            <a:off x="7035937" y="3650940"/>
            <a:ext cx="140956" cy="140956"/>
          </a:xfrm>
          <a:prstGeom prst="ellipse">
            <a:avLst/>
          </a:prstGeom>
          <a:gradFill flip="none" rotWithShape="1">
            <a:gsLst>
              <a:gs pos="80000">
                <a:schemeClr val="accent2"/>
              </a:gs>
              <a:gs pos="20000">
                <a:schemeClr val="accent2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/>
            </a:solidFill>
          </a:ln>
          <a:effectLst>
            <a:outerShdw blurRad="177800" dist="76200" dir="5400000" sx="99000" sy="99000" algn="t" rotWithShape="0">
              <a:schemeClr val="accent2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 b="1"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HarmonyOS Sans SC" panose="00000500000000000000" charset="-122"/>
            </a:endParaRPr>
          </a:p>
        </p:txBody>
      </p:sp>
      <p:cxnSp>
        <p:nvCxnSpPr>
          <p:cNvPr id="230" name="子陵职场PPT30"/>
          <p:cNvCxnSpPr/>
          <p:nvPr/>
        </p:nvCxnSpPr>
        <p:spPr>
          <a:xfrm>
            <a:off x="7184390" y="4547235"/>
            <a:ext cx="3994785" cy="0"/>
          </a:xfrm>
          <a:prstGeom prst="line">
            <a:avLst/>
          </a:prstGeom>
          <a:ln>
            <a:solidFill>
              <a:schemeClr val="accent2">
                <a:alpha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4" name="组合 233"/>
          <p:cNvGrpSpPr/>
          <p:nvPr/>
        </p:nvGrpSpPr>
        <p:grpSpPr>
          <a:xfrm rot="0">
            <a:off x="9862185" y="1264285"/>
            <a:ext cx="1442720" cy="638810"/>
            <a:chOff x="5744505" y="3750476"/>
            <a:chExt cx="1545439" cy="647920"/>
          </a:xfrm>
        </p:grpSpPr>
        <p:sp>
          <p:nvSpPr>
            <p:cNvPr id="274" name="子陵职场PPT33-1"/>
            <p:cNvSpPr/>
            <p:nvPr>
              <p:custDataLst>
                <p:tags r:id="rId11"/>
              </p:custDataLst>
            </p:nvPr>
          </p:nvSpPr>
          <p:spPr>
            <a:xfrm>
              <a:off x="5744505" y="3750476"/>
              <a:ext cx="1545436" cy="194677"/>
            </a:xfrm>
            <a:prstGeom prst="trapezoid">
              <a:avLst>
                <a:gd name="adj" fmla="val 68458"/>
              </a:avLst>
            </a:prstGeom>
            <a:gradFill flip="none" rotWithShape="1">
              <a:gsLst>
                <a:gs pos="13000">
                  <a:schemeClr val="accent2">
                    <a:alpha val="3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6200000" scaled="1"/>
              <a:tileRect/>
            </a:gradFill>
            <a:ln w="6350">
              <a:gradFill>
                <a:gsLst>
                  <a:gs pos="0">
                    <a:schemeClr val="accent2">
                      <a:lumMod val="60000"/>
                      <a:lumOff val="40000"/>
                      <a:alpha val="0"/>
                    </a:schemeClr>
                  </a:gs>
                  <a:gs pos="74000">
                    <a:schemeClr val="accent2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+mj-lt"/>
                <a:ea typeface="+mj-lt"/>
                <a:cs typeface="HarmonyOS Sans SC" panose="00000500000000000000" charset="-122"/>
              </a:endParaRPr>
            </a:p>
          </p:txBody>
        </p:sp>
        <p:sp>
          <p:nvSpPr>
            <p:cNvPr id="275" name="子陵职场PPT33-2"/>
            <p:cNvSpPr/>
            <p:nvPr>
              <p:custDataLst>
                <p:tags r:id="rId12"/>
              </p:custDataLst>
            </p:nvPr>
          </p:nvSpPr>
          <p:spPr>
            <a:xfrm flipV="1">
              <a:off x="5744776" y="3946032"/>
              <a:ext cx="1545168" cy="452364"/>
            </a:xfrm>
            <a:prstGeom prst="rect">
              <a:avLst/>
            </a:prstGeom>
            <a:solidFill>
              <a:schemeClr val="bg1"/>
            </a:solidFill>
            <a:ln w="6350">
              <a:gradFill>
                <a:gsLst>
                  <a:gs pos="0">
                    <a:schemeClr val="accent2">
                      <a:lumMod val="60000"/>
                      <a:lumOff val="40000"/>
                      <a:alpha val="0"/>
                    </a:schemeClr>
                  </a:gs>
                  <a:gs pos="74000">
                    <a:schemeClr val="accent2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+mj-lt"/>
                <a:ea typeface="+mj-lt"/>
                <a:cs typeface="HarmonyOS Sans SC" panose="00000500000000000000" charset="-122"/>
              </a:endParaRPr>
            </a:p>
          </p:txBody>
        </p:sp>
      </p:grpSp>
      <p:grpSp>
        <p:nvGrpSpPr>
          <p:cNvPr id="236" name="组合 235"/>
          <p:cNvGrpSpPr/>
          <p:nvPr/>
        </p:nvGrpSpPr>
        <p:grpSpPr>
          <a:xfrm rot="0">
            <a:off x="7849870" y="1264285"/>
            <a:ext cx="1598295" cy="638810"/>
            <a:chOff x="5744505" y="3750476"/>
            <a:chExt cx="1545439" cy="647920"/>
          </a:xfrm>
        </p:grpSpPr>
        <p:sp>
          <p:nvSpPr>
            <p:cNvPr id="237" name="子陵职场PPT34-1"/>
            <p:cNvSpPr/>
            <p:nvPr>
              <p:custDataLst>
                <p:tags r:id="rId13"/>
              </p:custDataLst>
            </p:nvPr>
          </p:nvSpPr>
          <p:spPr>
            <a:xfrm>
              <a:off x="5744505" y="3750476"/>
              <a:ext cx="1545436" cy="194677"/>
            </a:xfrm>
            <a:prstGeom prst="trapezoid">
              <a:avLst>
                <a:gd name="adj" fmla="val 68458"/>
              </a:avLst>
            </a:prstGeom>
            <a:gradFill flip="none" rotWithShape="1">
              <a:gsLst>
                <a:gs pos="13000">
                  <a:schemeClr val="accent2">
                    <a:alpha val="3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6200000" scaled="1"/>
              <a:tileRect/>
            </a:gradFill>
            <a:ln w="6350">
              <a:gradFill>
                <a:gsLst>
                  <a:gs pos="0">
                    <a:schemeClr val="accent2">
                      <a:lumMod val="60000"/>
                      <a:lumOff val="40000"/>
                      <a:alpha val="0"/>
                    </a:schemeClr>
                  </a:gs>
                  <a:gs pos="74000">
                    <a:schemeClr val="accent2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+mj-lt"/>
                <a:ea typeface="+mj-lt"/>
                <a:cs typeface="HarmonyOS Sans SC" panose="00000500000000000000" charset="-122"/>
              </a:endParaRPr>
            </a:p>
          </p:txBody>
        </p:sp>
        <p:sp>
          <p:nvSpPr>
            <p:cNvPr id="238" name="子陵职场PPT34-2"/>
            <p:cNvSpPr/>
            <p:nvPr>
              <p:custDataLst>
                <p:tags r:id="rId14"/>
              </p:custDataLst>
            </p:nvPr>
          </p:nvSpPr>
          <p:spPr>
            <a:xfrm flipV="1">
              <a:off x="5744776" y="3946032"/>
              <a:ext cx="1545168" cy="452364"/>
            </a:xfrm>
            <a:prstGeom prst="rect">
              <a:avLst/>
            </a:prstGeom>
            <a:solidFill>
              <a:schemeClr val="bg1"/>
            </a:solidFill>
            <a:ln w="6350">
              <a:gradFill>
                <a:gsLst>
                  <a:gs pos="0">
                    <a:schemeClr val="accent2">
                      <a:lumMod val="60000"/>
                      <a:lumOff val="40000"/>
                      <a:alpha val="0"/>
                    </a:schemeClr>
                  </a:gs>
                  <a:gs pos="74000">
                    <a:schemeClr val="accent2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+mj-lt"/>
                <a:ea typeface="+mj-lt"/>
                <a:cs typeface="HarmonyOS Sans SC" panose="00000500000000000000" charset="-12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子陵职场PPT1"/>
          <p:cNvSpPr/>
          <p:nvPr/>
        </p:nvSpPr>
        <p:spPr>
          <a:xfrm>
            <a:off x="335272" y="3872688"/>
            <a:ext cx="4907280" cy="2432685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52000">
                <a:schemeClr val="accent1">
                  <a:lumMod val="20000"/>
                  <a:lumOff val="80000"/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cxnSp>
        <p:nvCxnSpPr>
          <p:cNvPr id="58" name="子陵职场PPT2"/>
          <p:cNvCxnSpPr/>
          <p:nvPr/>
        </p:nvCxnSpPr>
        <p:spPr>
          <a:xfrm flipH="1">
            <a:off x="334963" y="3869513"/>
            <a:ext cx="0" cy="2432685"/>
          </a:xfrm>
          <a:prstGeom prst="line">
            <a:avLst/>
          </a:prstGeom>
          <a:ln w="28575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子陵职场PPT3"/>
          <p:cNvSpPr/>
          <p:nvPr/>
        </p:nvSpPr>
        <p:spPr>
          <a:xfrm flipH="1">
            <a:off x="334645" y="1171575"/>
            <a:ext cx="4907280" cy="243141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alpha val="0"/>
                </a:schemeClr>
              </a:gs>
              <a:gs pos="52000">
                <a:schemeClr val="accent2">
                  <a:lumMod val="20000"/>
                  <a:lumOff val="8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sp>
        <p:nvSpPr>
          <p:cNvPr id="100" name="子陵职场PPT4"/>
          <p:cNvSpPr/>
          <p:nvPr/>
        </p:nvSpPr>
        <p:spPr>
          <a:xfrm>
            <a:off x="6949440" y="1171575"/>
            <a:ext cx="4907280" cy="243141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alpha val="0"/>
                </a:schemeClr>
              </a:gs>
              <a:gs pos="52000">
                <a:schemeClr val="accent2">
                  <a:lumMod val="20000"/>
                  <a:lumOff val="8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sp>
        <p:nvSpPr>
          <p:cNvPr id="276" name="子陵职场PPT5"/>
          <p:cNvSpPr/>
          <p:nvPr/>
        </p:nvSpPr>
        <p:spPr>
          <a:xfrm flipH="1">
            <a:off x="6949449" y="3872688"/>
            <a:ext cx="4907280" cy="2432685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52000">
                <a:schemeClr val="accent1">
                  <a:lumMod val="20000"/>
                  <a:lumOff val="80000"/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cxnSp>
        <p:nvCxnSpPr>
          <p:cNvPr id="277" name="子陵职场PPT6"/>
          <p:cNvCxnSpPr/>
          <p:nvPr/>
        </p:nvCxnSpPr>
        <p:spPr>
          <a:xfrm>
            <a:off x="11857038" y="3869513"/>
            <a:ext cx="0" cy="2449195"/>
          </a:xfrm>
          <a:prstGeom prst="line">
            <a:avLst/>
          </a:prstGeom>
          <a:ln w="28575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子陵职场PPT7"/>
          <p:cNvSpPr>
            <a:spLocks noGrp="1"/>
          </p:cNvSpPr>
          <p:nvPr>
            <p:ph type="title"/>
          </p:nvPr>
        </p:nvSpPr>
        <p:spPr>
          <a:xfrm>
            <a:off x="842010" y="241935"/>
            <a:ext cx="7821295" cy="589280"/>
          </a:xfrm>
        </p:spPr>
        <p:txBody>
          <a:bodyPr>
            <a:normAutofit/>
          </a:bodyPr>
          <a:lstStyle/>
          <a:p>
            <a:r>
              <a:rPr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团队建设</a:t>
            </a:r>
            <a:endParaRPr lang="zh-CN" altLang="en-US"/>
          </a:p>
        </p:txBody>
      </p:sp>
      <p:cxnSp>
        <p:nvCxnSpPr>
          <p:cNvPr id="61" name="子陵职场PPT8"/>
          <p:cNvCxnSpPr/>
          <p:nvPr/>
        </p:nvCxnSpPr>
        <p:spPr>
          <a:xfrm>
            <a:off x="335280" y="1168400"/>
            <a:ext cx="0" cy="2445385"/>
          </a:xfrm>
          <a:prstGeom prst="line">
            <a:avLst/>
          </a:prstGeom>
          <a:ln w="28575"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子陵职场PPT9"/>
          <p:cNvSpPr/>
          <p:nvPr/>
        </p:nvSpPr>
        <p:spPr>
          <a:xfrm flipH="1" flipV="1">
            <a:off x="225877" y="1648426"/>
            <a:ext cx="119856" cy="12498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sp>
        <p:nvSpPr>
          <p:cNvPr id="66" name="子陵职场PPT10"/>
          <p:cNvSpPr/>
          <p:nvPr/>
        </p:nvSpPr>
        <p:spPr>
          <a:xfrm flipV="1">
            <a:off x="222232" y="1168243"/>
            <a:ext cx="3098156" cy="481268"/>
          </a:xfrm>
          <a:prstGeom prst="snip1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27772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  <a:gs pos="57000">
                <a:schemeClr val="accent2"/>
              </a:gs>
            </a:gsLst>
            <a:path path="circle">
              <a:fillToRect l="100000" b="100000"/>
            </a:path>
            <a:tileRect t="-100000" r="-100000"/>
          </a:gradFill>
          <a:ln w="9525">
            <a:gradFill flip="none" rotWithShape="1">
              <a:gsLst>
                <a:gs pos="0">
                  <a:schemeClr val="bg1"/>
                </a:gs>
                <a:gs pos="95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</a:ln>
          <a:effectLst>
            <a:outerShdw blurRad="114300" dist="76200" dir="5400000" algn="t" rotWithShape="0">
              <a:schemeClr val="accent2">
                <a:lumMod val="60000"/>
                <a:lumOff val="40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8865" tIns="49432" rIns="98865" bIns="49432" rtlCol="0" anchor="ctr"/>
          <a:lstStyle/>
          <a:p>
            <a:pPr algn="ctr"/>
            <a:endParaRPr lang="zh-CN" altLang="en-US" sz="2400" spc="300">
              <a:solidFill>
                <a:srgbClr val="FFFFFF"/>
              </a:solidFill>
              <a:effectLst>
                <a:outerShdw blurRad="50800" dist="38100" dir="5400000" algn="t" rotWithShape="0">
                  <a:srgbClr val="1D4273">
                    <a:lumMod val="75000"/>
                    <a:alpha val="40000"/>
                  </a:srgbClr>
                </a:outerShdw>
              </a:effectLst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69" name="子陵职场PPT11"/>
          <p:cNvSpPr txBox="1"/>
          <p:nvPr/>
        </p:nvSpPr>
        <p:spPr>
          <a:xfrm>
            <a:off x="286893" y="1254895"/>
            <a:ext cx="30457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zh-CN" sz="2000">
                <a:solidFill>
                  <a:schemeClr val="bg1"/>
                </a:solidFill>
                <a:latin typeface="+mj-ea"/>
                <a:ea typeface="+mj-ea"/>
                <a:cs typeface="HarmonyOS Sans SC" panose="00000500000000000000" charset="-122"/>
              </a:rPr>
              <a:t>01</a:t>
            </a:r>
            <a:endParaRPr lang="zh-CN" altLang="en-US" sz="2000" dirty="0">
              <a:solidFill>
                <a:schemeClr val="bg1"/>
              </a:solidFill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70" name="子陵职场PPT12"/>
          <p:cNvSpPr/>
          <p:nvPr/>
        </p:nvSpPr>
        <p:spPr>
          <a:xfrm rot="5400000">
            <a:off x="659348" y="1369517"/>
            <a:ext cx="91100" cy="78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sp>
        <p:nvSpPr>
          <p:cNvPr id="73" name="子陵职场PPT14"/>
          <p:cNvSpPr/>
          <p:nvPr/>
        </p:nvSpPr>
        <p:spPr>
          <a:xfrm flipH="1" flipV="1">
            <a:off x="225876" y="4337965"/>
            <a:ext cx="119856" cy="124981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sp>
        <p:nvSpPr>
          <p:cNvPr id="74" name="子陵职场PPT15"/>
          <p:cNvSpPr/>
          <p:nvPr/>
        </p:nvSpPr>
        <p:spPr>
          <a:xfrm flipV="1">
            <a:off x="222230" y="3857782"/>
            <a:ext cx="3098153" cy="481268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27772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57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9525">
            <a:gradFill flip="none" rotWithShape="1">
              <a:gsLst>
                <a:gs pos="0">
                  <a:schemeClr val="bg1"/>
                </a:gs>
                <a:gs pos="95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</a:ln>
          <a:effectLst>
            <a:outerShdw blurRad="114300" dist="76200" dir="5400000" algn="t" rotWithShape="0">
              <a:schemeClr val="accent1">
                <a:lumMod val="60000"/>
                <a:lumOff val="40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8865" tIns="49432" rIns="98865" bIns="49432" rtlCol="0" anchor="ctr"/>
          <a:lstStyle/>
          <a:p>
            <a:pPr algn="ctr"/>
            <a:endParaRPr lang="zh-CN" altLang="en-US" sz="2400" spc="300">
              <a:solidFill>
                <a:srgbClr val="FFFFFF"/>
              </a:solidFill>
              <a:effectLst>
                <a:outerShdw blurRad="50800" dist="38100" dir="5400000" algn="t" rotWithShape="0">
                  <a:srgbClr val="1D4273">
                    <a:lumMod val="75000"/>
                    <a:alpha val="40000"/>
                  </a:srgbClr>
                </a:outerShdw>
              </a:effectLst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77" name="子陵职场PPT16"/>
          <p:cNvSpPr txBox="1"/>
          <p:nvPr/>
        </p:nvSpPr>
        <p:spPr>
          <a:xfrm>
            <a:off x="286892" y="3944434"/>
            <a:ext cx="254000" cy="3073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zh-CN" sz="2000">
                <a:solidFill>
                  <a:schemeClr val="bg1"/>
                </a:solidFill>
                <a:latin typeface="+mj-ea"/>
                <a:ea typeface="+mj-ea"/>
                <a:cs typeface="HarmonyOS Sans SC" panose="00000500000000000000" charset="-122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78" name="子陵职场PPT17"/>
          <p:cNvSpPr/>
          <p:nvPr/>
        </p:nvSpPr>
        <p:spPr>
          <a:xfrm rot="5400000">
            <a:off x="659347" y="4059056"/>
            <a:ext cx="91100" cy="78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cxnSp>
        <p:nvCxnSpPr>
          <p:cNvPr id="92" name="子陵职场PPT27"/>
          <p:cNvCxnSpPr/>
          <p:nvPr/>
        </p:nvCxnSpPr>
        <p:spPr>
          <a:xfrm>
            <a:off x="334962" y="3603133"/>
            <a:ext cx="3297779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子陵职场PPT28"/>
          <p:cNvCxnSpPr/>
          <p:nvPr/>
        </p:nvCxnSpPr>
        <p:spPr>
          <a:xfrm>
            <a:off x="334962" y="6308817"/>
            <a:ext cx="3297779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子陵职场PPT29"/>
          <p:cNvCxnSpPr/>
          <p:nvPr/>
        </p:nvCxnSpPr>
        <p:spPr>
          <a:xfrm>
            <a:off x="11857355" y="1168400"/>
            <a:ext cx="0" cy="2432685"/>
          </a:xfrm>
          <a:prstGeom prst="line">
            <a:avLst/>
          </a:prstGeom>
          <a:ln w="28575"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子陵职场PPT30"/>
          <p:cNvSpPr/>
          <p:nvPr/>
        </p:nvSpPr>
        <p:spPr>
          <a:xfrm flipV="1">
            <a:off x="11846270" y="1648426"/>
            <a:ext cx="119856" cy="12498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sp>
        <p:nvSpPr>
          <p:cNvPr id="105" name="子陵职场PPT31"/>
          <p:cNvSpPr/>
          <p:nvPr/>
        </p:nvSpPr>
        <p:spPr>
          <a:xfrm flipH="1" flipV="1">
            <a:off x="8871613" y="1168243"/>
            <a:ext cx="3098157" cy="481268"/>
          </a:xfrm>
          <a:prstGeom prst="snip1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27772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  <a:gs pos="57000">
                <a:schemeClr val="accent2"/>
              </a:gs>
            </a:gsLst>
            <a:path path="circle">
              <a:fillToRect l="100000" b="100000"/>
            </a:path>
            <a:tileRect t="-100000" r="-100000"/>
          </a:gradFill>
          <a:ln w="9525">
            <a:gradFill flip="none" rotWithShape="1">
              <a:gsLst>
                <a:gs pos="0">
                  <a:schemeClr val="bg1"/>
                </a:gs>
                <a:gs pos="95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</a:ln>
          <a:effectLst>
            <a:outerShdw blurRad="114300" dist="76200" dir="5400000" algn="t" rotWithShape="0">
              <a:schemeClr val="accent2">
                <a:lumMod val="60000"/>
                <a:lumOff val="40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8865" tIns="49432" rIns="98865" bIns="49432" rtlCol="0" anchor="ctr"/>
          <a:lstStyle/>
          <a:p>
            <a:pPr algn="ctr"/>
            <a:endParaRPr lang="zh-CN" altLang="en-US" sz="2400" spc="300">
              <a:solidFill>
                <a:srgbClr val="FFFFFF"/>
              </a:solidFill>
              <a:effectLst>
                <a:outerShdw blurRad="50800" dist="38100" dir="5400000" algn="t" rotWithShape="0">
                  <a:srgbClr val="1D4273">
                    <a:lumMod val="75000"/>
                    <a:alpha val="40000"/>
                  </a:srgbClr>
                </a:outerShdw>
              </a:effectLst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08" name="子陵职场PPT32"/>
          <p:cNvSpPr txBox="1"/>
          <p:nvPr/>
        </p:nvSpPr>
        <p:spPr>
          <a:xfrm flipH="1">
            <a:off x="11692788" y="1254895"/>
            <a:ext cx="254000" cy="3073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zh-CN" sz="2000">
                <a:solidFill>
                  <a:schemeClr val="bg1"/>
                </a:solidFill>
                <a:latin typeface="+mj-ea"/>
                <a:ea typeface="+mj-ea"/>
                <a:cs typeface="HarmonyOS Sans SC" panose="00000500000000000000" charset="-122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109" name="子陵职场PPT33"/>
          <p:cNvSpPr/>
          <p:nvPr/>
        </p:nvSpPr>
        <p:spPr>
          <a:xfrm rot="16200000" flipH="1">
            <a:off x="11441555" y="1369517"/>
            <a:ext cx="91100" cy="78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sp>
        <p:nvSpPr>
          <p:cNvPr id="112" name="子陵职场PPT35"/>
          <p:cNvSpPr/>
          <p:nvPr/>
        </p:nvSpPr>
        <p:spPr>
          <a:xfrm flipV="1">
            <a:off x="11846269" y="4337965"/>
            <a:ext cx="119856" cy="124981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sp>
        <p:nvSpPr>
          <p:cNvPr id="113" name="子陵职场PPT36"/>
          <p:cNvSpPr/>
          <p:nvPr/>
        </p:nvSpPr>
        <p:spPr>
          <a:xfrm flipH="1" flipV="1">
            <a:off x="8871614" y="3857782"/>
            <a:ext cx="3098156" cy="481268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27772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57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9525">
            <a:gradFill flip="none" rotWithShape="1">
              <a:gsLst>
                <a:gs pos="0">
                  <a:schemeClr val="bg1"/>
                </a:gs>
                <a:gs pos="95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</a:ln>
          <a:effectLst>
            <a:outerShdw blurRad="114300" dist="76200" dir="5400000" algn="t" rotWithShape="0">
              <a:schemeClr val="accent1">
                <a:lumMod val="60000"/>
                <a:lumOff val="40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8865" tIns="49432" rIns="98865" bIns="49432" rtlCol="0" anchor="ctr"/>
          <a:lstStyle/>
          <a:p>
            <a:pPr algn="ctr"/>
            <a:endParaRPr lang="zh-CN" altLang="en-US" sz="2400" spc="300">
              <a:solidFill>
                <a:srgbClr val="FFFFFF"/>
              </a:solidFill>
              <a:effectLst>
                <a:outerShdw blurRad="50800" dist="38100" dir="5400000" algn="t" rotWithShape="0">
                  <a:srgbClr val="1D4273">
                    <a:lumMod val="75000"/>
                    <a:alpha val="40000"/>
                  </a:srgbClr>
                </a:outerShdw>
              </a:effectLst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16" name="子陵职场PPT37"/>
          <p:cNvSpPr txBox="1"/>
          <p:nvPr/>
        </p:nvSpPr>
        <p:spPr>
          <a:xfrm flipH="1">
            <a:off x="11558860" y="3944434"/>
            <a:ext cx="34624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zh-CN" sz="2000">
                <a:solidFill>
                  <a:schemeClr val="bg1"/>
                </a:solidFill>
                <a:latin typeface="+mj-ea"/>
                <a:ea typeface="+mj-ea"/>
                <a:cs typeface="HarmonyOS Sans SC" panose="00000500000000000000" charset="-122"/>
              </a:rPr>
              <a:t>04</a:t>
            </a:r>
            <a:endParaRPr lang="zh-CN" altLang="en-US" sz="2000" dirty="0">
              <a:solidFill>
                <a:schemeClr val="bg1"/>
              </a:solidFill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117" name="子陵职场PPT38"/>
          <p:cNvSpPr/>
          <p:nvPr/>
        </p:nvSpPr>
        <p:spPr>
          <a:xfrm rot="16200000" flipH="1">
            <a:off x="11441554" y="4059056"/>
            <a:ext cx="91100" cy="78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cxnSp>
        <p:nvCxnSpPr>
          <p:cNvPr id="131" name="子陵职场PPT48"/>
          <p:cNvCxnSpPr/>
          <p:nvPr/>
        </p:nvCxnSpPr>
        <p:spPr>
          <a:xfrm flipH="1">
            <a:off x="8559260" y="3603133"/>
            <a:ext cx="3297779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子陵职场PPT49"/>
          <p:cNvCxnSpPr/>
          <p:nvPr/>
        </p:nvCxnSpPr>
        <p:spPr>
          <a:xfrm flipH="1">
            <a:off x="8559260" y="6308817"/>
            <a:ext cx="3297779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子陵职场PPT50"/>
          <p:cNvGrpSpPr/>
          <p:nvPr/>
        </p:nvGrpSpPr>
        <p:grpSpPr>
          <a:xfrm>
            <a:off x="4019191" y="1786805"/>
            <a:ext cx="3886059" cy="3877169"/>
            <a:chOff x="6570" y="2375"/>
            <a:chExt cx="5400" cy="5387"/>
          </a:xfrm>
        </p:grpSpPr>
        <p:sp>
          <p:nvSpPr>
            <p:cNvPr id="8" name="子陵职场PPT50-1"/>
            <p:cNvSpPr/>
            <p:nvPr/>
          </p:nvSpPr>
          <p:spPr>
            <a:xfrm>
              <a:off x="6570" y="2487"/>
              <a:ext cx="3871" cy="3641"/>
            </a:xfrm>
            <a:custGeom>
              <a:avLst/>
              <a:gdLst>
                <a:gd name="connsiteX0" fmla="*/ 173571 w 2643290"/>
                <a:gd name="connsiteY0" fmla="*/ 0 h 2486164"/>
                <a:gd name="connsiteX1" fmla="*/ 867831 w 2643290"/>
                <a:gd name="connsiteY1" fmla="*/ 0 h 2486164"/>
                <a:gd name="connsiteX2" fmla="*/ 1041401 w 2643290"/>
                <a:gd name="connsiteY2" fmla="*/ 173570 h 2486164"/>
                <a:gd name="connsiteX3" fmla="*/ 1041401 w 2643290"/>
                <a:gd name="connsiteY3" fmla="*/ 1718730 h 2486164"/>
                <a:gd name="connsiteX4" fmla="*/ 1041200 w 2643290"/>
                <a:gd name="connsiteY4" fmla="*/ 1719728 h 2486164"/>
                <a:gd name="connsiteX5" fmla="*/ 1043260 w 2643290"/>
                <a:gd name="connsiteY5" fmla="*/ 1719728 h 2486164"/>
                <a:gd name="connsiteX6" fmla="*/ 1043260 w 2643290"/>
                <a:gd name="connsiteY6" fmla="*/ 1719729 h 2486164"/>
                <a:gd name="connsiteX7" fmla="*/ 2642450 w 2643290"/>
                <a:gd name="connsiteY7" fmla="*/ 1719730 h 2486164"/>
                <a:gd name="connsiteX8" fmla="*/ 2643290 w 2643290"/>
                <a:gd name="connsiteY8" fmla="*/ 1728064 h 2486164"/>
                <a:gd name="connsiteX9" fmla="*/ 2641424 w 2643290"/>
                <a:gd name="connsiteY9" fmla="*/ 1765019 h 2486164"/>
                <a:gd name="connsiteX10" fmla="*/ 1924425 w 2643290"/>
                <a:gd name="connsiteY10" fmla="*/ 2482018 h 2486164"/>
                <a:gd name="connsiteX11" fmla="*/ 1842316 w 2643290"/>
                <a:gd name="connsiteY11" fmla="*/ 2486164 h 2486164"/>
                <a:gd name="connsiteX12" fmla="*/ 1842274 w 2643290"/>
                <a:gd name="connsiteY12" fmla="*/ 2486164 h 2486164"/>
                <a:gd name="connsiteX13" fmla="*/ 1795099 w 2643290"/>
                <a:gd name="connsiteY13" fmla="*/ 2483782 h 2486164"/>
                <a:gd name="connsiteX14" fmla="*/ 843745 w 2643290"/>
                <a:gd name="connsiteY14" fmla="*/ 2483781 h 2486164"/>
                <a:gd name="connsiteX15" fmla="*/ 796590 w 2643290"/>
                <a:gd name="connsiteY15" fmla="*/ 2486162 h 2486164"/>
                <a:gd name="connsiteX16" fmla="*/ 796513 w 2643290"/>
                <a:gd name="connsiteY16" fmla="*/ 2486162 h 2486164"/>
                <a:gd name="connsiteX17" fmla="*/ 714421 w 2643290"/>
                <a:gd name="connsiteY17" fmla="*/ 2482017 h 2486164"/>
                <a:gd name="connsiteX18" fmla="*/ 9595 w 2643290"/>
                <a:gd name="connsiteY18" fmla="*/ 1844776 h 2486164"/>
                <a:gd name="connsiteX19" fmla="*/ 9273 w 2643290"/>
                <a:gd name="connsiteY19" fmla="*/ 1842667 h 2486164"/>
                <a:gd name="connsiteX20" fmla="*/ 0 w 2643290"/>
                <a:gd name="connsiteY20" fmla="*/ 1750685 h 2486164"/>
                <a:gd name="connsiteX21" fmla="*/ 2149 w 2643290"/>
                <a:gd name="connsiteY21" fmla="*/ 1729369 h 2486164"/>
                <a:gd name="connsiteX22" fmla="*/ 1 w 2643290"/>
                <a:gd name="connsiteY22" fmla="*/ 1718730 h 2486164"/>
                <a:gd name="connsiteX23" fmla="*/ 1 w 2643290"/>
                <a:gd name="connsiteY23" fmla="*/ 173570 h 2486164"/>
                <a:gd name="connsiteX24" fmla="*/ 173571 w 2643290"/>
                <a:gd name="connsiteY24" fmla="*/ 0 h 248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643290" h="2486164">
                  <a:moveTo>
                    <a:pt x="173571" y="0"/>
                  </a:moveTo>
                  <a:lnTo>
                    <a:pt x="867831" y="0"/>
                  </a:lnTo>
                  <a:cubicBezTo>
                    <a:pt x="963691" y="0"/>
                    <a:pt x="1041401" y="77710"/>
                    <a:pt x="1041401" y="173570"/>
                  </a:cubicBezTo>
                  <a:lnTo>
                    <a:pt x="1041401" y="1718730"/>
                  </a:lnTo>
                  <a:lnTo>
                    <a:pt x="1041200" y="1719728"/>
                  </a:lnTo>
                  <a:lnTo>
                    <a:pt x="1043260" y="1719728"/>
                  </a:lnTo>
                  <a:lnTo>
                    <a:pt x="1043260" y="1719729"/>
                  </a:lnTo>
                  <a:lnTo>
                    <a:pt x="2642450" y="1719730"/>
                  </a:lnTo>
                  <a:lnTo>
                    <a:pt x="2643290" y="1728064"/>
                  </a:lnTo>
                  <a:lnTo>
                    <a:pt x="2641424" y="1765019"/>
                  </a:lnTo>
                  <a:cubicBezTo>
                    <a:pt x="2603031" y="2143072"/>
                    <a:pt x="2302479" y="2443624"/>
                    <a:pt x="1924425" y="2482018"/>
                  </a:cubicBezTo>
                  <a:lnTo>
                    <a:pt x="1842316" y="2486164"/>
                  </a:lnTo>
                  <a:lnTo>
                    <a:pt x="1842274" y="2486164"/>
                  </a:lnTo>
                  <a:lnTo>
                    <a:pt x="1795099" y="2483782"/>
                  </a:lnTo>
                  <a:lnTo>
                    <a:pt x="843745" y="2483781"/>
                  </a:lnTo>
                  <a:lnTo>
                    <a:pt x="796590" y="2486162"/>
                  </a:lnTo>
                  <a:lnTo>
                    <a:pt x="796513" y="2486162"/>
                  </a:lnTo>
                  <a:lnTo>
                    <a:pt x="714421" y="2482017"/>
                  </a:lnTo>
                  <a:cubicBezTo>
                    <a:pt x="363372" y="2446366"/>
                    <a:pt x="79147" y="2184670"/>
                    <a:pt x="9595" y="1844776"/>
                  </a:cubicBezTo>
                  <a:lnTo>
                    <a:pt x="9273" y="1842667"/>
                  </a:lnTo>
                  <a:lnTo>
                    <a:pt x="0" y="1750685"/>
                  </a:lnTo>
                  <a:lnTo>
                    <a:pt x="2149" y="1729369"/>
                  </a:lnTo>
                  <a:lnTo>
                    <a:pt x="1" y="1718730"/>
                  </a:lnTo>
                  <a:lnTo>
                    <a:pt x="1" y="173570"/>
                  </a:lnTo>
                  <a:cubicBezTo>
                    <a:pt x="1" y="77710"/>
                    <a:pt x="77711" y="0"/>
                    <a:pt x="1735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sp>
          <p:nvSpPr>
            <p:cNvPr id="9" name="子陵职场PPT50-2"/>
            <p:cNvSpPr/>
            <p:nvPr/>
          </p:nvSpPr>
          <p:spPr>
            <a:xfrm rot="16200000">
              <a:off x="6576" y="4007"/>
              <a:ext cx="3871" cy="3641"/>
            </a:xfrm>
            <a:custGeom>
              <a:avLst/>
              <a:gdLst>
                <a:gd name="connsiteX0" fmla="*/ 173571 w 2643290"/>
                <a:gd name="connsiteY0" fmla="*/ 0 h 2486164"/>
                <a:gd name="connsiteX1" fmla="*/ 867831 w 2643290"/>
                <a:gd name="connsiteY1" fmla="*/ 0 h 2486164"/>
                <a:gd name="connsiteX2" fmla="*/ 1041401 w 2643290"/>
                <a:gd name="connsiteY2" fmla="*/ 173570 h 2486164"/>
                <a:gd name="connsiteX3" fmla="*/ 1041401 w 2643290"/>
                <a:gd name="connsiteY3" fmla="*/ 1718730 h 2486164"/>
                <a:gd name="connsiteX4" fmla="*/ 1041200 w 2643290"/>
                <a:gd name="connsiteY4" fmla="*/ 1719728 h 2486164"/>
                <a:gd name="connsiteX5" fmla="*/ 1043260 w 2643290"/>
                <a:gd name="connsiteY5" fmla="*/ 1719728 h 2486164"/>
                <a:gd name="connsiteX6" fmla="*/ 1043260 w 2643290"/>
                <a:gd name="connsiteY6" fmla="*/ 1719729 h 2486164"/>
                <a:gd name="connsiteX7" fmla="*/ 2642450 w 2643290"/>
                <a:gd name="connsiteY7" fmla="*/ 1719730 h 2486164"/>
                <a:gd name="connsiteX8" fmla="*/ 2643290 w 2643290"/>
                <a:gd name="connsiteY8" fmla="*/ 1728064 h 2486164"/>
                <a:gd name="connsiteX9" fmla="*/ 2641424 w 2643290"/>
                <a:gd name="connsiteY9" fmla="*/ 1765019 h 2486164"/>
                <a:gd name="connsiteX10" fmla="*/ 1924425 w 2643290"/>
                <a:gd name="connsiteY10" fmla="*/ 2482018 h 2486164"/>
                <a:gd name="connsiteX11" fmla="*/ 1842316 w 2643290"/>
                <a:gd name="connsiteY11" fmla="*/ 2486164 h 2486164"/>
                <a:gd name="connsiteX12" fmla="*/ 1842274 w 2643290"/>
                <a:gd name="connsiteY12" fmla="*/ 2486164 h 2486164"/>
                <a:gd name="connsiteX13" fmla="*/ 1795099 w 2643290"/>
                <a:gd name="connsiteY13" fmla="*/ 2483782 h 2486164"/>
                <a:gd name="connsiteX14" fmla="*/ 843745 w 2643290"/>
                <a:gd name="connsiteY14" fmla="*/ 2483781 h 2486164"/>
                <a:gd name="connsiteX15" fmla="*/ 796590 w 2643290"/>
                <a:gd name="connsiteY15" fmla="*/ 2486162 h 2486164"/>
                <a:gd name="connsiteX16" fmla="*/ 796513 w 2643290"/>
                <a:gd name="connsiteY16" fmla="*/ 2486162 h 2486164"/>
                <a:gd name="connsiteX17" fmla="*/ 714421 w 2643290"/>
                <a:gd name="connsiteY17" fmla="*/ 2482017 h 2486164"/>
                <a:gd name="connsiteX18" fmla="*/ 9595 w 2643290"/>
                <a:gd name="connsiteY18" fmla="*/ 1844776 h 2486164"/>
                <a:gd name="connsiteX19" fmla="*/ 9273 w 2643290"/>
                <a:gd name="connsiteY19" fmla="*/ 1842667 h 2486164"/>
                <a:gd name="connsiteX20" fmla="*/ 0 w 2643290"/>
                <a:gd name="connsiteY20" fmla="*/ 1750685 h 2486164"/>
                <a:gd name="connsiteX21" fmla="*/ 2149 w 2643290"/>
                <a:gd name="connsiteY21" fmla="*/ 1729369 h 2486164"/>
                <a:gd name="connsiteX22" fmla="*/ 1 w 2643290"/>
                <a:gd name="connsiteY22" fmla="*/ 1718730 h 2486164"/>
                <a:gd name="connsiteX23" fmla="*/ 1 w 2643290"/>
                <a:gd name="connsiteY23" fmla="*/ 173570 h 2486164"/>
                <a:gd name="connsiteX24" fmla="*/ 173571 w 2643290"/>
                <a:gd name="connsiteY24" fmla="*/ 0 h 248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643290" h="2486164">
                  <a:moveTo>
                    <a:pt x="173571" y="0"/>
                  </a:moveTo>
                  <a:lnTo>
                    <a:pt x="867831" y="0"/>
                  </a:lnTo>
                  <a:cubicBezTo>
                    <a:pt x="963691" y="0"/>
                    <a:pt x="1041401" y="77710"/>
                    <a:pt x="1041401" y="173570"/>
                  </a:cubicBezTo>
                  <a:lnTo>
                    <a:pt x="1041401" y="1718730"/>
                  </a:lnTo>
                  <a:lnTo>
                    <a:pt x="1041200" y="1719728"/>
                  </a:lnTo>
                  <a:lnTo>
                    <a:pt x="1043260" y="1719728"/>
                  </a:lnTo>
                  <a:lnTo>
                    <a:pt x="1043260" y="1719729"/>
                  </a:lnTo>
                  <a:lnTo>
                    <a:pt x="2642450" y="1719730"/>
                  </a:lnTo>
                  <a:lnTo>
                    <a:pt x="2643290" y="1728064"/>
                  </a:lnTo>
                  <a:lnTo>
                    <a:pt x="2641424" y="1765019"/>
                  </a:lnTo>
                  <a:cubicBezTo>
                    <a:pt x="2603031" y="2143072"/>
                    <a:pt x="2302479" y="2443624"/>
                    <a:pt x="1924425" y="2482018"/>
                  </a:cubicBezTo>
                  <a:lnTo>
                    <a:pt x="1842316" y="2486164"/>
                  </a:lnTo>
                  <a:lnTo>
                    <a:pt x="1842274" y="2486164"/>
                  </a:lnTo>
                  <a:lnTo>
                    <a:pt x="1795099" y="2483782"/>
                  </a:lnTo>
                  <a:lnTo>
                    <a:pt x="843745" y="2483781"/>
                  </a:lnTo>
                  <a:lnTo>
                    <a:pt x="796590" y="2486162"/>
                  </a:lnTo>
                  <a:lnTo>
                    <a:pt x="796513" y="2486162"/>
                  </a:lnTo>
                  <a:lnTo>
                    <a:pt x="714421" y="2482017"/>
                  </a:lnTo>
                  <a:cubicBezTo>
                    <a:pt x="363372" y="2446366"/>
                    <a:pt x="79147" y="2184670"/>
                    <a:pt x="9595" y="1844776"/>
                  </a:cubicBezTo>
                  <a:lnTo>
                    <a:pt x="9273" y="1842667"/>
                  </a:lnTo>
                  <a:lnTo>
                    <a:pt x="0" y="1750685"/>
                  </a:lnTo>
                  <a:lnTo>
                    <a:pt x="2149" y="1729369"/>
                  </a:lnTo>
                  <a:lnTo>
                    <a:pt x="1" y="1718730"/>
                  </a:lnTo>
                  <a:lnTo>
                    <a:pt x="1" y="173570"/>
                  </a:lnTo>
                  <a:cubicBezTo>
                    <a:pt x="1" y="77710"/>
                    <a:pt x="77711" y="0"/>
                    <a:pt x="173571" y="0"/>
                  </a:cubicBezTo>
                  <a:close/>
                </a:path>
              </a:pathLst>
            </a:custGeom>
            <a:solidFill>
              <a:schemeClr val="accent2">
                <a:lumMod val="55000"/>
                <a:lumOff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81" name="子陵职场PPT50-3"/>
            <p:cNvSpPr/>
            <p:nvPr/>
          </p:nvSpPr>
          <p:spPr>
            <a:xfrm rot="10800000">
              <a:off x="8099" y="4006"/>
              <a:ext cx="3871" cy="3641"/>
            </a:xfrm>
            <a:custGeom>
              <a:avLst/>
              <a:gdLst>
                <a:gd name="connsiteX0" fmla="*/ 173571 w 2643290"/>
                <a:gd name="connsiteY0" fmla="*/ 0 h 2486164"/>
                <a:gd name="connsiteX1" fmla="*/ 867831 w 2643290"/>
                <a:gd name="connsiteY1" fmla="*/ 0 h 2486164"/>
                <a:gd name="connsiteX2" fmla="*/ 1041401 w 2643290"/>
                <a:gd name="connsiteY2" fmla="*/ 173570 h 2486164"/>
                <a:gd name="connsiteX3" fmla="*/ 1041401 w 2643290"/>
                <a:gd name="connsiteY3" fmla="*/ 1718730 h 2486164"/>
                <a:gd name="connsiteX4" fmla="*/ 1041200 w 2643290"/>
                <a:gd name="connsiteY4" fmla="*/ 1719728 h 2486164"/>
                <a:gd name="connsiteX5" fmla="*/ 1043260 w 2643290"/>
                <a:gd name="connsiteY5" fmla="*/ 1719728 h 2486164"/>
                <a:gd name="connsiteX6" fmla="*/ 1043260 w 2643290"/>
                <a:gd name="connsiteY6" fmla="*/ 1719729 h 2486164"/>
                <a:gd name="connsiteX7" fmla="*/ 2642450 w 2643290"/>
                <a:gd name="connsiteY7" fmla="*/ 1719730 h 2486164"/>
                <a:gd name="connsiteX8" fmla="*/ 2643290 w 2643290"/>
                <a:gd name="connsiteY8" fmla="*/ 1728064 h 2486164"/>
                <a:gd name="connsiteX9" fmla="*/ 2641424 w 2643290"/>
                <a:gd name="connsiteY9" fmla="*/ 1765019 h 2486164"/>
                <a:gd name="connsiteX10" fmla="*/ 1924425 w 2643290"/>
                <a:gd name="connsiteY10" fmla="*/ 2482018 h 2486164"/>
                <a:gd name="connsiteX11" fmla="*/ 1842316 w 2643290"/>
                <a:gd name="connsiteY11" fmla="*/ 2486164 h 2486164"/>
                <a:gd name="connsiteX12" fmla="*/ 1842274 w 2643290"/>
                <a:gd name="connsiteY12" fmla="*/ 2486164 h 2486164"/>
                <a:gd name="connsiteX13" fmla="*/ 1795099 w 2643290"/>
                <a:gd name="connsiteY13" fmla="*/ 2483782 h 2486164"/>
                <a:gd name="connsiteX14" fmla="*/ 843745 w 2643290"/>
                <a:gd name="connsiteY14" fmla="*/ 2483781 h 2486164"/>
                <a:gd name="connsiteX15" fmla="*/ 796590 w 2643290"/>
                <a:gd name="connsiteY15" fmla="*/ 2486162 h 2486164"/>
                <a:gd name="connsiteX16" fmla="*/ 796513 w 2643290"/>
                <a:gd name="connsiteY16" fmla="*/ 2486162 h 2486164"/>
                <a:gd name="connsiteX17" fmla="*/ 714421 w 2643290"/>
                <a:gd name="connsiteY17" fmla="*/ 2482017 h 2486164"/>
                <a:gd name="connsiteX18" fmla="*/ 9595 w 2643290"/>
                <a:gd name="connsiteY18" fmla="*/ 1844776 h 2486164"/>
                <a:gd name="connsiteX19" fmla="*/ 9273 w 2643290"/>
                <a:gd name="connsiteY19" fmla="*/ 1842667 h 2486164"/>
                <a:gd name="connsiteX20" fmla="*/ 0 w 2643290"/>
                <a:gd name="connsiteY20" fmla="*/ 1750685 h 2486164"/>
                <a:gd name="connsiteX21" fmla="*/ 2149 w 2643290"/>
                <a:gd name="connsiteY21" fmla="*/ 1729369 h 2486164"/>
                <a:gd name="connsiteX22" fmla="*/ 1 w 2643290"/>
                <a:gd name="connsiteY22" fmla="*/ 1718730 h 2486164"/>
                <a:gd name="connsiteX23" fmla="*/ 1 w 2643290"/>
                <a:gd name="connsiteY23" fmla="*/ 173570 h 2486164"/>
                <a:gd name="connsiteX24" fmla="*/ 173571 w 2643290"/>
                <a:gd name="connsiteY24" fmla="*/ 0 h 248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643290" h="2486164">
                  <a:moveTo>
                    <a:pt x="173571" y="0"/>
                  </a:moveTo>
                  <a:lnTo>
                    <a:pt x="867831" y="0"/>
                  </a:lnTo>
                  <a:cubicBezTo>
                    <a:pt x="963691" y="0"/>
                    <a:pt x="1041401" y="77710"/>
                    <a:pt x="1041401" y="173570"/>
                  </a:cubicBezTo>
                  <a:lnTo>
                    <a:pt x="1041401" y="1718730"/>
                  </a:lnTo>
                  <a:lnTo>
                    <a:pt x="1041200" y="1719728"/>
                  </a:lnTo>
                  <a:lnTo>
                    <a:pt x="1043260" y="1719728"/>
                  </a:lnTo>
                  <a:lnTo>
                    <a:pt x="1043260" y="1719729"/>
                  </a:lnTo>
                  <a:lnTo>
                    <a:pt x="2642450" y="1719730"/>
                  </a:lnTo>
                  <a:lnTo>
                    <a:pt x="2643290" y="1728064"/>
                  </a:lnTo>
                  <a:lnTo>
                    <a:pt x="2641424" y="1765019"/>
                  </a:lnTo>
                  <a:cubicBezTo>
                    <a:pt x="2603031" y="2143072"/>
                    <a:pt x="2302479" y="2443624"/>
                    <a:pt x="1924425" y="2482018"/>
                  </a:cubicBezTo>
                  <a:lnTo>
                    <a:pt x="1842316" y="2486164"/>
                  </a:lnTo>
                  <a:lnTo>
                    <a:pt x="1842274" y="2486164"/>
                  </a:lnTo>
                  <a:lnTo>
                    <a:pt x="1795099" y="2483782"/>
                  </a:lnTo>
                  <a:lnTo>
                    <a:pt x="843745" y="2483781"/>
                  </a:lnTo>
                  <a:lnTo>
                    <a:pt x="796590" y="2486162"/>
                  </a:lnTo>
                  <a:lnTo>
                    <a:pt x="796513" y="2486162"/>
                  </a:lnTo>
                  <a:lnTo>
                    <a:pt x="714421" y="2482017"/>
                  </a:lnTo>
                  <a:cubicBezTo>
                    <a:pt x="363372" y="2446366"/>
                    <a:pt x="79147" y="2184670"/>
                    <a:pt x="9595" y="1844776"/>
                  </a:cubicBezTo>
                  <a:lnTo>
                    <a:pt x="9273" y="1842667"/>
                  </a:lnTo>
                  <a:lnTo>
                    <a:pt x="0" y="1750685"/>
                  </a:lnTo>
                  <a:lnTo>
                    <a:pt x="2149" y="1729369"/>
                  </a:lnTo>
                  <a:lnTo>
                    <a:pt x="1" y="1718730"/>
                  </a:lnTo>
                  <a:lnTo>
                    <a:pt x="1" y="173570"/>
                  </a:lnTo>
                  <a:cubicBezTo>
                    <a:pt x="1" y="77710"/>
                    <a:pt x="77711" y="0"/>
                    <a:pt x="173571" y="0"/>
                  </a:cubicBezTo>
                  <a:close/>
                </a:path>
              </a:pathLst>
            </a:custGeom>
            <a:solidFill>
              <a:schemeClr val="accent1">
                <a:lumMod val="70000"/>
                <a:lumOff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sp>
          <p:nvSpPr>
            <p:cNvPr id="10" name="子陵职场PPT50-4"/>
            <p:cNvSpPr/>
            <p:nvPr/>
          </p:nvSpPr>
          <p:spPr>
            <a:xfrm rot="5400000">
              <a:off x="8094" y="2491"/>
              <a:ext cx="3871" cy="3641"/>
            </a:xfrm>
            <a:custGeom>
              <a:avLst/>
              <a:gdLst>
                <a:gd name="connsiteX0" fmla="*/ 173571 w 2643290"/>
                <a:gd name="connsiteY0" fmla="*/ 0 h 2486164"/>
                <a:gd name="connsiteX1" fmla="*/ 867831 w 2643290"/>
                <a:gd name="connsiteY1" fmla="*/ 0 h 2486164"/>
                <a:gd name="connsiteX2" fmla="*/ 1041401 w 2643290"/>
                <a:gd name="connsiteY2" fmla="*/ 173570 h 2486164"/>
                <a:gd name="connsiteX3" fmla="*/ 1041401 w 2643290"/>
                <a:gd name="connsiteY3" fmla="*/ 1718730 h 2486164"/>
                <a:gd name="connsiteX4" fmla="*/ 1041200 w 2643290"/>
                <a:gd name="connsiteY4" fmla="*/ 1719728 h 2486164"/>
                <a:gd name="connsiteX5" fmla="*/ 1043260 w 2643290"/>
                <a:gd name="connsiteY5" fmla="*/ 1719728 h 2486164"/>
                <a:gd name="connsiteX6" fmla="*/ 1043260 w 2643290"/>
                <a:gd name="connsiteY6" fmla="*/ 1719729 h 2486164"/>
                <a:gd name="connsiteX7" fmla="*/ 2642450 w 2643290"/>
                <a:gd name="connsiteY7" fmla="*/ 1719730 h 2486164"/>
                <a:gd name="connsiteX8" fmla="*/ 2643290 w 2643290"/>
                <a:gd name="connsiteY8" fmla="*/ 1728064 h 2486164"/>
                <a:gd name="connsiteX9" fmla="*/ 2641424 w 2643290"/>
                <a:gd name="connsiteY9" fmla="*/ 1765019 h 2486164"/>
                <a:gd name="connsiteX10" fmla="*/ 1924425 w 2643290"/>
                <a:gd name="connsiteY10" fmla="*/ 2482018 h 2486164"/>
                <a:gd name="connsiteX11" fmla="*/ 1842316 w 2643290"/>
                <a:gd name="connsiteY11" fmla="*/ 2486164 h 2486164"/>
                <a:gd name="connsiteX12" fmla="*/ 1842274 w 2643290"/>
                <a:gd name="connsiteY12" fmla="*/ 2486164 h 2486164"/>
                <a:gd name="connsiteX13" fmla="*/ 1795099 w 2643290"/>
                <a:gd name="connsiteY13" fmla="*/ 2483782 h 2486164"/>
                <a:gd name="connsiteX14" fmla="*/ 843745 w 2643290"/>
                <a:gd name="connsiteY14" fmla="*/ 2483781 h 2486164"/>
                <a:gd name="connsiteX15" fmla="*/ 796590 w 2643290"/>
                <a:gd name="connsiteY15" fmla="*/ 2486162 h 2486164"/>
                <a:gd name="connsiteX16" fmla="*/ 796513 w 2643290"/>
                <a:gd name="connsiteY16" fmla="*/ 2486162 h 2486164"/>
                <a:gd name="connsiteX17" fmla="*/ 714421 w 2643290"/>
                <a:gd name="connsiteY17" fmla="*/ 2482017 h 2486164"/>
                <a:gd name="connsiteX18" fmla="*/ 9595 w 2643290"/>
                <a:gd name="connsiteY18" fmla="*/ 1844776 h 2486164"/>
                <a:gd name="connsiteX19" fmla="*/ 9273 w 2643290"/>
                <a:gd name="connsiteY19" fmla="*/ 1842667 h 2486164"/>
                <a:gd name="connsiteX20" fmla="*/ 0 w 2643290"/>
                <a:gd name="connsiteY20" fmla="*/ 1750685 h 2486164"/>
                <a:gd name="connsiteX21" fmla="*/ 2149 w 2643290"/>
                <a:gd name="connsiteY21" fmla="*/ 1729369 h 2486164"/>
                <a:gd name="connsiteX22" fmla="*/ 1 w 2643290"/>
                <a:gd name="connsiteY22" fmla="*/ 1718730 h 2486164"/>
                <a:gd name="connsiteX23" fmla="*/ 1 w 2643290"/>
                <a:gd name="connsiteY23" fmla="*/ 173570 h 2486164"/>
                <a:gd name="connsiteX24" fmla="*/ 173571 w 2643290"/>
                <a:gd name="connsiteY24" fmla="*/ 0 h 248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643290" h="2486164">
                  <a:moveTo>
                    <a:pt x="173571" y="0"/>
                  </a:moveTo>
                  <a:lnTo>
                    <a:pt x="867831" y="0"/>
                  </a:lnTo>
                  <a:cubicBezTo>
                    <a:pt x="963691" y="0"/>
                    <a:pt x="1041401" y="77710"/>
                    <a:pt x="1041401" y="173570"/>
                  </a:cubicBezTo>
                  <a:lnTo>
                    <a:pt x="1041401" y="1718730"/>
                  </a:lnTo>
                  <a:lnTo>
                    <a:pt x="1041200" y="1719728"/>
                  </a:lnTo>
                  <a:lnTo>
                    <a:pt x="1043260" y="1719728"/>
                  </a:lnTo>
                  <a:lnTo>
                    <a:pt x="1043260" y="1719729"/>
                  </a:lnTo>
                  <a:lnTo>
                    <a:pt x="2642450" y="1719730"/>
                  </a:lnTo>
                  <a:lnTo>
                    <a:pt x="2643290" y="1728064"/>
                  </a:lnTo>
                  <a:lnTo>
                    <a:pt x="2641424" y="1765019"/>
                  </a:lnTo>
                  <a:cubicBezTo>
                    <a:pt x="2603031" y="2143072"/>
                    <a:pt x="2302479" y="2443624"/>
                    <a:pt x="1924425" y="2482018"/>
                  </a:cubicBezTo>
                  <a:lnTo>
                    <a:pt x="1842316" y="2486164"/>
                  </a:lnTo>
                  <a:lnTo>
                    <a:pt x="1842274" y="2486164"/>
                  </a:lnTo>
                  <a:lnTo>
                    <a:pt x="1795099" y="2483782"/>
                  </a:lnTo>
                  <a:lnTo>
                    <a:pt x="843745" y="2483781"/>
                  </a:lnTo>
                  <a:lnTo>
                    <a:pt x="796590" y="2486162"/>
                  </a:lnTo>
                  <a:lnTo>
                    <a:pt x="796513" y="2486162"/>
                  </a:lnTo>
                  <a:lnTo>
                    <a:pt x="714421" y="2482017"/>
                  </a:lnTo>
                  <a:cubicBezTo>
                    <a:pt x="363372" y="2446366"/>
                    <a:pt x="79147" y="2184670"/>
                    <a:pt x="9595" y="1844776"/>
                  </a:cubicBezTo>
                  <a:lnTo>
                    <a:pt x="9273" y="1842667"/>
                  </a:lnTo>
                  <a:lnTo>
                    <a:pt x="0" y="1750685"/>
                  </a:lnTo>
                  <a:lnTo>
                    <a:pt x="2149" y="1729369"/>
                  </a:lnTo>
                  <a:lnTo>
                    <a:pt x="1" y="1718730"/>
                  </a:lnTo>
                  <a:lnTo>
                    <a:pt x="1" y="173570"/>
                  </a:lnTo>
                  <a:cubicBezTo>
                    <a:pt x="1" y="77710"/>
                    <a:pt x="77711" y="0"/>
                    <a:pt x="173571" y="0"/>
                  </a:cubicBezTo>
                  <a:close/>
                </a:path>
              </a:pathLst>
            </a:custGeom>
            <a:solidFill>
              <a:schemeClr val="accent2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6" name="子陵职场PPT50-5"/>
            <p:cNvSpPr/>
            <p:nvPr/>
          </p:nvSpPr>
          <p:spPr>
            <a:xfrm>
              <a:off x="8094" y="3894"/>
              <a:ext cx="2353" cy="235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2"/>
                  </a:solidFill>
                </a:rPr>
                <a:t> </a:t>
              </a:r>
              <a:endParaRPr lang="en-US" altLang="zh-CN" dirty="0">
                <a:solidFill>
                  <a:schemeClr val="bg2"/>
                </a:solidFill>
              </a:endParaRPr>
            </a:p>
          </p:txBody>
        </p:sp>
      </p:grpSp>
      <p:sp>
        <p:nvSpPr>
          <p:cNvPr id="19" name="子陵职场PPT51"/>
          <p:cNvSpPr txBox="1"/>
          <p:nvPr/>
        </p:nvSpPr>
        <p:spPr>
          <a:xfrm>
            <a:off x="5346700" y="3209290"/>
            <a:ext cx="12045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4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HarmonyOS Sans SC" panose="00000500000000000000" charset="-122"/>
                <a:sym typeface="+mn-ea"/>
              </a:rPr>
              <a:t>团队建设</a:t>
            </a:r>
            <a:endParaRPr lang="zh-CN" altLang="en-US" sz="4000" b="1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23" name="子陵职场PPT52"/>
          <p:cNvSpPr txBox="1"/>
          <p:nvPr/>
        </p:nvSpPr>
        <p:spPr>
          <a:xfrm>
            <a:off x="4170680" y="2139315"/>
            <a:ext cx="693420" cy="180721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 algn="dist">
              <a:lnSpc>
                <a:spcPct val="90000"/>
              </a:lnSpc>
              <a:buClrTx/>
              <a:buSzTx/>
              <a:buFontTx/>
            </a:pPr>
            <a:r>
              <a:rPr lang="zh-CN" altLang="en-US" sz="3200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制度流程</a:t>
            </a:r>
            <a:endParaRPr lang="zh-CN" altLang="en-US" sz="3200">
              <a:solidFill>
                <a:schemeClr val="bg1"/>
              </a:solidFill>
              <a:effectLst/>
              <a:latin typeface="+mj-ea"/>
              <a:ea typeface="+mj-ea"/>
              <a:sym typeface="+mn-ea"/>
            </a:endParaRPr>
          </a:p>
        </p:txBody>
      </p:sp>
      <p:sp>
        <p:nvSpPr>
          <p:cNvPr id="24" name="子陵职场PPT53"/>
          <p:cNvSpPr txBox="1"/>
          <p:nvPr/>
        </p:nvSpPr>
        <p:spPr>
          <a:xfrm>
            <a:off x="6964680" y="3387090"/>
            <a:ext cx="693420" cy="180721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 algn="dist">
              <a:lnSpc>
                <a:spcPct val="90000"/>
              </a:lnSpc>
              <a:buClrTx/>
              <a:buSzTx/>
              <a:buFontTx/>
            </a:pPr>
            <a:r>
              <a:rPr lang="zh-CN" altLang="en-US" sz="3200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梯队建设</a:t>
            </a:r>
            <a:endParaRPr lang="zh-CN" altLang="en-US" sz="3200">
              <a:solidFill>
                <a:schemeClr val="bg1"/>
              </a:solidFill>
              <a:effectLst/>
              <a:latin typeface="+mj-ea"/>
              <a:ea typeface="+mj-ea"/>
              <a:sym typeface="+mn-ea"/>
            </a:endParaRPr>
          </a:p>
        </p:txBody>
      </p:sp>
      <p:sp>
        <p:nvSpPr>
          <p:cNvPr id="30" name="子陵职场PPT54"/>
          <p:cNvSpPr txBox="1"/>
          <p:nvPr/>
        </p:nvSpPr>
        <p:spPr>
          <a:xfrm>
            <a:off x="5651500" y="2074545"/>
            <a:ext cx="19050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3200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团队培养</a:t>
            </a:r>
            <a:endParaRPr lang="zh-CN" altLang="en-US" sz="3200">
              <a:solidFill>
                <a:schemeClr val="bg1"/>
              </a:solidFill>
              <a:effectLst/>
              <a:latin typeface="+mj-ea"/>
              <a:ea typeface="+mj-ea"/>
              <a:sym typeface="+mn-ea"/>
            </a:endParaRPr>
          </a:p>
        </p:txBody>
      </p:sp>
      <p:sp>
        <p:nvSpPr>
          <p:cNvPr id="31" name="子陵职场PPT55"/>
          <p:cNvSpPr txBox="1"/>
          <p:nvPr/>
        </p:nvSpPr>
        <p:spPr>
          <a:xfrm>
            <a:off x="4363085" y="4824730"/>
            <a:ext cx="19050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3200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组织架构</a:t>
            </a:r>
            <a:endParaRPr lang="zh-CN" altLang="en-US" sz="3200">
              <a:solidFill>
                <a:schemeClr val="bg1"/>
              </a:solidFill>
              <a:effectLst/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子陵职场PPT1"/>
          <p:cNvGrpSpPr/>
          <p:nvPr/>
        </p:nvGrpSpPr>
        <p:grpSpPr>
          <a:xfrm>
            <a:off x="9388475" y="2308225"/>
            <a:ext cx="1922780" cy="2515235"/>
            <a:chOff x="961" y="6235"/>
            <a:chExt cx="3028" cy="3961"/>
          </a:xfrm>
        </p:grpSpPr>
        <p:sp>
          <p:nvSpPr>
            <p:cNvPr id="37" name="子陵职场PPT1-1"/>
            <p:cNvSpPr/>
            <p:nvPr/>
          </p:nvSpPr>
          <p:spPr>
            <a:xfrm>
              <a:off x="1121" y="6235"/>
              <a:ext cx="2699" cy="330"/>
            </a:xfrm>
            <a:prstGeom prst="trapezoid">
              <a:avLst>
                <a:gd name="adj" fmla="val 179007"/>
              </a:avLst>
            </a:prstGeom>
            <a:gradFill>
              <a:gsLst>
                <a:gs pos="0">
                  <a:schemeClr val="accent1">
                    <a:alpha val="29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162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HarmonyOS Sans SC" panose="00000500000000000000" charset="-122"/>
              </a:endParaRPr>
            </a:p>
          </p:txBody>
        </p:sp>
        <p:sp>
          <p:nvSpPr>
            <p:cNvPr id="38" name="子陵职场PPT1-2"/>
            <p:cNvSpPr/>
            <p:nvPr/>
          </p:nvSpPr>
          <p:spPr bwMode="auto">
            <a:xfrm>
              <a:off x="961" y="6525"/>
              <a:ext cx="3028" cy="3671"/>
            </a:xfrm>
            <a:prstGeom prst="round2SameRect">
              <a:avLst>
                <a:gd name="adj1" fmla="val 9874"/>
                <a:gd name="adj2" fmla="val 0"/>
              </a:avLst>
            </a:prstGeom>
            <a:gradFill>
              <a:gsLst>
                <a:gs pos="0">
                  <a:schemeClr val="accent1">
                    <a:alpha val="100000"/>
                    <a:lumMod val="68000"/>
                    <a:lumOff val="32000"/>
                  </a:schemeClr>
                </a:gs>
                <a:gs pos="72000">
                  <a:schemeClr val="accent1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non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914400">
                <a:buClrTx/>
                <a:buSzTx/>
                <a:buFontTx/>
              </a:pPr>
              <a:endParaRPr lang="en-US" altLang="zh-CN" sz="2400" b="1" dirty="0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39" name="子陵职场PPT1-3"/>
            <p:cNvSpPr/>
            <p:nvPr/>
          </p:nvSpPr>
          <p:spPr>
            <a:xfrm>
              <a:off x="1057" y="6663"/>
              <a:ext cx="2822" cy="3430"/>
            </a:xfrm>
            <a:prstGeom prst="round2SameRect">
              <a:avLst>
                <a:gd name="adj1" fmla="val 7512"/>
                <a:gd name="adj2" fmla="val 0"/>
              </a:avLst>
            </a:prstGeom>
            <a:gradFill>
              <a:gsLst>
                <a:gs pos="62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sp>
        <p:nvSpPr>
          <p:cNvPr id="2" name="子陵职场PPT2"/>
          <p:cNvSpPr>
            <a:spLocks noGrp="1"/>
          </p:cNvSpPr>
          <p:nvPr>
            <p:ph type="title"/>
          </p:nvPr>
        </p:nvSpPr>
        <p:spPr>
          <a:xfrm>
            <a:off x="842010" y="241935"/>
            <a:ext cx="5053330" cy="589280"/>
          </a:xfrm>
        </p:spPr>
        <p:txBody>
          <a:bodyPr/>
          <a:lstStyle/>
          <a:p>
            <a:r>
              <a:rPr lang="zh-CN" altLang="en-US"/>
              <a:t>自身能力建设</a:t>
            </a:r>
            <a:endParaRPr lang="en-US" altLang="zh-CN"/>
          </a:p>
        </p:txBody>
      </p:sp>
      <p:sp>
        <p:nvSpPr>
          <p:cNvPr id="25" name="子陵职场PPT3"/>
          <p:cNvSpPr/>
          <p:nvPr/>
        </p:nvSpPr>
        <p:spPr>
          <a:xfrm>
            <a:off x="193040" y="1019175"/>
            <a:ext cx="11436350" cy="2604135"/>
          </a:xfrm>
          <a:custGeom>
            <a:avLst/>
            <a:gdLst>
              <a:gd name="connsiteX0" fmla="*/ 10980011 w 11023878"/>
              <a:gd name="connsiteY0" fmla="*/ 409 h 3040322"/>
              <a:gd name="connsiteX1" fmla="*/ 11015549 w 11023878"/>
              <a:gd name="connsiteY1" fmla="*/ 14034 h 3040322"/>
              <a:gd name="connsiteX2" fmla="*/ 11021572 w 11023878"/>
              <a:gd name="connsiteY2" fmla="*/ 51588 h 3040322"/>
              <a:gd name="connsiteX3" fmla="*/ 10742872 w 11023878"/>
              <a:gd name="connsiteY3" fmla="*/ 784071 h 3040322"/>
              <a:gd name="connsiteX4" fmla="*/ 10713284 w 11023878"/>
              <a:gd name="connsiteY4" fmla="*/ 808170 h 3040322"/>
              <a:gd name="connsiteX5" fmla="*/ 10677664 w 11023878"/>
              <a:gd name="connsiteY5" fmla="*/ 794557 h 3040322"/>
              <a:gd name="connsiteX6" fmla="*/ 10520882 w 11023878"/>
              <a:gd name="connsiteY6" fmla="*/ 601330 h 3040322"/>
              <a:gd name="connsiteX7" fmla="*/ 10519106 w 11023878"/>
              <a:gd name="connsiteY7" fmla="*/ 599140 h 3040322"/>
              <a:gd name="connsiteX8" fmla="*/ 10492003 w 11023878"/>
              <a:gd name="connsiteY8" fmla="*/ 621554 h 3040322"/>
              <a:gd name="connsiteX9" fmla="*/ 0 w 11023878"/>
              <a:gd name="connsiteY9" fmla="*/ 3037686 h 3040322"/>
              <a:gd name="connsiteX10" fmla="*/ 10052871 w 11023878"/>
              <a:gd name="connsiteY10" fmla="*/ 581500 h 3040322"/>
              <a:gd name="connsiteX11" fmla="*/ 10341727 w 11023878"/>
              <a:gd name="connsiteY11" fmla="*/ 380527 h 3040322"/>
              <a:gd name="connsiteX12" fmla="*/ 10338939 w 11023878"/>
              <a:gd name="connsiteY12" fmla="*/ 377091 h 3040322"/>
              <a:gd name="connsiteX13" fmla="*/ 10182159 w 11023878"/>
              <a:gd name="connsiteY13" fmla="*/ 183862 h 3040322"/>
              <a:gd name="connsiteX14" fmla="*/ 10176176 w 11023878"/>
              <a:gd name="connsiteY14" fmla="*/ 146199 h 3040322"/>
              <a:gd name="connsiteX15" fmla="*/ 10205823 w 11023878"/>
              <a:gd name="connsiteY15" fmla="*/ 122217 h 3040322"/>
              <a:gd name="connsiteX16" fmla="*/ 10980011 w 11023878"/>
              <a:gd name="connsiteY16" fmla="*/ 409 h 304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023878" h="3040322">
                <a:moveTo>
                  <a:pt x="10980011" y="409"/>
                </a:moveTo>
                <a:cubicBezTo>
                  <a:pt x="10992828" y="-1607"/>
                  <a:pt x="11007374" y="3958"/>
                  <a:pt x="11015549" y="14034"/>
                </a:cubicBezTo>
                <a:cubicBezTo>
                  <a:pt x="11023724" y="24110"/>
                  <a:pt x="11026186" y="39461"/>
                  <a:pt x="11021572" y="51588"/>
                </a:cubicBezTo>
                <a:cubicBezTo>
                  <a:pt x="11021571" y="51588"/>
                  <a:pt x="10742871" y="784071"/>
                  <a:pt x="10742872" y="784071"/>
                </a:cubicBezTo>
                <a:cubicBezTo>
                  <a:pt x="10738246" y="796226"/>
                  <a:pt x="10726124" y="806111"/>
                  <a:pt x="10713284" y="808170"/>
                </a:cubicBezTo>
                <a:cubicBezTo>
                  <a:pt x="10700441" y="810231"/>
                  <a:pt x="10685857" y="804657"/>
                  <a:pt x="10677664" y="794557"/>
                </a:cubicBezTo>
                <a:cubicBezTo>
                  <a:pt x="10677664" y="794558"/>
                  <a:pt x="10607983" y="708679"/>
                  <a:pt x="10520882" y="601330"/>
                </a:cubicBezTo>
                <a:lnTo>
                  <a:pt x="10519106" y="599140"/>
                </a:lnTo>
                <a:lnTo>
                  <a:pt x="10492003" y="621554"/>
                </a:lnTo>
                <a:cubicBezTo>
                  <a:pt x="10002521" y="1017481"/>
                  <a:pt x="7058795" y="3124999"/>
                  <a:pt x="0" y="3037686"/>
                </a:cubicBezTo>
                <a:cubicBezTo>
                  <a:pt x="0" y="3037686"/>
                  <a:pt x="6408327" y="2976870"/>
                  <a:pt x="10052871" y="581500"/>
                </a:cubicBezTo>
                <a:lnTo>
                  <a:pt x="10341727" y="380527"/>
                </a:lnTo>
                <a:lnTo>
                  <a:pt x="10338939" y="377091"/>
                </a:lnTo>
                <a:cubicBezTo>
                  <a:pt x="10251839" y="269742"/>
                  <a:pt x="10182159" y="183862"/>
                  <a:pt x="10182159" y="183862"/>
                </a:cubicBezTo>
                <a:cubicBezTo>
                  <a:pt x="10173964" y="173764"/>
                  <a:pt x="10171515" y="158340"/>
                  <a:pt x="10176176" y="146199"/>
                </a:cubicBezTo>
                <a:cubicBezTo>
                  <a:pt x="10180837" y="134057"/>
                  <a:pt x="10192976" y="124238"/>
                  <a:pt x="10205823" y="122217"/>
                </a:cubicBezTo>
                <a:cubicBezTo>
                  <a:pt x="10205823" y="122217"/>
                  <a:pt x="10980011" y="409"/>
                  <a:pt x="10980011" y="409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  <a:effectLst>
            <a:outerShdw blurRad="76200" dist="762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子陵职场PPT4"/>
          <p:cNvSpPr/>
          <p:nvPr/>
        </p:nvSpPr>
        <p:spPr>
          <a:xfrm>
            <a:off x="1125855" y="3159443"/>
            <a:ext cx="799363" cy="799363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85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76200" dist="76200" dir="2700000" algn="tl" rotWithShape="0">
              <a:schemeClr val="accent1">
                <a:lumMod val="60000"/>
                <a:lumOff val="4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en-US" altLang="zh-CN" sz="2400" b="1" dirty="0">
                <a:solidFill>
                  <a:srgbClr val="FFFFFF"/>
                </a:solidFill>
              </a:rPr>
              <a:t>01</a:t>
            </a:r>
            <a:endParaRPr lang="en-US" altLang="zh-CN" sz="2400" b="1" dirty="0">
              <a:solidFill>
                <a:srgbClr val="FFFFFF"/>
              </a:solidFill>
            </a:endParaRPr>
          </a:p>
        </p:txBody>
      </p:sp>
      <p:sp>
        <p:nvSpPr>
          <p:cNvPr id="21" name="子陵职场PPT5"/>
          <p:cNvSpPr/>
          <p:nvPr/>
        </p:nvSpPr>
        <p:spPr>
          <a:xfrm>
            <a:off x="3338830" y="2994343"/>
            <a:ext cx="799363" cy="799363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5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76200" dist="76200" dir="2700000" algn="tl" rotWithShape="0">
              <a:schemeClr val="accent2">
                <a:lumMod val="60000"/>
                <a:lumOff val="4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en-US" altLang="zh-CN" sz="2400" b="1" dirty="0">
                <a:solidFill>
                  <a:srgbClr val="FFFFFF"/>
                </a:solidFill>
              </a:rPr>
              <a:t>02</a:t>
            </a:r>
            <a:endParaRPr lang="en-US" altLang="zh-CN" sz="2400" b="1" dirty="0">
              <a:solidFill>
                <a:srgbClr val="FFFFFF"/>
              </a:solidFill>
            </a:endParaRPr>
          </a:p>
        </p:txBody>
      </p:sp>
      <p:sp>
        <p:nvSpPr>
          <p:cNvPr id="22" name="子陵职场PPT6"/>
          <p:cNvSpPr/>
          <p:nvPr/>
        </p:nvSpPr>
        <p:spPr>
          <a:xfrm>
            <a:off x="5604510" y="2673033"/>
            <a:ext cx="799363" cy="799363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85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76200" dist="76200" dir="2700000" algn="tl" rotWithShape="0">
              <a:schemeClr val="accent1">
                <a:lumMod val="60000"/>
                <a:lumOff val="4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400" b="1" dirty="0">
                <a:solidFill>
                  <a:srgbClr val="FFFFFF"/>
                </a:solidFill>
                <a:sym typeface="+mn-ea"/>
              </a:rPr>
              <a:t>03</a:t>
            </a:r>
            <a:endParaRPr lang="en-US" altLang="zh-CN" sz="2400" b="1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23" name="子陵职场PPT7"/>
          <p:cNvSpPr/>
          <p:nvPr/>
        </p:nvSpPr>
        <p:spPr>
          <a:xfrm>
            <a:off x="7696200" y="2140903"/>
            <a:ext cx="799363" cy="799363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5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76200" dist="76200" dir="2700000" algn="tl" rotWithShape="0">
              <a:schemeClr val="accent2">
                <a:lumMod val="60000"/>
                <a:lumOff val="4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400" b="1" dirty="0">
                <a:solidFill>
                  <a:srgbClr val="FFFFFF"/>
                </a:solidFill>
                <a:sym typeface="+mn-ea"/>
              </a:rPr>
              <a:t>04</a:t>
            </a:r>
            <a:endParaRPr lang="en-US" altLang="zh-CN" sz="2400" b="1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24" name="子陵职场PPT8"/>
          <p:cNvSpPr/>
          <p:nvPr/>
        </p:nvSpPr>
        <p:spPr>
          <a:xfrm>
            <a:off x="9831070" y="1448118"/>
            <a:ext cx="799363" cy="799363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85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76200" dist="76200" dir="2700000" algn="tl" rotWithShape="0">
              <a:schemeClr val="accent1">
                <a:lumMod val="60000"/>
                <a:lumOff val="4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400" b="1" dirty="0">
                <a:solidFill>
                  <a:srgbClr val="FFFFFF"/>
                </a:solidFill>
                <a:sym typeface="+mn-ea"/>
              </a:rPr>
              <a:t>05</a:t>
            </a:r>
            <a:endParaRPr lang="en-US" altLang="zh-CN" sz="2400" b="1" dirty="0">
              <a:solidFill>
                <a:srgbClr val="FFFFFF"/>
              </a:solidFill>
              <a:sym typeface="+mn-ea"/>
            </a:endParaRPr>
          </a:p>
        </p:txBody>
      </p:sp>
      <p:grpSp>
        <p:nvGrpSpPr>
          <p:cNvPr id="16" name="子陵职场PPT9"/>
          <p:cNvGrpSpPr/>
          <p:nvPr/>
        </p:nvGrpSpPr>
        <p:grpSpPr>
          <a:xfrm>
            <a:off x="4990465" y="3498215"/>
            <a:ext cx="1922780" cy="2515235"/>
            <a:chOff x="961" y="6235"/>
            <a:chExt cx="3028" cy="3961"/>
          </a:xfrm>
        </p:grpSpPr>
        <p:sp>
          <p:nvSpPr>
            <p:cNvPr id="17" name="子陵职场PPT9-1"/>
            <p:cNvSpPr/>
            <p:nvPr/>
          </p:nvSpPr>
          <p:spPr>
            <a:xfrm>
              <a:off x="1121" y="6235"/>
              <a:ext cx="2699" cy="330"/>
            </a:xfrm>
            <a:prstGeom prst="trapezoid">
              <a:avLst>
                <a:gd name="adj" fmla="val 179007"/>
              </a:avLst>
            </a:prstGeom>
            <a:gradFill>
              <a:gsLst>
                <a:gs pos="0">
                  <a:schemeClr val="accent1">
                    <a:alpha val="29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162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HarmonyOS Sans SC" panose="00000500000000000000" charset="-122"/>
              </a:endParaRPr>
            </a:p>
          </p:txBody>
        </p:sp>
        <p:sp>
          <p:nvSpPr>
            <p:cNvPr id="19" name="子陵职场PPT9-2"/>
            <p:cNvSpPr/>
            <p:nvPr/>
          </p:nvSpPr>
          <p:spPr bwMode="auto">
            <a:xfrm>
              <a:off x="961" y="6525"/>
              <a:ext cx="3028" cy="3671"/>
            </a:xfrm>
            <a:prstGeom prst="round2SameRect">
              <a:avLst>
                <a:gd name="adj1" fmla="val 9874"/>
                <a:gd name="adj2" fmla="val 0"/>
              </a:avLst>
            </a:prstGeom>
            <a:gradFill>
              <a:gsLst>
                <a:gs pos="0">
                  <a:schemeClr val="accent1">
                    <a:alpha val="100000"/>
                    <a:lumMod val="68000"/>
                    <a:lumOff val="32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non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914400">
                <a:buClrTx/>
                <a:buSzTx/>
                <a:buFontTx/>
              </a:pPr>
              <a:endParaRPr lang="en-US" altLang="zh-CN" sz="2400" b="1" dirty="0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20" name="子陵职场PPT9-3"/>
            <p:cNvSpPr/>
            <p:nvPr/>
          </p:nvSpPr>
          <p:spPr>
            <a:xfrm>
              <a:off x="1057" y="6663"/>
              <a:ext cx="2822" cy="3430"/>
            </a:xfrm>
            <a:prstGeom prst="round2SameRect">
              <a:avLst>
                <a:gd name="adj1" fmla="val 7512"/>
                <a:gd name="adj2" fmla="val 0"/>
              </a:avLst>
            </a:prstGeom>
            <a:gradFill>
              <a:gsLst>
                <a:gs pos="92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grpSp>
        <p:nvGrpSpPr>
          <p:cNvPr id="3521" name="子陵职场PPT10"/>
          <p:cNvGrpSpPr/>
          <p:nvPr/>
        </p:nvGrpSpPr>
        <p:grpSpPr>
          <a:xfrm>
            <a:off x="9425584" y="4072488"/>
            <a:ext cx="3010281" cy="2830265"/>
            <a:chOff x="8271789" y="404093"/>
            <a:chExt cx="3010281" cy="2830265"/>
          </a:xfrm>
        </p:grpSpPr>
        <p:grpSp>
          <p:nvGrpSpPr>
            <p:cNvPr id="2187" name="图形 7"/>
            <p:cNvGrpSpPr/>
            <p:nvPr/>
          </p:nvGrpSpPr>
          <p:grpSpPr>
            <a:xfrm>
              <a:off x="8271789" y="736428"/>
              <a:ext cx="3010281" cy="2203886"/>
              <a:chOff x="8271789" y="736428"/>
              <a:chExt cx="3010281" cy="2203886"/>
            </a:xfrm>
          </p:grpSpPr>
          <p:sp>
            <p:nvSpPr>
              <p:cNvPr id="2188" name="子陵职场PPT10-1"/>
              <p:cNvSpPr/>
              <p:nvPr/>
            </p:nvSpPr>
            <p:spPr>
              <a:xfrm>
                <a:off x="8741392" y="1307676"/>
                <a:ext cx="230828" cy="315821"/>
              </a:xfrm>
              <a:custGeom>
                <a:avLst/>
                <a:gdLst>
                  <a:gd name="connsiteX0" fmla="*/ 189106 w 230828"/>
                  <a:gd name="connsiteY0" fmla="*/ 128281 h 315821"/>
                  <a:gd name="connsiteX1" fmla="*/ 110417 w 230828"/>
                  <a:gd name="connsiteY1" fmla="*/ 128281 h 315821"/>
                  <a:gd name="connsiteX2" fmla="*/ 95787 w 230828"/>
                  <a:gd name="connsiteY2" fmla="*/ 113892 h 315821"/>
                  <a:gd name="connsiteX3" fmla="*/ 95787 w 230828"/>
                  <a:gd name="connsiteY3" fmla="*/ 35925 h 315821"/>
                  <a:gd name="connsiteX4" fmla="*/ 82542 w 230828"/>
                  <a:gd name="connsiteY4" fmla="*/ 1909 h 315821"/>
                  <a:gd name="connsiteX5" fmla="*/ 62825 w 230828"/>
                  <a:gd name="connsiteY5" fmla="*/ 7274 h 315821"/>
                  <a:gd name="connsiteX6" fmla="*/ 61048 w 230828"/>
                  <a:gd name="connsiteY6" fmla="*/ 12505 h 315821"/>
                  <a:gd name="connsiteX7" fmla="*/ 16496 w 230828"/>
                  <a:gd name="connsiteY7" fmla="*/ 111544 h 315821"/>
                  <a:gd name="connsiteX8" fmla="*/ 0 w 230828"/>
                  <a:gd name="connsiteY8" fmla="*/ 152243 h 315821"/>
                  <a:gd name="connsiteX9" fmla="*/ 0 w 230828"/>
                  <a:gd name="connsiteY9" fmla="*/ 291197 h 315821"/>
                  <a:gd name="connsiteX10" fmla="*/ 52981 w 230828"/>
                  <a:gd name="connsiteY10" fmla="*/ 315821 h 315821"/>
                  <a:gd name="connsiteX11" fmla="*/ 172188 w 230828"/>
                  <a:gd name="connsiteY11" fmla="*/ 315821 h 315821"/>
                  <a:gd name="connsiteX12" fmla="*/ 213971 w 230828"/>
                  <a:gd name="connsiteY12" fmla="*/ 274039 h 315821"/>
                  <a:gd name="connsiteX13" fmla="*/ 213971 w 230828"/>
                  <a:gd name="connsiteY13" fmla="*/ 255977 h 315821"/>
                  <a:gd name="connsiteX14" fmla="*/ 224085 w 230828"/>
                  <a:gd name="connsiteY14" fmla="*/ 218288 h 315821"/>
                  <a:gd name="connsiteX15" fmla="*/ 230828 w 230828"/>
                  <a:gd name="connsiteY15" fmla="*/ 190654 h 315821"/>
                  <a:gd name="connsiteX16" fmla="*/ 230828 w 230828"/>
                  <a:gd name="connsiteY16" fmla="*/ 170003 h 315821"/>
                  <a:gd name="connsiteX17" fmla="*/ 189106 w 230828"/>
                  <a:gd name="connsiteY17" fmla="*/ 128281 h 315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30828" h="315821">
                    <a:moveTo>
                      <a:pt x="189106" y="128281"/>
                    </a:moveTo>
                    <a:lnTo>
                      <a:pt x="110417" y="128281"/>
                    </a:lnTo>
                    <a:cubicBezTo>
                      <a:pt x="102430" y="128281"/>
                      <a:pt x="95918" y="121875"/>
                      <a:pt x="95787" y="113892"/>
                    </a:cubicBezTo>
                    <a:lnTo>
                      <a:pt x="95787" y="35925"/>
                    </a:lnTo>
                    <a:cubicBezTo>
                      <a:pt x="95787" y="21596"/>
                      <a:pt x="92416" y="8171"/>
                      <a:pt x="82542" y="1909"/>
                    </a:cubicBezTo>
                    <a:cubicBezTo>
                      <a:pt x="75615" y="-2052"/>
                      <a:pt x="66787" y="350"/>
                      <a:pt x="62825" y="7274"/>
                    </a:cubicBezTo>
                    <a:cubicBezTo>
                      <a:pt x="61902" y="8887"/>
                      <a:pt x="61299" y="10663"/>
                      <a:pt x="61048" y="12505"/>
                    </a:cubicBezTo>
                    <a:cubicBezTo>
                      <a:pt x="57376" y="35564"/>
                      <a:pt x="46599" y="82404"/>
                      <a:pt x="16496" y="111544"/>
                    </a:cubicBezTo>
                    <a:cubicBezTo>
                      <a:pt x="6449" y="122790"/>
                      <a:pt x="618" y="137173"/>
                      <a:pt x="0" y="152243"/>
                    </a:cubicBezTo>
                    <a:lnTo>
                      <a:pt x="0" y="291197"/>
                    </a:lnTo>
                    <a:cubicBezTo>
                      <a:pt x="0" y="304804"/>
                      <a:pt x="24082" y="315821"/>
                      <a:pt x="52981" y="315821"/>
                    </a:cubicBezTo>
                    <a:lnTo>
                      <a:pt x="172188" y="315821"/>
                    </a:lnTo>
                    <a:cubicBezTo>
                      <a:pt x="195265" y="315821"/>
                      <a:pt x="213971" y="297115"/>
                      <a:pt x="213971" y="274039"/>
                    </a:cubicBezTo>
                    <a:lnTo>
                      <a:pt x="213971" y="255977"/>
                    </a:lnTo>
                    <a:cubicBezTo>
                      <a:pt x="214272" y="242786"/>
                      <a:pt x="217740" y="229860"/>
                      <a:pt x="224085" y="218288"/>
                    </a:cubicBezTo>
                    <a:cubicBezTo>
                      <a:pt x="228529" y="209757"/>
                      <a:pt x="230840" y="200275"/>
                      <a:pt x="230828" y="190654"/>
                    </a:cubicBezTo>
                    <a:lnTo>
                      <a:pt x="230828" y="170003"/>
                    </a:lnTo>
                    <a:cubicBezTo>
                      <a:pt x="230792" y="146975"/>
                      <a:pt x="212135" y="128317"/>
                      <a:pt x="189106" y="128281"/>
                    </a:cubicBezTo>
                    <a:close/>
                  </a:path>
                </a:pathLst>
              </a:custGeom>
              <a:solidFill>
                <a:srgbClr val="EBEBEB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89" name="子陵职场PPT10-2"/>
              <p:cNvSpPr/>
              <p:nvPr/>
            </p:nvSpPr>
            <p:spPr>
              <a:xfrm>
                <a:off x="8674925" y="1441014"/>
                <a:ext cx="50873" cy="172127"/>
              </a:xfrm>
              <a:custGeom>
                <a:avLst/>
                <a:gdLst>
                  <a:gd name="connsiteX0" fmla="*/ 0 w 50873"/>
                  <a:gd name="connsiteY0" fmla="*/ 0 h 172127"/>
                  <a:gd name="connsiteX1" fmla="*/ 50874 w 50873"/>
                  <a:gd name="connsiteY1" fmla="*/ 0 h 172127"/>
                  <a:gd name="connsiteX2" fmla="*/ 50874 w 50873"/>
                  <a:gd name="connsiteY2" fmla="*/ 172128 h 172127"/>
                  <a:gd name="connsiteX3" fmla="*/ 0 w 50873"/>
                  <a:gd name="connsiteY3" fmla="*/ 172128 h 172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73" h="172127">
                    <a:moveTo>
                      <a:pt x="0" y="0"/>
                    </a:moveTo>
                    <a:lnTo>
                      <a:pt x="50874" y="0"/>
                    </a:lnTo>
                    <a:lnTo>
                      <a:pt x="50874" y="172128"/>
                    </a:lnTo>
                    <a:lnTo>
                      <a:pt x="0" y="172128"/>
                    </a:lnTo>
                    <a:close/>
                  </a:path>
                </a:pathLst>
              </a:custGeom>
              <a:solidFill>
                <a:srgbClr val="EBEBEB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0" name="子陵职场PPT10-3"/>
              <p:cNvSpPr/>
              <p:nvPr/>
            </p:nvSpPr>
            <p:spPr>
              <a:xfrm>
                <a:off x="10572065" y="1817720"/>
                <a:ext cx="117882" cy="120832"/>
              </a:xfrm>
              <a:custGeom>
                <a:avLst/>
                <a:gdLst>
                  <a:gd name="connsiteX0" fmla="*/ 0 w 117882"/>
                  <a:gd name="connsiteY0" fmla="*/ 120833 h 120832"/>
                  <a:gd name="connsiteX1" fmla="*/ 44010 w 117882"/>
                  <a:gd name="connsiteY1" fmla="*/ 0 h 120832"/>
                  <a:gd name="connsiteX2" fmla="*/ 117883 w 117882"/>
                  <a:gd name="connsiteY2" fmla="*/ 69477 h 120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7882" h="120832">
                    <a:moveTo>
                      <a:pt x="0" y="120833"/>
                    </a:moveTo>
                    <a:lnTo>
                      <a:pt x="44010" y="0"/>
                    </a:lnTo>
                    <a:cubicBezTo>
                      <a:pt x="77105" y="12071"/>
                      <a:pt x="103807" y="37183"/>
                      <a:pt x="117883" y="69477"/>
                    </a:cubicBezTo>
                    <a:close/>
                  </a:path>
                </a:pathLst>
              </a:custGeom>
              <a:solidFill>
                <a:srgbClr val="F5F5F5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1" name="子陵职场PPT10-4"/>
              <p:cNvSpPr/>
              <p:nvPr/>
            </p:nvSpPr>
            <p:spPr>
              <a:xfrm>
                <a:off x="10443407" y="1809954"/>
                <a:ext cx="172065" cy="257232"/>
              </a:xfrm>
              <a:custGeom>
                <a:avLst/>
                <a:gdLst>
                  <a:gd name="connsiteX0" fmla="*/ 128658 w 172065"/>
                  <a:gd name="connsiteY0" fmla="*/ 128599 h 257232"/>
                  <a:gd name="connsiteX1" fmla="*/ 166166 w 172065"/>
                  <a:gd name="connsiteY1" fmla="*/ 251599 h 257232"/>
                  <a:gd name="connsiteX2" fmla="*/ 5633 w 172065"/>
                  <a:gd name="connsiteY2" fmla="*/ 166131 h 257232"/>
                  <a:gd name="connsiteX3" fmla="*/ 91101 w 172065"/>
                  <a:gd name="connsiteY3" fmla="*/ 5599 h 257232"/>
                  <a:gd name="connsiteX4" fmla="*/ 128658 w 172065"/>
                  <a:gd name="connsiteY4" fmla="*/ 0 h 257232"/>
                  <a:gd name="connsiteX5" fmla="*/ 172066 w 172065"/>
                  <a:gd name="connsiteY5" fmla="*/ 7526 h 257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2065" h="257232">
                    <a:moveTo>
                      <a:pt x="128658" y="128599"/>
                    </a:moveTo>
                    <a:lnTo>
                      <a:pt x="166166" y="251599"/>
                    </a:lnTo>
                    <a:cubicBezTo>
                      <a:pt x="98236" y="272328"/>
                      <a:pt x="26362" y="234061"/>
                      <a:pt x="5633" y="166131"/>
                    </a:cubicBezTo>
                    <a:cubicBezTo>
                      <a:pt x="-15095" y="98201"/>
                      <a:pt x="23165" y="26328"/>
                      <a:pt x="91101" y="5599"/>
                    </a:cubicBezTo>
                    <a:cubicBezTo>
                      <a:pt x="103275" y="1884"/>
                      <a:pt x="115930" y="0"/>
                      <a:pt x="128658" y="0"/>
                    </a:cubicBezTo>
                    <a:cubicBezTo>
                      <a:pt x="143450" y="-12"/>
                      <a:pt x="158140" y="2535"/>
                      <a:pt x="172066" y="7526"/>
                    </a:cubicBez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2" name="子陵职场PPT10-5"/>
              <p:cNvSpPr/>
              <p:nvPr/>
            </p:nvSpPr>
            <p:spPr>
              <a:xfrm>
                <a:off x="10572065" y="1887740"/>
                <a:ext cx="128629" cy="173632"/>
              </a:xfrm>
              <a:custGeom>
                <a:avLst/>
                <a:gdLst>
                  <a:gd name="connsiteX0" fmla="*/ 0 w 128629"/>
                  <a:gd name="connsiteY0" fmla="*/ 50814 h 173632"/>
                  <a:gd name="connsiteX1" fmla="*/ 118123 w 128629"/>
                  <a:gd name="connsiteY1" fmla="*/ 0 h 173632"/>
                  <a:gd name="connsiteX2" fmla="*/ 50874 w 128629"/>
                  <a:gd name="connsiteY2" fmla="*/ 168883 h 173632"/>
                  <a:gd name="connsiteX3" fmla="*/ 37990 w 128629"/>
                  <a:gd name="connsiteY3" fmla="*/ 173633 h 173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629" h="173632">
                    <a:moveTo>
                      <a:pt x="0" y="50814"/>
                    </a:moveTo>
                    <a:lnTo>
                      <a:pt x="118123" y="0"/>
                    </a:lnTo>
                    <a:cubicBezTo>
                      <a:pt x="146191" y="65209"/>
                      <a:pt x="116082" y="140821"/>
                      <a:pt x="50874" y="168883"/>
                    </a:cubicBezTo>
                    <a:cubicBezTo>
                      <a:pt x="46665" y="170695"/>
                      <a:pt x="42367" y="172279"/>
                      <a:pt x="37990" y="173633"/>
                    </a:cubicBezTo>
                    <a:close/>
                  </a:path>
                </a:pathLst>
              </a:custGeom>
              <a:solidFill>
                <a:srgbClr val="EBEBEB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3" name="子陵职场PPT10-6"/>
              <p:cNvSpPr/>
              <p:nvPr/>
            </p:nvSpPr>
            <p:spPr>
              <a:xfrm>
                <a:off x="9142000" y="1894543"/>
                <a:ext cx="494348" cy="494227"/>
              </a:xfrm>
              <a:custGeom>
                <a:avLst/>
                <a:gdLst>
                  <a:gd name="connsiteX0" fmla="*/ 70621 w 494348"/>
                  <a:gd name="connsiteY0" fmla="*/ 131610 h 494227"/>
                  <a:gd name="connsiteX1" fmla="*/ 40518 w 494348"/>
                  <a:gd name="connsiteY1" fmla="*/ 204157 h 494227"/>
                  <a:gd name="connsiteX2" fmla="*/ 0 w 494348"/>
                  <a:gd name="connsiteY2" fmla="*/ 208010 h 494227"/>
                  <a:gd name="connsiteX3" fmla="*/ 0 w 494348"/>
                  <a:gd name="connsiteY3" fmla="*/ 286278 h 494227"/>
                  <a:gd name="connsiteX4" fmla="*/ 40518 w 494348"/>
                  <a:gd name="connsiteY4" fmla="*/ 290071 h 494227"/>
                  <a:gd name="connsiteX5" fmla="*/ 70621 w 494348"/>
                  <a:gd name="connsiteY5" fmla="*/ 362679 h 494227"/>
                  <a:gd name="connsiteX6" fmla="*/ 44913 w 494348"/>
                  <a:gd name="connsiteY6" fmla="*/ 393986 h 494227"/>
                  <a:gd name="connsiteX7" fmla="*/ 100423 w 494348"/>
                  <a:gd name="connsiteY7" fmla="*/ 449495 h 494227"/>
                  <a:gd name="connsiteX8" fmla="*/ 131670 w 494348"/>
                  <a:gd name="connsiteY8" fmla="*/ 423607 h 494227"/>
                  <a:gd name="connsiteX9" fmla="*/ 204278 w 494348"/>
                  <a:gd name="connsiteY9" fmla="*/ 453710 h 494227"/>
                  <a:gd name="connsiteX10" fmla="*/ 208071 w 494348"/>
                  <a:gd name="connsiteY10" fmla="*/ 494228 h 494227"/>
                  <a:gd name="connsiteX11" fmla="*/ 286338 w 494348"/>
                  <a:gd name="connsiteY11" fmla="*/ 494228 h 494227"/>
                  <a:gd name="connsiteX12" fmla="*/ 290191 w 494348"/>
                  <a:gd name="connsiteY12" fmla="*/ 453710 h 494227"/>
                  <a:gd name="connsiteX13" fmla="*/ 362739 w 494348"/>
                  <a:gd name="connsiteY13" fmla="*/ 423607 h 494227"/>
                  <a:gd name="connsiteX14" fmla="*/ 394046 w 494348"/>
                  <a:gd name="connsiteY14" fmla="*/ 449495 h 494227"/>
                  <a:gd name="connsiteX15" fmla="*/ 449555 w 494348"/>
                  <a:gd name="connsiteY15" fmla="*/ 393986 h 494227"/>
                  <a:gd name="connsiteX16" fmla="*/ 423667 w 494348"/>
                  <a:gd name="connsiteY16" fmla="*/ 362739 h 494227"/>
                  <a:gd name="connsiteX17" fmla="*/ 453770 w 494348"/>
                  <a:gd name="connsiteY17" fmla="*/ 290131 h 494227"/>
                  <a:gd name="connsiteX18" fmla="*/ 494348 w 494348"/>
                  <a:gd name="connsiteY18" fmla="*/ 286338 h 494227"/>
                  <a:gd name="connsiteX19" fmla="*/ 494348 w 494348"/>
                  <a:gd name="connsiteY19" fmla="*/ 208071 h 494227"/>
                  <a:gd name="connsiteX20" fmla="*/ 453770 w 494348"/>
                  <a:gd name="connsiteY20" fmla="*/ 204218 h 494227"/>
                  <a:gd name="connsiteX21" fmla="*/ 423667 w 494348"/>
                  <a:gd name="connsiteY21" fmla="*/ 131670 h 494227"/>
                  <a:gd name="connsiteX22" fmla="*/ 449555 w 494348"/>
                  <a:gd name="connsiteY22" fmla="*/ 100363 h 494227"/>
                  <a:gd name="connsiteX23" fmla="*/ 394106 w 494348"/>
                  <a:gd name="connsiteY23" fmla="*/ 44793 h 494227"/>
                  <a:gd name="connsiteX24" fmla="*/ 362799 w 494348"/>
                  <a:gd name="connsiteY24" fmla="*/ 70681 h 494227"/>
                  <a:gd name="connsiteX25" fmla="*/ 290251 w 494348"/>
                  <a:gd name="connsiteY25" fmla="*/ 40579 h 494227"/>
                  <a:gd name="connsiteX26" fmla="*/ 286398 w 494348"/>
                  <a:gd name="connsiteY26" fmla="*/ 0 h 494227"/>
                  <a:gd name="connsiteX27" fmla="*/ 208131 w 494348"/>
                  <a:gd name="connsiteY27" fmla="*/ 0 h 494227"/>
                  <a:gd name="connsiteX28" fmla="*/ 204338 w 494348"/>
                  <a:gd name="connsiteY28" fmla="*/ 40579 h 494227"/>
                  <a:gd name="connsiteX29" fmla="*/ 131730 w 494348"/>
                  <a:gd name="connsiteY29" fmla="*/ 70681 h 494227"/>
                  <a:gd name="connsiteX30" fmla="*/ 100483 w 494348"/>
                  <a:gd name="connsiteY30" fmla="*/ 44793 h 494227"/>
                  <a:gd name="connsiteX31" fmla="*/ 44913 w 494348"/>
                  <a:gd name="connsiteY31" fmla="*/ 100303 h 494227"/>
                  <a:gd name="connsiteX32" fmla="*/ 320715 w 494348"/>
                  <a:gd name="connsiteY32" fmla="*/ 173754 h 494227"/>
                  <a:gd name="connsiteX33" fmla="*/ 320703 w 494348"/>
                  <a:gd name="connsiteY33" fmla="*/ 320884 h 494227"/>
                  <a:gd name="connsiteX34" fmla="*/ 173573 w 494348"/>
                  <a:gd name="connsiteY34" fmla="*/ 320866 h 494227"/>
                  <a:gd name="connsiteX35" fmla="*/ 173573 w 494348"/>
                  <a:gd name="connsiteY35" fmla="*/ 173754 h 494227"/>
                  <a:gd name="connsiteX36" fmla="*/ 320703 w 494348"/>
                  <a:gd name="connsiteY36" fmla="*/ 173681 h 494227"/>
                  <a:gd name="connsiteX37" fmla="*/ 320715 w 494348"/>
                  <a:gd name="connsiteY37" fmla="*/ 173693 h 494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94348" h="494227">
                    <a:moveTo>
                      <a:pt x="70621" y="131610"/>
                    </a:moveTo>
                    <a:cubicBezTo>
                      <a:pt x="56118" y="153687"/>
                      <a:pt x="45901" y="178299"/>
                      <a:pt x="40518" y="204157"/>
                    </a:cubicBezTo>
                    <a:lnTo>
                      <a:pt x="0" y="208010"/>
                    </a:lnTo>
                    <a:lnTo>
                      <a:pt x="0" y="286278"/>
                    </a:lnTo>
                    <a:lnTo>
                      <a:pt x="40518" y="290071"/>
                    </a:lnTo>
                    <a:cubicBezTo>
                      <a:pt x="45895" y="315953"/>
                      <a:pt x="56106" y="340589"/>
                      <a:pt x="70621" y="362679"/>
                    </a:cubicBezTo>
                    <a:lnTo>
                      <a:pt x="44913" y="393986"/>
                    </a:lnTo>
                    <a:lnTo>
                      <a:pt x="100423" y="449495"/>
                    </a:lnTo>
                    <a:lnTo>
                      <a:pt x="131670" y="423607"/>
                    </a:lnTo>
                    <a:cubicBezTo>
                      <a:pt x="153759" y="438122"/>
                      <a:pt x="178395" y="448333"/>
                      <a:pt x="204278" y="453710"/>
                    </a:cubicBezTo>
                    <a:lnTo>
                      <a:pt x="208071" y="494228"/>
                    </a:lnTo>
                    <a:lnTo>
                      <a:pt x="286338" y="494228"/>
                    </a:lnTo>
                    <a:lnTo>
                      <a:pt x="290191" y="453710"/>
                    </a:lnTo>
                    <a:cubicBezTo>
                      <a:pt x="316049" y="448327"/>
                      <a:pt x="340662" y="438110"/>
                      <a:pt x="362739" y="423607"/>
                    </a:cubicBezTo>
                    <a:lnTo>
                      <a:pt x="394046" y="449495"/>
                    </a:lnTo>
                    <a:lnTo>
                      <a:pt x="449555" y="393986"/>
                    </a:lnTo>
                    <a:lnTo>
                      <a:pt x="423667" y="362739"/>
                    </a:lnTo>
                    <a:cubicBezTo>
                      <a:pt x="438213" y="340662"/>
                      <a:pt x="448430" y="316025"/>
                      <a:pt x="453770" y="290131"/>
                    </a:cubicBezTo>
                    <a:lnTo>
                      <a:pt x="494348" y="286338"/>
                    </a:lnTo>
                    <a:lnTo>
                      <a:pt x="494348" y="208071"/>
                    </a:lnTo>
                    <a:lnTo>
                      <a:pt x="453770" y="204218"/>
                    </a:lnTo>
                    <a:cubicBezTo>
                      <a:pt x="448418" y="178347"/>
                      <a:pt x="438201" y="153729"/>
                      <a:pt x="423667" y="131670"/>
                    </a:cubicBezTo>
                    <a:lnTo>
                      <a:pt x="449555" y="100363"/>
                    </a:lnTo>
                    <a:lnTo>
                      <a:pt x="394106" y="44793"/>
                    </a:lnTo>
                    <a:lnTo>
                      <a:pt x="362799" y="70681"/>
                    </a:lnTo>
                    <a:cubicBezTo>
                      <a:pt x="340740" y="56148"/>
                      <a:pt x="316122" y="45931"/>
                      <a:pt x="290251" y="40579"/>
                    </a:cubicBezTo>
                    <a:lnTo>
                      <a:pt x="286398" y="0"/>
                    </a:lnTo>
                    <a:lnTo>
                      <a:pt x="208131" y="0"/>
                    </a:lnTo>
                    <a:lnTo>
                      <a:pt x="204338" y="40579"/>
                    </a:lnTo>
                    <a:cubicBezTo>
                      <a:pt x="178443" y="45919"/>
                      <a:pt x="153807" y="56136"/>
                      <a:pt x="131730" y="70681"/>
                    </a:cubicBezTo>
                    <a:lnTo>
                      <a:pt x="100483" y="44793"/>
                    </a:lnTo>
                    <a:lnTo>
                      <a:pt x="44913" y="100303"/>
                    </a:lnTo>
                    <a:close/>
                    <a:moveTo>
                      <a:pt x="320715" y="173754"/>
                    </a:moveTo>
                    <a:cubicBezTo>
                      <a:pt x="361342" y="214386"/>
                      <a:pt x="361336" y="280257"/>
                      <a:pt x="320703" y="320884"/>
                    </a:cubicBezTo>
                    <a:cubicBezTo>
                      <a:pt x="280071" y="361505"/>
                      <a:pt x="214200" y="361499"/>
                      <a:pt x="173573" y="320866"/>
                    </a:cubicBezTo>
                    <a:cubicBezTo>
                      <a:pt x="132952" y="280239"/>
                      <a:pt x="132952" y="214380"/>
                      <a:pt x="173573" y="173754"/>
                    </a:cubicBezTo>
                    <a:cubicBezTo>
                      <a:pt x="214182" y="133103"/>
                      <a:pt x="280053" y="133072"/>
                      <a:pt x="320703" y="173681"/>
                    </a:cubicBezTo>
                    <a:cubicBezTo>
                      <a:pt x="320703" y="173681"/>
                      <a:pt x="320709" y="173687"/>
                      <a:pt x="320715" y="173693"/>
                    </a:cubicBezTo>
                    <a:close/>
                  </a:path>
                </a:pathLst>
              </a:custGeom>
              <a:solidFill>
                <a:srgbClr val="F0F0F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4" name="子陵职场PPT10-7"/>
              <p:cNvSpPr/>
              <p:nvPr/>
            </p:nvSpPr>
            <p:spPr>
              <a:xfrm>
                <a:off x="8988235" y="744074"/>
                <a:ext cx="801577" cy="801637"/>
              </a:xfrm>
              <a:custGeom>
                <a:avLst/>
                <a:gdLst>
                  <a:gd name="connsiteX0" fmla="*/ 114391 w 801577"/>
                  <a:gd name="connsiteY0" fmla="*/ 213128 h 801637"/>
                  <a:gd name="connsiteX1" fmla="*/ 65745 w 801577"/>
                  <a:gd name="connsiteY1" fmla="*/ 330890 h 801637"/>
                  <a:gd name="connsiteX2" fmla="*/ 0 w 801577"/>
                  <a:gd name="connsiteY2" fmla="*/ 336911 h 801637"/>
                  <a:gd name="connsiteX3" fmla="*/ 0 w 801577"/>
                  <a:gd name="connsiteY3" fmla="*/ 464306 h 801637"/>
                  <a:gd name="connsiteX4" fmla="*/ 65805 w 801577"/>
                  <a:gd name="connsiteY4" fmla="*/ 470326 h 801637"/>
                  <a:gd name="connsiteX5" fmla="*/ 114391 w 801577"/>
                  <a:gd name="connsiteY5" fmla="*/ 588450 h 801637"/>
                  <a:gd name="connsiteX6" fmla="*/ 72247 w 801577"/>
                  <a:gd name="connsiteY6" fmla="*/ 639203 h 801637"/>
                  <a:gd name="connsiteX7" fmla="*/ 162555 w 801577"/>
                  <a:gd name="connsiteY7" fmla="*/ 729512 h 801637"/>
                  <a:gd name="connsiteX8" fmla="*/ 213308 w 801577"/>
                  <a:gd name="connsiteY8" fmla="*/ 687368 h 801637"/>
                  <a:gd name="connsiteX9" fmla="*/ 331131 w 801577"/>
                  <a:gd name="connsiteY9" fmla="*/ 735893 h 801637"/>
                  <a:gd name="connsiteX10" fmla="*/ 337151 w 801577"/>
                  <a:gd name="connsiteY10" fmla="*/ 801638 h 801637"/>
                  <a:gd name="connsiteX11" fmla="*/ 464547 w 801577"/>
                  <a:gd name="connsiteY11" fmla="*/ 801638 h 801637"/>
                  <a:gd name="connsiteX12" fmla="*/ 470567 w 801577"/>
                  <a:gd name="connsiteY12" fmla="*/ 735893 h 801637"/>
                  <a:gd name="connsiteX13" fmla="*/ 588329 w 801577"/>
                  <a:gd name="connsiteY13" fmla="*/ 687247 h 801637"/>
                  <a:gd name="connsiteX14" fmla="*/ 639083 w 801577"/>
                  <a:gd name="connsiteY14" fmla="*/ 729391 h 801637"/>
                  <a:gd name="connsiteX15" fmla="*/ 729391 w 801577"/>
                  <a:gd name="connsiteY15" fmla="*/ 639083 h 801637"/>
                  <a:gd name="connsiteX16" fmla="*/ 687247 w 801577"/>
                  <a:gd name="connsiteY16" fmla="*/ 588329 h 801637"/>
                  <a:gd name="connsiteX17" fmla="*/ 735833 w 801577"/>
                  <a:gd name="connsiteY17" fmla="*/ 470567 h 801637"/>
                  <a:gd name="connsiteX18" fmla="*/ 801578 w 801577"/>
                  <a:gd name="connsiteY18" fmla="*/ 464547 h 801637"/>
                  <a:gd name="connsiteX19" fmla="*/ 801578 w 801577"/>
                  <a:gd name="connsiteY19" fmla="*/ 337091 h 801637"/>
                  <a:gd name="connsiteX20" fmla="*/ 735833 w 801577"/>
                  <a:gd name="connsiteY20" fmla="*/ 331071 h 801637"/>
                  <a:gd name="connsiteX21" fmla="*/ 687187 w 801577"/>
                  <a:gd name="connsiteY21" fmla="*/ 213309 h 801637"/>
                  <a:gd name="connsiteX22" fmla="*/ 729331 w 801577"/>
                  <a:gd name="connsiteY22" fmla="*/ 162555 h 801637"/>
                  <a:gd name="connsiteX23" fmla="*/ 639022 w 801577"/>
                  <a:gd name="connsiteY23" fmla="*/ 72247 h 801637"/>
                  <a:gd name="connsiteX24" fmla="*/ 588269 w 801577"/>
                  <a:gd name="connsiteY24" fmla="*/ 114391 h 801637"/>
                  <a:gd name="connsiteX25" fmla="*/ 470507 w 801577"/>
                  <a:gd name="connsiteY25" fmla="*/ 65745 h 801637"/>
                  <a:gd name="connsiteX26" fmla="*/ 464486 w 801577"/>
                  <a:gd name="connsiteY26" fmla="*/ 0 h 801637"/>
                  <a:gd name="connsiteX27" fmla="*/ 337151 w 801577"/>
                  <a:gd name="connsiteY27" fmla="*/ 0 h 801637"/>
                  <a:gd name="connsiteX28" fmla="*/ 331131 w 801577"/>
                  <a:gd name="connsiteY28" fmla="*/ 65745 h 801637"/>
                  <a:gd name="connsiteX29" fmla="*/ 213369 w 801577"/>
                  <a:gd name="connsiteY29" fmla="*/ 114391 h 801637"/>
                  <a:gd name="connsiteX30" fmla="*/ 162615 w 801577"/>
                  <a:gd name="connsiteY30" fmla="*/ 72247 h 801637"/>
                  <a:gd name="connsiteX31" fmla="*/ 72307 w 801577"/>
                  <a:gd name="connsiteY31" fmla="*/ 162555 h 801637"/>
                  <a:gd name="connsiteX32" fmla="*/ 520237 w 801577"/>
                  <a:gd name="connsiteY32" fmla="*/ 281401 h 801637"/>
                  <a:gd name="connsiteX33" fmla="*/ 519864 w 801577"/>
                  <a:gd name="connsiteY33" fmla="*/ 519803 h 801637"/>
                  <a:gd name="connsiteX34" fmla="*/ 281461 w 801577"/>
                  <a:gd name="connsiteY34" fmla="*/ 519430 h 801637"/>
                  <a:gd name="connsiteX35" fmla="*/ 281461 w 801577"/>
                  <a:gd name="connsiteY35" fmla="*/ 281401 h 801637"/>
                  <a:gd name="connsiteX36" fmla="*/ 519864 w 801577"/>
                  <a:gd name="connsiteY36" fmla="*/ 280968 h 801637"/>
                  <a:gd name="connsiteX37" fmla="*/ 520297 w 801577"/>
                  <a:gd name="connsiteY37" fmla="*/ 281401 h 801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01577" h="801637">
                    <a:moveTo>
                      <a:pt x="114391" y="213128"/>
                    </a:moveTo>
                    <a:cubicBezTo>
                      <a:pt x="90898" y="248967"/>
                      <a:pt x="74396" y="288921"/>
                      <a:pt x="65745" y="330890"/>
                    </a:cubicBezTo>
                    <a:lnTo>
                      <a:pt x="0" y="336911"/>
                    </a:lnTo>
                    <a:lnTo>
                      <a:pt x="0" y="464306"/>
                    </a:lnTo>
                    <a:lnTo>
                      <a:pt x="65805" y="470326"/>
                    </a:lnTo>
                    <a:cubicBezTo>
                      <a:pt x="74366" y="512422"/>
                      <a:pt x="90856" y="552513"/>
                      <a:pt x="114391" y="588450"/>
                    </a:cubicBezTo>
                    <a:lnTo>
                      <a:pt x="72247" y="639203"/>
                    </a:lnTo>
                    <a:lnTo>
                      <a:pt x="162555" y="729512"/>
                    </a:lnTo>
                    <a:lnTo>
                      <a:pt x="213308" y="687368"/>
                    </a:lnTo>
                    <a:cubicBezTo>
                      <a:pt x="249185" y="710800"/>
                      <a:pt x="289156" y="727266"/>
                      <a:pt x="331131" y="735893"/>
                    </a:cubicBezTo>
                    <a:lnTo>
                      <a:pt x="337151" y="801638"/>
                    </a:lnTo>
                    <a:lnTo>
                      <a:pt x="464547" y="801638"/>
                    </a:lnTo>
                    <a:lnTo>
                      <a:pt x="470567" y="735893"/>
                    </a:lnTo>
                    <a:cubicBezTo>
                      <a:pt x="512536" y="727242"/>
                      <a:pt x="552489" y="710733"/>
                      <a:pt x="588329" y="687247"/>
                    </a:cubicBezTo>
                    <a:lnTo>
                      <a:pt x="639083" y="729391"/>
                    </a:lnTo>
                    <a:lnTo>
                      <a:pt x="729391" y="639083"/>
                    </a:lnTo>
                    <a:lnTo>
                      <a:pt x="687247" y="588329"/>
                    </a:lnTo>
                    <a:cubicBezTo>
                      <a:pt x="710691" y="552477"/>
                      <a:pt x="727176" y="512524"/>
                      <a:pt x="735833" y="470567"/>
                    </a:cubicBezTo>
                    <a:lnTo>
                      <a:pt x="801578" y="464547"/>
                    </a:lnTo>
                    <a:lnTo>
                      <a:pt x="801578" y="337091"/>
                    </a:lnTo>
                    <a:lnTo>
                      <a:pt x="735833" y="331071"/>
                    </a:lnTo>
                    <a:cubicBezTo>
                      <a:pt x="727158" y="289107"/>
                      <a:pt x="710655" y="249159"/>
                      <a:pt x="687187" y="213309"/>
                    </a:cubicBezTo>
                    <a:lnTo>
                      <a:pt x="729331" y="162555"/>
                    </a:lnTo>
                    <a:lnTo>
                      <a:pt x="639022" y="72247"/>
                    </a:lnTo>
                    <a:lnTo>
                      <a:pt x="588269" y="114391"/>
                    </a:lnTo>
                    <a:cubicBezTo>
                      <a:pt x="552429" y="90901"/>
                      <a:pt x="512476" y="74397"/>
                      <a:pt x="470507" y="65745"/>
                    </a:cubicBezTo>
                    <a:lnTo>
                      <a:pt x="464486" y="0"/>
                    </a:lnTo>
                    <a:lnTo>
                      <a:pt x="337151" y="0"/>
                    </a:lnTo>
                    <a:lnTo>
                      <a:pt x="331131" y="65745"/>
                    </a:lnTo>
                    <a:cubicBezTo>
                      <a:pt x="289168" y="74418"/>
                      <a:pt x="249221" y="90922"/>
                      <a:pt x="213369" y="114391"/>
                    </a:cubicBezTo>
                    <a:lnTo>
                      <a:pt x="162615" y="72247"/>
                    </a:lnTo>
                    <a:lnTo>
                      <a:pt x="72307" y="162555"/>
                    </a:lnTo>
                    <a:close/>
                    <a:moveTo>
                      <a:pt x="520237" y="281401"/>
                    </a:moveTo>
                    <a:cubicBezTo>
                      <a:pt x="585969" y="347338"/>
                      <a:pt x="585801" y="454071"/>
                      <a:pt x="519864" y="519803"/>
                    </a:cubicBezTo>
                    <a:cubicBezTo>
                      <a:pt x="453926" y="585530"/>
                      <a:pt x="347194" y="585367"/>
                      <a:pt x="281461" y="519430"/>
                    </a:cubicBezTo>
                    <a:cubicBezTo>
                      <a:pt x="215879" y="453637"/>
                      <a:pt x="215879" y="347194"/>
                      <a:pt x="281461" y="281401"/>
                    </a:cubicBezTo>
                    <a:cubicBezTo>
                      <a:pt x="347176" y="215448"/>
                      <a:pt x="453908" y="215254"/>
                      <a:pt x="519864" y="280968"/>
                    </a:cubicBezTo>
                    <a:cubicBezTo>
                      <a:pt x="520008" y="281112"/>
                      <a:pt x="520152" y="281257"/>
                      <a:pt x="520297" y="281401"/>
                    </a:cubicBezTo>
                    <a:close/>
                  </a:path>
                </a:pathLst>
              </a:custGeom>
              <a:solidFill>
                <a:srgbClr val="F5F5F5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5" name="子陵职场PPT10-8"/>
              <p:cNvSpPr/>
              <p:nvPr/>
            </p:nvSpPr>
            <p:spPr>
              <a:xfrm>
                <a:off x="9931296" y="1221444"/>
                <a:ext cx="591520" cy="591460"/>
              </a:xfrm>
              <a:custGeom>
                <a:avLst/>
                <a:gdLst>
                  <a:gd name="connsiteX0" fmla="*/ 84649 w 591520"/>
                  <a:gd name="connsiteY0" fmla="*/ 157257 h 591460"/>
                  <a:gd name="connsiteX1" fmla="*/ 48526 w 591520"/>
                  <a:gd name="connsiteY1" fmla="*/ 244194 h 591460"/>
                  <a:gd name="connsiteX2" fmla="*/ 0 w 591520"/>
                  <a:gd name="connsiteY2" fmla="*/ 248770 h 591460"/>
                  <a:gd name="connsiteX3" fmla="*/ 0 w 591520"/>
                  <a:gd name="connsiteY3" fmla="*/ 342751 h 591460"/>
                  <a:gd name="connsiteX4" fmla="*/ 48526 w 591520"/>
                  <a:gd name="connsiteY4" fmla="*/ 347326 h 591460"/>
                  <a:gd name="connsiteX5" fmla="*/ 84649 w 591520"/>
                  <a:gd name="connsiteY5" fmla="*/ 434203 h 591460"/>
                  <a:gd name="connsiteX6" fmla="*/ 53643 w 591520"/>
                  <a:gd name="connsiteY6" fmla="*/ 471651 h 591460"/>
                  <a:gd name="connsiteX7" fmla="*/ 119869 w 591520"/>
                  <a:gd name="connsiteY7" fmla="*/ 537877 h 591460"/>
                  <a:gd name="connsiteX8" fmla="*/ 157317 w 591520"/>
                  <a:gd name="connsiteY8" fmla="*/ 506871 h 591460"/>
                  <a:gd name="connsiteX9" fmla="*/ 244194 w 591520"/>
                  <a:gd name="connsiteY9" fmla="*/ 542995 h 591460"/>
                  <a:gd name="connsiteX10" fmla="*/ 249010 w 591520"/>
                  <a:gd name="connsiteY10" fmla="*/ 591460 h 591460"/>
                  <a:gd name="connsiteX11" fmla="*/ 342991 w 591520"/>
                  <a:gd name="connsiteY11" fmla="*/ 591460 h 591460"/>
                  <a:gd name="connsiteX12" fmla="*/ 347567 w 591520"/>
                  <a:gd name="connsiteY12" fmla="*/ 542934 h 591460"/>
                  <a:gd name="connsiteX13" fmla="*/ 434504 w 591520"/>
                  <a:gd name="connsiteY13" fmla="*/ 506811 h 591460"/>
                  <a:gd name="connsiteX14" fmla="*/ 471952 w 591520"/>
                  <a:gd name="connsiteY14" fmla="*/ 537817 h 591460"/>
                  <a:gd name="connsiteX15" fmla="*/ 538178 w 591520"/>
                  <a:gd name="connsiteY15" fmla="*/ 471591 h 591460"/>
                  <a:gd name="connsiteX16" fmla="*/ 507172 w 591520"/>
                  <a:gd name="connsiteY16" fmla="*/ 434143 h 591460"/>
                  <a:gd name="connsiteX17" fmla="*/ 542994 w 591520"/>
                  <a:gd name="connsiteY17" fmla="*/ 347266 h 591460"/>
                  <a:gd name="connsiteX18" fmla="*/ 591520 w 591520"/>
                  <a:gd name="connsiteY18" fmla="*/ 342690 h 591460"/>
                  <a:gd name="connsiteX19" fmla="*/ 591520 w 591520"/>
                  <a:gd name="connsiteY19" fmla="*/ 248770 h 591460"/>
                  <a:gd name="connsiteX20" fmla="*/ 542994 w 591520"/>
                  <a:gd name="connsiteY20" fmla="*/ 244194 h 591460"/>
                  <a:gd name="connsiteX21" fmla="*/ 506871 w 591520"/>
                  <a:gd name="connsiteY21" fmla="*/ 157257 h 591460"/>
                  <a:gd name="connsiteX22" fmla="*/ 537877 w 591520"/>
                  <a:gd name="connsiteY22" fmla="*/ 119869 h 591460"/>
                  <a:gd name="connsiteX23" fmla="*/ 471651 w 591520"/>
                  <a:gd name="connsiteY23" fmla="*/ 53643 h 591460"/>
                  <a:gd name="connsiteX24" fmla="*/ 434203 w 591520"/>
                  <a:gd name="connsiteY24" fmla="*/ 84649 h 591460"/>
                  <a:gd name="connsiteX25" fmla="*/ 347266 w 591520"/>
                  <a:gd name="connsiteY25" fmla="*/ 48526 h 591460"/>
                  <a:gd name="connsiteX26" fmla="*/ 342690 w 591520"/>
                  <a:gd name="connsiteY26" fmla="*/ 0 h 591460"/>
                  <a:gd name="connsiteX27" fmla="*/ 249010 w 591520"/>
                  <a:gd name="connsiteY27" fmla="*/ 0 h 591460"/>
                  <a:gd name="connsiteX28" fmla="*/ 244435 w 591520"/>
                  <a:gd name="connsiteY28" fmla="*/ 48526 h 591460"/>
                  <a:gd name="connsiteX29" fmla="*/ 157558 w 591520"/>
                  <a:gd name="connsiteY29" fmla="*/ 84649 h 591460"/>
                  <a:gd name="connsiteX30" fmla="*/ 120110 w 591520"/>
                  <a:gd name="connsiteY30" fmla="*/ 53703 h 591460"/>
                  <a:gd name="connsiteX31" fmla="*/ 53884 w 591520"/>
                  <a:gd name="connsiteY31" fmla="*/ 119930 h 591460"/>
                  <a:gd name="connsiteX32" fmla="*/ 384112 w 591520"/>
                  <a:gd name="connsiteY32" fmla="*/ 207649 h 591460"/>
                  <a:gd name="connsiteX33" fmla="*/ 384112 w 591520"/>
                  <a:gd name="connsiteY33" fmla="*/ 383811 h 591460"/>
                  <a:gd name="connsiteX34" fmla="*/ 207950 w 591520"/>
                  <a:gd name="connsiteY34" fmla="*/ 383811 h 591460"/>
                  <a:gd name="connsiteX35" fmla="*/ 207950 w 591520"/>
                  <a:gd name="connsiteY35" fmla="*/ 207649 h 591460"/>
                  <a:gd name="connsiteX36" fmla="*/ 384112 w 591520"/>
                  <a:gd name="connsiteY36" fmla="*/ 207649 h 591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591520" h="591460">
                    <a:moveTo>
                      <a:pt x="84649" y="157257"/>
                    </a:moveTo>
                    <a:cubicBezTo>
                      <a:pt x="67250" y="183705"/>
                      <a:pt x="54992" y="213200"/>
                      <a:pt x="48526" y="244194"/>
                    </a:cubicBezTo>
                    <a:lnTo>
                      <a:pt x="0" y="248770"/>
                    </a:lnTo>
                    <a:lnTo>
                      <a:pt x="0" y="342751"/>
                    </a:lnTo>
                    <a:lnTo>
                      <a:pt x="48526" y="347326"/>
                    </a:lnTo>
                    <a:cubicBezTo>
                      <a:pt x="54980" y="378302"/>
                      <a:pt x="67238" y="407779"/>
                      <a:pt x="84649" y="434203"/>
                    </a:cubicBezTo>
                    <a:lnTo>
                      <a:pt x="53643" y="471651"/>
                    </a:lnTo>
                    <a:lnTo>
                      <a:pt x="119869" y="537877"/>
                    </a:lnTo>
                    <a:lnTo>
                      <a:pt x="157317" y="506871"/>
                    </a:lnTo>
                    <a:cubicBezTo>
                      <a:pt x="183729" y="524295"/>
                      <a:pt x="213212" y="536553"/>
                      <a:pt x="244194" y="542995"/>
                    </a:cubicBezTo>
                    <a:lnTo>
                      <a:pt x="249010" y="591460"/>
                    </a:lnTo>
                    <a:lnTo>
                      <a:pt x="342991" y="591460"/>
                    </a:lnTo>
                    <a:lnTo>
                      <a:pt x="347567" y="542934"/>
                    </a:lnTo>
                    <a:cubicBezTo>
                      <a:pt x="378567" y="536498"/>
                      <a:pt x="408068" y="524241"/>
                      <a:pt x="434504" y="506811"/>
                    </a:cubicBezTo>
                    <a:lnTo>
                      <a:pt x="471952" y="537817"/>
                    </a:lnTo>
                    <a:lnTo>
                      <a:pt x="538178" y="471591"/>
                    </a:lnTo>
                    <a:lnTo>
                      <a:pt x="507172" y="434143"/>
                    </a:lnTo>
                    <a:cubicBezTo>
                      <a:pt x="524481" y="407700"/>
                      <a:pt x="536631" y="378224"/>
                      <a:pt x="542994" y="347266"/>
                    </a:cubicBezTo>
                    <a:lnTo>
                      <a:pt x="591520" y="342690"/>
                    </a:lnTo>
                    <a:lnTo>
                      <a:pt x="591520" y="248770"/>
                    </a:lnTo>
                    <a:lnTo>
                      <a:pt x="542994" y="244194"/>
                    </a:lnTo>
                    <a:cubicBezTo>
                      <a:pt x="536504" y="213212"/>
                      <a:pt x="524246" y="183717"/>
                      <a:pt x="506871" y="157257"/>
                    </a:cubicBezTo>
                    <a:lnTo>
                      <a:pt x="537877" y="119869"/>
                    </a:lnTo>
                    <a:lnTo>
                      <a:pt x="471651" y="53643"/>
                    </a:lnTo>
                    <a:lnTo>
                      <a:pt x="434203" y="84649"/>
                    </a:lnTo>
                    <a:cubicBezTo>
                      <a:pt x="407766" y="67220"/>
                      <a:pt x="378266" y="54962"/>
                      <a:pt x="347266" y="48526"/>
                    </a:cubicBezTo>
                    <a:lnTo>
                      <a:pt x="342690" y="0"/>
                    </a:lnTo>
                    <a:lnTo>
                      <a:pt x="249010" y="0"/>
                    </a:lnTo>
                    <a:lnTo>
                      <a:pt x="244435" y="48526"/>
                    </a:lnTo>
                    <a:cubicBezTo>
                      <a:pt x="213459" y="54992"/>
                      <a:pt x="183982" y="67244"/>
                      <a:pt x="157558" y="84649"/>
                    </a:cubicBezTo>
                    <a:lnTo>
                      <a:pt x="120110" y="53703"/>
                    </a:lnTo>
                    <a:lnTo>
                      <a:pt x="53884" y="119930"/>
                    </a:lnTo>
                    <a:close/>
                    <a:moveTo>
                      <a:pt x="384112" y="207649"/>
                    </a:moveTo>
                    <a:cubicBezTo>
                      <a:pt x="432758" y="256295"/>
                      <a:pt x="432758" y="335165"/>
                      <a:pt x="384112" y="383811"/>
                    </a:cubicBezTo>
                    <a:cubicBezTo>
                      <a:pt x="335466" y="432457"/>
                      <a:pt x="256596" y="432457"/>
                      <a:pt x="207950" y="383811"/>
                    </a:cubicBezTo>
                    <a:cubicBezTo>
                      <a:pt x="159304" y="335165"/>
                      <a:pt x="159304" y="256295"/>
                      <a:pt x="207950" y="207649"/>
                    </a:cubicBezTo>
                    <a:cubicBezTo>
                      <a:pt x="256596" y="159003"/>
                      <a:pt x="335466" y="159003"/>
                      <a:pt x="384112" y="207649"/>
                    </a:cubicBezTo>
                    <a:close/>
                  </a:path>
                </a:pathLst>
              </a:custGeom>
              <a:solidFill>
                <a:srgbClr val="F0F0F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6" name="子陵职场PPT10-9"/>
              <p:cNvSpPr/>
              <p:nvPr/>
            </p:nvSpPr>
            <p:spPr>
              <a:xfrm>
                <a:off x="8832544" y="1789785"/>
                <a:ext cx="300185" cy="299703"/>
              </a:xfrm>
              <a:custGeom>
                <a:avLst/>
                <a:gdLst>
                  <a:gd name="connsiteX0" fmla="*/ 42686 w 300185"/>
                  <a:gd name="connsiteY0" fmla="*/ 79652 h 299703"/>
                  <a:gd name="connsiteX1" fmla="*/ 24624 w 300185"/>
                  <a:gd name="connsiteY1" fmla="*/ 123783 h 299703"/>
                  <a:gd name="connsiteX2" fmla="*/ 0 w 300185"/>
                  <a:gd name="connsiteY2" fmla="*/ 126071 h 299703"/>
                  <a:gd name="connsiteX3" fmla="*/ 0 w 300185"/>
                  <a:gd name="connsiteY3" fmla="*/ 173633 h 299703"/>
                  <a:gd name="connsiteX4" fmla="*/ 24624 w 300185"/>
                  <a:gd name="connsiteY4" fmla="*/ 175981 h 299703"/>
                  <a:gd name="connsiteX5" fmla="*/ 42686 w 300185"/>
                  <a:gd name="connsiteY5" fmla="*/ 220051 h 299703"/>
                  <a:gd name="connsiteX6" fmla="*/ 26972 w 300185"/>
                  <a:gd name="connsiteY6" fmla="*/ 239016 h 299703"/>
                  <a:gd name="connsiteX7" fmla="*/ 60687 w 300185"/>
                  <a:gd name="connsiteY7" fmla="*/ 272731 h 299703"/>
                  <a:gd name="connsiteX8" fmla="*/ 79712 w 300185"/>
                  <a:gd name="connsiteY8" fmla="*/ 257018 h 299703"/>
                  <a:gd name="connsiteX9" fmla="*/ 123783 w 300185"/>
                  <a:gd name="connsiteY9" fmla="*/ 275080 h 299703"/>
                  <a:gd name="connsiteX10" fmla="*/ 126071 w 300185"/>
                  <a:gd name="connsiteY10" fmla="*/ 299704 h 299703"/>
                  <a:gd name="connsiteX11" fmla="*/ 173753 w 300185"/>
                  <a:gd name="connsiteY11" fmla="*/ 299704 h 299703"/>
                  <a:gd name="connsiteX12" fmla="*/ 176101 w 300185"/>
                  <a:gd name="connsiteY12" fmla="*/ 275080 h 299703"/>
                  <a:gd name="connsiteX13" fmla="*/ 220172 w 300185"/>
                  <a:gd name="connsiteY13" fmla="*/ 257018 h 299703"/>
                  <a:gd name="connsiteX14" fmla="*/ 239137 w 300185"/>
                  <a:gd name="connsiteY14" fmla="*/ 272731 h 299703"/>
                  <a:gd name="connsiteX15" fmla="*/ 272852 w 300185"/>
                  <a:gd name="connsiteY15" fmla="*/ 239016 h 299703"/>
                  <a:gd name="connsiteX16" fmla="*/ 257138 w 300185"/>
                  <a:gd name="connsiteY16" fmla="*/ 220051 h 299703"/>
                  <a:gd name="connsiteX17" fmla="*/ 275200 w 300185"/>
                  <a:gd name="connsiteY17" fmla="*/ 175981 h 299703"/>
                  <a:gd name="connsiteX18" fmla="*/ 300185 w 300185"/>
                  <a:gd name="connsiteY18" fmla="*/ 173633 h 299703"/>
                  <a:gd name="connsiteX19" fmla="*/ 300185 w 300185"/>
                  <a:gd name="connsiteY19" fmla="*/ 126071 h 299703"/>
                  <a:gd name="connsiteX20" fmla="*/ 275561 w 300185"/>
                  <a:gd name="connsiteY20" fmla="*/ 123783 h 299703"/>
                  <a:gd name="connsiteX21" fmla="*/ 257499 w 300185"/>
                  <a:gd name="connsiteY21" fmla="*/ 79652 h 299703"/>
                  <a:gd name="connsiteX22" fmla="*/ 273213 w 300185"/>
                  <a:gd name="connsiteY22" fmla="*/ 60687 h 299703"/>
                  <a:gd name="connsiteX23" fmla="*/ 239498 w 300185"/>
                  <a:gd name="connsiteY23" fmla="*/ 26972 h 299703"/>
                  <a:gd name="connsiteX24" fmla="*/ 220533 w 300185"/>
                  <a:gd name="connsiteY24" fmla="*/ 42686 h 299703"/>
                  <a:gd name="connsiteX25" fmla="*/ 176463 w 300185"/>
                  <a:gd name="connsiteY25" fmla="*/ 24624 h 299703"/>
                  <a:gd name="connsiteX26" fmla="*/ 174115 w 300185"/>
                  <a:gd name="connsiteY26" fmla="*/ 0 h 299703"/>
                  <a:gd name="connsiteX27" fmla="*/ 126432 w 300185"/>
                  <a:gd name="connsiteY27" fmla="*/ 0 h 299703"/>
                  <a:gd name="connsiteX28" fmla="*/ 124144 w 300185"/>
                  <a:gd name="connsiteY28" fmla="*/ 24624 h 299703"/>
                  <a:gd name="connsiteX29" fmla="*/ 80073 w 300185"/>
                  <a:gd name="connsiteY29" fmla="*/ 42686 h 299703"/>
                  <a:gd name="connsiteX30" fmla="*/ 61048 w 300185"/>
                  <a:gd name="connsiteY30" fmla="*/ 26972 h 299703"/>
                  <a:gd name="connsiteX31" fmla="*/ 27333 w 300185"/>
                  <a:gd name="connsiteY31" fmla="*/ 60687 h 299703"/>
                  <a:gd name="connsiteX32" fmla="*/ 194585 w 300185"/>
                  <a:gd name="connsiteY32" fmla="*/ 105239 h 299703"/>
                  <a:gd name="connsiteX33" fmla="*/ 194554 w 300185"/>
                  <a:gd name="connsiteY33" fmla="*/ 194554 h 299703"/>
                  <a:gd name="connsiteX34" fmla="*/ 105239 w 300185"/>
                  <a:gd name="connsiteY34" fmla="*/ 194524 h 299703"/>
                  <a:gd name="connsiteX35" fmla="*/ 105239 w 300185"/>
                  <a:gd name="connsiteY35" fmla="*/ 105239 h 299703"/>
                  <a:gd name="connsiteX36" fmla="*/ 194554 w 300185"/>
                  <a:gd name="connsiteY36" fmla="*/ 105209 h 299703"/>
                  <a:gd name="connsiteX37" fmla="*/ 194585 w 300185"/>
                  <a:gd name="connsiteY37" fmla="*/ 105239 h 299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300185" h="299703">
                    <a:moveTo>
                      <a:pt x="42686" y="79652"/>
                    </a:moveTo>
                    <a:cubicBezTo>
                      <a:pt x="33983" y="93114"/>
                      <a:pt x="27858" y="108081"/>
                      <a:pt x="24624" y="123783"/>
                    </a:cubicBezTo>
                    <a:lnTo>
                      <a:pt x="0" y="126071"/>
                    </a:lnTo>
                    <a:lnTo>
                      <a:pt x="0" y="173633"/>
                    </a:lnTo>
                    <a:lnTo>
                      <a:pt x="24624" y="175981"/>
                    </a:lnTo>
                    <a:cubicBezTo>
                      <a:pt x="27843" y="191671"/>
                      <a:pt x="33969" y="206620"/>
                      <a:pt x="42686" y="220051"/>
                    </a:cubicBezTo>
                    <a:lnTo>
                      <a:pt x="26972" y="239016"/>
                    </a:lnTo>
                    <a:lnTo>
                      <a:pt x="60687" y="272731"/>
                    </a:lnTo>
                    <a:lnTo>
                      <a:pt x="79712" y="257018"/>
                    </a:lnTo>
                    <a:cubicBezTo>
                      <a:pt x="93126" y="265778"/>
                      <a:pt x="108081" y="271907"/>
                      <a:pt x="123783" y="275080"/>
                    </a:cubicBezTo>
                    <a:lnTo>
                      <a:pt x="126071" y="299704"/>
                    </a:lnTo>
                    <a:lnTo>
                      <a:pt x="173753" y="299704"/>
                    </a:lnTo>
                    <a:lnTo>
                      <a:pt x="176101" y="275080"/>
                    </a:lnTo>
                    <a:cubicBezTo>
                      <a:pt x="191797" y="271889"/>
                      <a:pt x="206752" y="265760"/>
                      <a:pt x="220172" y="257018"/>
                    </a:cubicBezTo>
                    <a:lnTo>
                      <a:pt x="239137" y="272731"/>
                    </a:lnTo>
                    <a:lnTo>
                      <a:pt x="272852" y="239016"/>
                    </a:lnTo>
                    <a:lnTo>
                      <a:pt x="257138" y="220051"/>
                    </a:lnTo>
                    <a:cubicBezTo>
                      <a:pt x="265880" y="206632"/>
                      <a:pt x="272009" y="191677"/>
                      <a:pt x="275200" y="175981"/>
                    </a:cubicBezTo>
                    <a:lnTo>
                      <a:pt x="300185" y="173633"/>
                    </a:lnTo>
                    <a:lnTo>
                      <a:pt x="300185" y="126071"/>
                    </a:lnTo>
                    <a:lnTo>
                      <a:pt x="275561" y="123783"/>
                    </a:lnTo>
                    <a:cubicBezTo>
                      <a:pt x="272382" y="108063"/>
                      <a:pt x="266253" y="93090"/>
                      <a:pt x="257499" y="79652"/>
                    </a:cubicBezTo>
                    <a:lnTo>
                      <a:pt x="273213" y="60687"/>
                    </a:lnTo>
                    <a:lnTo>
                      <a:pt x="239498" y="26972"/>
                    </a:lnTo>
                    <a:lnTo>
                      <a:pt x="220533" y="42686"/>
                    </a:lnTo>
                    <a:cubicBezTo>
                      <a:pt x="207113" y="33944"/>
                      <a:pt x="192158" y="27815"/>
                      <a:pt x="176463" y="24624"/>
                    </a:cubicBezTo>
                    <a:lnTo>
                      <a:pt x="174115" y="0"/>
                    </a:lnTo>
                    <a:lnTo>
                      <a:pt x="126432" y="0"/>
                    </a:lnTo>
                    <a:lnTo>
                      <a:pt x="124144" y="24624"/>
                    </a:lnTo>
                    <a:cubicBezTo>
                      <a:pt x="108442" y="27797"/>
                      <a:pt x="93487" y="33926"/>
                      <a:pt x="80073" y="42686"/>
                    </a:cubicBezTo>
                    <a:lnTo>
                      <a:pt x="61048" y="26972"/>
                    </a:lnTo>
                    <a:lnTo>
                      <a:pt x="27333" y="60687"/>
                    </a:lnTo>
                    <a:close/>
                    <a:moveTo>
                      <a:pt x="194585" y="105239"/>
                    </a:moveTo>
                    <a:cubicBezTo>
                      <a:pt x="219239" y="129912"/>
                      <a:pt x="219227" y="169900"/>
                      <a:pt x="194554" y="194554"/>
                    </a:cubicBezTo>
                    <a:cubicBezTo>
                      <a:pt x="169882" y="219209"/>
                      <a:pt x="129894" y="219197"/>
                      <a:pt x="105239" y="194524"/>
                    </a:cubicBezTo>
                    <a:cubicBezTo>
                      <a:pt x="80597" y="169864"/>
                      <a:pt x="80597" y="129900"/>
                      <a:pt x="105239" y="105239"/>
                    </a:cubicBezTo>
                    <a:cubicBezTo>
                      <a:pt x="129894" y="80567"/>
                      <a:pt x="169882" y="80555"/>
                      <a:pt x="194554" y="105209"/>
                    </a:cubicBezTo>
                    <a:cubicBezTo>
                      <a:pt x="194567" y="105221"/>
                      <a:pt x="194573" y="105227"/>
                      <a:pt x="194585" y="105239"/>
                    </a:cubicBez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7" name="子陵职场PPT10-10"/>
              <p:cNvSpPr/>
              <p:nvPr/>
            </p:nvSpPr>
            <p:spPr>
              <a:xfrm>
                <a:off x="10530161" y="1075746"/>
                <a:ext cx="299944" cy="299703"/>
              </a:xfrm>
              <a:custGeom>
                <a:avLst/>
                <a:gdLst>
                  <a:gd name="connsiteX0" fmla="*/ 42686 w 299944"/>
                  <a:gd name="connsiteY0" fmla="*/ 79592 h 299703"/>
                  <a:gd name="connsiteX1" fmla="*/ 24624 w 299944"/>
                  <a:gd name="connsiteY1" fmla="*/ 123662 h 299703"/>
                  <a:gd name="connsiteX2" fmla="*/ 0 w 299944"/>
                  <a:gd name="connsiteY2" fmla="*/ 126010 h 299703"/>
                  <a:gd name="connsiteX3" fmla="*/ 0 w 299944"/>
                  <a:gd name="connsiteY3" fmla="*/ 173633 h 299703"/>
                  <a:gd name="connsiteX4" fmla="*/ 24624 w 299944"/>
                  <a:gd name="connsiteY4" fmla="*/ 175981 h 299703"/>
                  <a:gd name="connsiteX5" fmla="*/ 42686 w 299944"/>
                  <a:gd name="connsiteY5" fmla="*/ 220052 h 299703"/>
                  <a:gd name="connsiteX6" fmla="*/ 26912 w 299944"/>
                  <a:gd name="connsiteY6" fmla="*/ 239077 h 299703"/>
                  <a:gd name="connsiteX7" fmla="*/ 60627 w 299944"/>
                  <a:gd name="connsiteY7" fmla="*/ 272792 h 299703"/>
                  <a:gd name="connsiteX8" fmla="*/ 79652 w 299944"/>
                  <a:gd name="connsiteY8" fmla="*/ 257018 h 299703"/>
                  <a:gd name="connsiteX9" fmla="*/ 123723 w 299944"/>
                  <a:gd name="connsiteY9" fmla="*/ 275080 h 299703"/>
                  <a:gd name="connsiteX10" fmla="*/ 126071 w 299944"/>
                  <a:gd name="connsiteY10" fmla="*/ 299704 h 299703"/>
                  <a:gd name="connsiteX11" fmla="*/ 173934 w 299944"/>
                  <a:gd name="connsiteY11" fmla="*/ 299704 h 299703"/>
                  <a:gd name="connsiteX12" fmla="*/ 176282 w 299944"/>
                  <a:gd name="connsiteY12" fmla="*/ 275140 h 299703"/>
                  <a:gd name="connsiteX13" fmla="*/ 220353 w 299944"/>
                  <a:gd name="connsiteY13" fmla="*/ 257078 h 299703"/>
                  <a:gd name="connsiteX14" fmla="*/ 239378 w 299944"/>
                  <a:gd name="connsiteY14" fmla="*/ 272852 h 299703"/>
                  <a:gd name="connsiteX15" fmla="*/ 273093 w 299944"/>
                  <a:gd name="connsiteY15" fmla="*/ 239137 h 299703"/>
                  <a:gd name="connsiteX16" fmla="*/ 257319 w 299944"/>
                  <a:gd name="connsiteY16" fmla="*/ 220112 h 299703"/>
                  <a:gd name="connsiteX17" fmla="*/ 275381 w 299944"/>
                  <a:gd name="connsiteY17" fmla="*/ 176041 h 299703"/>
                  <a:gd name="connsiteX18" fmla="*/ 299944 w 299944"/>
                  <a:gd name="connsiteY18" fmla="*/ 173693 h 299703"/>
                  <a:gd name="connsiteX19" fmla="*/ 299944 w 299944"/>
                  <a:gd name="connsiteY19" fmla="*/ 126071 h 299703"/>
                  <a:gd name="connsiteX20" fmla="*/ 275320 w 299944"/>
                  <a:gd name="connsiteY20" fmla="*/ 123723 h 299703"/>
                  <a:gd name="connsiteX21" fmla="*/ 257259 w 299944"/>
                  <a:gd name="connsiteY21" fmla="*/ 79652 h 299703"/>
                  <a:gd name="connsiteX22" fmla="*/ 273033 w 299944"/>
                  <a:gd name="connsiteY22" fmla="*/ 60627 h 299703"/>
                  <a:gd name="connsiteX23" fmla="*/ 239317 w 299944"/>
                  <a:gd name="connsiteY23" fmla="*/ 26912 h 299703"/>
                  <a:gd name="connsiteX24" fmla="*/ 220293 w 299944"/>
                  <a:gd name="connsiteY24" fmla="*/ 42686 h 299703"/>
                  <a:gd name="connsiteX25" fmla="*/ 176222 w 299944"/>
                  <a:gd name="connsiteY25" fmla="*/ 24624 h 299703"/>
                  <a:gd name="connsiteX26" fmla="*/ 173874 w 299944"/>
                  <a:gd name="connsiteY26" fmla="*/ 0 h 299703"/>
                  <a:gd name="connsiteX27" fmla="*/ 126251 w 299944"/>
                  <a:gd name="connsiteY27" fmla="*/ 0 h 299703"/>
                  <a:gd name="connsiteX28" fmla="*/ 123903 w 299944"/>
                  <a:gd name="connsiteY28" fmla="*/ 24624 h 299703"/>
                  <a:gd name="connsiteX29" fmla="*/ 79833 w 299944"/>
                  <a:gd name="connsiteY29" fmla="*/ 42686 h 299703"/>
                  <a:gd name="connsiteX30" fmla="*/ 60627 w 299944"/>
                  <a:gd name="connsiteY30" fmla="*/ 26731 h 299703"/>
                  <a:gd name="connsiteX31" fmla="*/ 26912 w 299944"/>
                  <a:gd name="connsiteY31" fmla="*/ 60446 h 299703"/>
                  <a:gd name="connsiteX32" fmla="*/ 194585 w 299944"/>
                  <a:gd name="connsiteY32" fmla="*/ 104999 h 299703"/>
                  <a:gd name="connsiteX33" fmla="*/ 194579 w 299944"/>
                  <a:gd name="connsiteY33" fmla="*/ 194398 h 299703"/>
                  <a:gd name="connsiteX34" fmla="*/ 105179 w 299944"/>
                  <a:gd name="connsiteY34" fmla="*/ 194392 h 299703"/>
                  <a:gd name="connsiteX35" fmla="*/ 105179 w 299944"/>
                  <a:gd name="connsiteY35" fmla="*/ 104999 h 299703"/>
                  <a:gd name="connsiteX36" fmla="*/ 194585 w 299944"/>
                  <a:gd name="connsiteY36" fmla="*/ 104999 h 299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299944" h="299703">
                    <a:moveTo>
                      <a:pt x="42686" y="79592"/>
                    </a:moveTo>
                    <a:cubicBezTo>
                      <a:pt x="33950" y="93018"/>
                      <a:pt x="27821" y="107967"/>
                      <a:pt x="24624" y="123662"/>
                    </a:cubicBezTo>
                    <a:lnTo>
                      <a:pt x="0" y="126010"/>
                    </a:lnTo>
                    <a:lnTo>
                      <a:pt x="0" y="173633"/>
                    </a:lnTo>
                    <a:lnTo>
                      <a:pt x="24624" y="175981"/>
                    </a:lnTo>
                    <a:cubicBezTo>
                      <a:pt x="27821" y="191677"/>
                      <a:pt x="33950" y="206626"/>
                      <a:pt x="42686" y="220052"/>
                    </a:cubicBezTo>
                    <a:lnTo>
                      <a:pt x="26912" y="239077"/>
                    </a:lnTo>
                    <a:lnTo>
                      <a:pt x="60627" y="272792"/>
                    </a:lnTo>
                    <a:lnTo>
                      <a:pt x="79652" y="257018"/>
                    </a:lnTo>
                    <a:cubicBezTo>
                      <a:pt x="93078" y="265754"/>
                      <a:pt x="108027" y="271883"/>
                      <a:pt x="123723" y="275080"/>
                    </a:cubicBezTo>
                    <a:lnTo>
                      <a:pt x="126071" y="299704"/>
                    </a:lnTo>
                    <a:lnTo>
                      <a:pt x="173934" y="299704"/>
                    </a:lnTo>
                    <a:lnTo>
                      <a:pt x="176282" y="275140"/>
                    </a:lnTo>
                    <a:cubicBezTo>
                      <a:pt x="191978" y="271943"/>
                      <a:pt x="206927" y="265814"/>
                      <a:pt x="220353" y="257078"/>
                    </a:cubicBezTo>
                    <a:lnTo>
                      <a:pt x="239378" y="272852"/>
                    </a:lnTo>
                    <a:lnTo>
                      <a:pt x="273093" y="239137"/>
                    </a:lnTo>
                    <a:lnTo>
                      <a:pt x="257319" y="220112"/>
                    </a:lnTo>
                    <a:cubicBezTo>
                      <a:pt x="266055" y="206686"/>
                      <a:pt x="272184" y="191737"/>
                      <a:pt x="275381" y="176041"/>
                    </a:cubicBezTo>
                    <a:lnTo>
                      <a:pt x="299944" y="173693"/>
                    </a:lnTo>
                    <a:lnTo>
                      <a:pt x="299944" y="126071"/>
                    </a:lnTo>
                    <a:lnTo>
                      <a:pt x="275320" y="123723"/>
                    </a:lnTo>
                    <a:cubicBezTo>
                      <a:pt x="272123" y="108027"/>
                      <a:pt x="265994" y="93078"/>
                      <a:pt x="257259" y="79652"/>
                    </a:cubicBezTo>
                    <a:lnTo>
                      <a:pt x="273033" y="60627"/>
                    </a:lnTo>
                    <a:lnTo>
                      <a:pt x="239317" y="26912"/>
                    </a:lnTo>
                    <a:lnTo>
                      <a:pt x="220293" y="42686"/>
                    </a:lnTo>
                    <a:cubicBezTo>
                      <a:pt x="206867" y="33950"/>
                      <a:pt x="191918" y="27821"/>
                      <a:pt x="176222" y="24624"/>
                    </a:cubicBezTo>
                    <a:lnTo>
                      <a:pt x="173874" y="0"/>
                    </a:lnTo>
                    <a:lnTo>
                      <a:pt x="126251" y="0"/>
                    </a:lnTo>
                    <a:lnTo>
                      <a:pt x="123903" y="24624"/>
                    </a:lnTo>
                    <a:cubicBezTo>
                      <a:pt x="108208" y="27821"/>
                      <a:pt x="93259" y="33950"/>
                      <a:pt x="79833" y="42686"/>
                    </a:cubicBezTo>
                    <a:lnTo>
                      <a:pt x="60627" y="26731"/>
                    </a:lnTo>
                    <a:lnTo>
                      <a:pt x="26912" y="60446"/>
                    </a:lnTo>
                    <a:close/>
                    <a:moveTo>
                      <a:pt x="194585" y="104999"/>
                    </a:moveTo>
                    <a:cubicBezTo>
                      <a:pt x="219269" y="129689"/>
                      <a:pt x="219269" y="169714"/>
                      <a:pt x="194579" y="194398"/>
                    </a:cubicBezTo>
                    <a:cubicBezTo>
                      <a:pt x="169894" y="219088"/>
                      <a:pt x="129864" y="219082"/>
                      <a:pt x="105179" y="194392"/>
                    </a:cubicBezTo>
                    <a:cubicBezTo>
                      <a:pt x="80495" y="169708"/>
                      <a:pt x="80495" y="129683"/>
                      <a:pt x="105179" y="104999"/>
                    </a:cubicBezTo>
                    <a:cubicBezTo>
                      <a:pt x="129894" y="80375"/>
                      <a:pt x="169870" y="80375"/>
                      <a:pt x="194585" y="104999"/>
                    </a:cubicBez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8" name="子陵职场PPT10-11"/>
              <p:cNvSpPr/>
              <p:nvPr/>
            </p:nvSpPr>
            <p:spPr>
              <a:xfrm>
                <a:off x="10609633" y="1529938"/>
                <a:ext cx="183928" cy="184168"/>
              </a:xfrm>
              <a:custGeom>
                <a:avLst/>
                <a:gdLst>
                  <a:gd name="connsiteX0" fmla="*/ 26310 w 183928"/>
                  <a:gd name="connsiteY0" fmla="*/ 49007 h 184168"/>
                  <a:gd name="connsiteX1" fmla="*/ 15112 w 183928"/>
                  <a:gd name="connsiteY1" fmla="*/ 76100 h 184168"/>
                  <a:gd name="connsiteX2" fmla="*/ 0 w 183928"/>
                  <a:gd name="connsiteY2" fmla="*/ 77485 h 184168"/>
                  <a:gd name="connsiteX3" fmla="*/ 0 w 183928"/>
                  <a:gd name="connsiteY3" fmla="*/ 106745 h 184168"/>
                  <a:gd name="connsiteX4" fmla="*/ 15112 w 183928"/>
                  <a:gd name="connsiteY4" fmla="*/ 108190 h 184168"/>
                  <a:gd name="connsiteX5" fmla="*/ 26310 w 183928"/>
                  <a:gd name="connsiteY5" fmla="*/ 135222 h 184168"/>
                  <a:gd name="connsiteX6" fmla="*/ 16617 w 183928"/>
                  <a:gd name="connsiteY6" fmla="*/ 146902 h 184168"/>
                  <a:gd name="connsiteX7" fmla="*/ 37328 w 183928"/>
                  <a:gd name="connsiteY7" fmla="*/ 167552 h 184168"/>
                  <a:gd name="connsiteX8" fmla="*/ 48947 w 183928"/>
                  <a:gd name="connsiteY8" fmla="*/ 157919 h 184168"/>
                  <a:gd name="connsiteX9" fmla="*/ 76040 w 183928"/>
                  <a:gd name="connsiteY9" fmla="*/ 169118 h 184168"/>
                  <a:gd name="connsiteX10" fmla="*/ 77425 w 183928"/>
                  <a:gd name="connsiteY10" fmla="*/ 184169 h 184168"/>
                  <a:gd name="connsiteX11" fmla="*/ 106504 w 183928"/>
                  <a:gd name="connsiteY11" fmla="*/ 184169 h 184168"/>
                  <a:gd name="connsiteX12" fmla="*/ 107949 w 183928"/>
                  <a:gd name="connsiteY12" fmla="*/ 169118 h 184168"/>
                  <a:gd name="connsiteX13" fmla="*/ 134981 w 183928"/>
                  <a:gd name="connsiteY13" fmla="*/ 157919 h 184168"/>
                  <a:gd name="connsiteX14" fmla="*/ 146661 w 183928"/>
                  <a:gd name="connsiteY14" fmla="*/ 167552 h 184168"/>
                  <a:gd name="connsiteX15" fmla="*/ 167311 w 183928"/>
                  <a:gd name="connsiteY15" fmla="*/ 146902 h 184168"/>
                  <a:gd name="connsiteX16" fmla="*/ 157679 w 183928"/>
                  <a:gd name="connsiteY16" fmla="*/ 135222 h 184168"/>
                  <a:gd name="connsiteX17" fmla="*/ 168877 w 183928"/>
                  <a:gd name="connsiteY17" fmla="*/ 108190 h 184168"/>
                  <a:gd name="connsiteX18" fmla="*/ 183928 w 183928"/>
                  <a:gd name="connsiteY18" fmla="*/ 106745 h 184168"/>
                  <a:gd name="connsiteX19" fmla="*/ 183928 w 183928"/>
                  <a:gd name="connsiteY19" fmla="*/ 77485 h 184168"/>
                  <a:gd name="connsiteX20" fmla="*/ 168817 w 183928"/>
                  <a:gd name="connsiteY20" fmla="*/ 76100 h 184168"/>
                  <a:gd name="connsiteX21" fmla="*/ 157618 w 183928"/>
                  <a:gd name="connsiteY21" fmla="*/ 49007 h 184168"/>
                  <a:gd name="connsiteX22" fmla="*/ 167251 w 183928"/>
                  <a:gd name="connsiteY22" fmla="*/ 37388 h 184168"/>
                  <a:gd name="connsiteX23" fmla="*/ 146601 w 183928"/>
                  <a:gd name="connsiteY23" fmla="*/ 16677 h 184168"/>
                  <a:gd name="connsiteX24" fmla="*/ 134921 w 183928"/>
                  <a:gd name="connsiteY24" fmla="*/ 26370 h 184168"/>
                  <a:gd name="connsiteX25" fmla="*/ 107889 w 183928"/>
                  <a:gd name="connsiteY25" fmla="*/ 15172 h 184168"/>
                  <a:gd name="connsiteX26" fmla="*/ 106504 w 183928"/>
                  <a:gd name="connsiteY26" fmla="*/ 0 h 184168"/>
                  <a:gd name="connsiteX27" fmla="*/ 77244 w 183928"/>
                  <a:gd name="connsiteY27" fmla="*/ 0 h 184168"/>
                  <a:gd name="connsiteX28" fmla="*/ 75859 w 183928"/>
                  <a:gd name="connsiteY28" fmla="*/ 15112 h 184168"/>
                  <a:gd name="connsiteX29" fmla="*/ 48827 w 183928"/>
                  <a:gd name="connsiteY29" fmla="*/ 26310 h 184168"/>
                  <a:gd name="connsiteX30" fmla="*/ 37147 w 183928"/>
                  <a:gd name="connsiteY30" fmla="*/ 16617 h 184168"/>
                  <a:gd name="connsiteX31" fmla="*/ 16436 w 183928"/>
                  <a:gd name="connsiteY31" fmla="*/ 37327 h 184168"/>
                  <a:gd name="connsiteX32" fmla="*/ 119508 w 183928"/>
                  <a:gd name="connsiteY32" fmla="*/ 64721 h 184168"/>
                  <a:gd name="connsiteX33" fmla="*/ 119496 w 183928"/>
                  <a:gd name="connsiteY33" fmla="*/ 119556 h 184168"/>
                  <a:gd name="connsiteX34" fmla="*/ 64661 w 183928"/>
                  <a:gd name="connsiteY34" fmla="*/ 119538 h 184168"/>
                  <a:gd name="connsiteX35" fmla="*/ 64661 w 183928"/>
                  <a:gd name="connsiteY35" fmla="*/ 64721 h 184168"/>
                  <a:gd name="connsiteX36" fmla="*/ 119508 w 183928"/>
                  <a:gd name="connsiteY36" fmla="*/ 64721 h 184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83928" h="184168">
                    <a:moveTo>
                      <a:pt x="26310" y="49007"/>
                    </a:moveTo>
                    <a:cubicBezTo>
                      <a:pt x="20903" y="57250"/>
                      <a:pt x="17104" y="66443"/>
                      <a:pt x="15112" y="76100"/>
                    </a:cubicBezTo>
                    <a:lnTo>
                      <a:pt x="0" y="77485"/>
                    </a:lnTo>
                    <a:lnTo>
                      <a:pt x="0" y="106745"/>
                    </a:lnTo>
                    <a:lnTo>
                      <a:pt x="15112" y="108190"/>
                    </a:lnTo>
                    <a:cubicBezTo>
                      <a:pt x="17104" y="117828"/>
                      <a:pt x="20903" y="126998"/>
                      <a:pt x="26310" y="135222"/>
                    </a:cubicBezTo>
                    <a:lnTo>
                      <a:pt x="16617" y="146902"/>
                    </a:lnTo>
                    <a:lnTo>
                      <a:pt x="37328" y="167552"/>
                    </a:lnTo>
                    <a:lnTo>
                      <a:pt x="48947" y="157919"/>
                    </a:lnTo>
                    <a:cubicBezTo>
                      <a:pt x="57201" y="163302"/>
                      <a:pt x="66389" y="167101"/>
                      <a:pt x="76040" y="169118"/>
                    </a:cubicBezTo>
                    <a:lnTo>
                      <a:pt x="77425" y="184169"/>
                    </a:lnTo>
                    <a:lnTo>
                      <a:pt x="106504" y="184169"/>
                    </a:lnTo>
                    <a:lnTo>
                      <a:pt x="107949" y="169118"/>
                    </a:lnTo>
                    <a:cubicBezTo>
                      <a:pt x="117576" y="167101"/>
                      <a:pt x="126745" y="163302"/>
                      <a:pt x="134981" y="157919"/>
                    </a:cubicBezTo>
                    <a:lnTo>
                      <a:pt x="146661" y="167552"/>
                    </a:lnTo>
                    <a:lnTo>
                      <a:pt x="167311" y="146902"/>
                    </a:lnTo>
                    <a:lnTo>
                      <a:pt x="157679" y="135222"/>
                    </a:lnTo>
                    <a:cubicBezTo>
                      <a:pt x="163061" y="126986"/>
                      <a:pt x="166860" y="117816"/>
                      <a:pt x="168877" y="108190"/>
                    </a:cubicBezTo>
                    <a:lnTo>
                      <a:pt x="183928" y="106745"/>
                    </a:lnTo>
                    <a:lnTo>
                      <a:pt x="183928" y="77485"/>
                    </a:lnTo>
                    <a:lnTo>
                      <a:pt x="168817" y="76100"/>
                    </a:lnTo>
                    <a:cubicBezTo>
                      <a:pt x="166800" y="66449"/>
                      <a:pt x="163001" y="57262"/>
                      <a:pt x="157618" y="49007"/>
                    </a:cubicBezTo>
                    <a:lnTo>
                      <a:pt x="167251" y="37388"/>
                    </a:lnTo>
                    <a:lnTo>
                      <a:pt x="146601" y="16677"/>
                    </a:lnTo>
                    <a:lnTo>
                      <a:pt x="134921" y="26370"/>
                    </a:lnTo>
                    <a:cubicBezTo>
                      <a:pt x="126697" y="20964"/>
                      <a:pt x="117527" y="17165"/>
                      <a:pt x="107889" y="15172"/>
                    </a:cubicBezTo>
                    <a:lnTo>
                      <a:pt x="106504" y="0"/>
                    </a:lnTo>
                    <a:lnTo>
                      <a:pt x="77244" y="0"/>
                    </a:lnTo>
                    <a:lnTo>
                      <a:pt x="75859" y="15112"/>
                    </a:lnTo>
                    <a:cubicBezTo>
                      <a:pt x="66220" y="17092"/>
                      <a:pt x="57045" y="20891"/>
                      <a:pt x="48827" y="26310"/>
                    </a:cubicBezTo>
                    <a:lnTo>
                      <a:pt x="37147" y="16617"/>
                    </a:lnTo>
                    <a:lnTo>
                      <a:pt x="16436" y="37327"/>
                    </a:lnTo>
                    <a:close/>
                    <a:moveTo>
                      <a:pt x="119508" y="64721"/>
                    </a:moveTo>
                    <a:cubicBezTo>
                      <a:pt x="134644" y="79869"/>
                      <a:pt x="134638" y="104415"/>
                      <a:pt x="119496" y="119556"/>
                    </a:cubicBezTo>
                    <a:cubicBezTo>
                      <a:pt x="104348" y="134692"/>
                      <a:pt x="79797" y="134686"/>
                      <a:pt x="64661" y="119538"/>
                    </a:cubicBezTo>
                    <a:cubicBezTo>
                      <a:pt x="49531" y="104397"/>
                      <a:pt x="49531" y="79863"/>
                      <a:pt x="64661" y="64721"/>
                    </a:cubicBezTo>
                    <a:cubicBezTo>
                      <a:pt x="79821" y="49603"/>
                      <a:pt x="104348" y="49603"/>
                      <a:pt x="119508" y="64721"/>
                    </a:cubicBezTo>
                    <a:close/>
                  </a:path>
                </a:pathLst>
              </a:custGeom>
              <a:solidFill>
                <a:srgbClr val="F0F0F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9" name="子陵职场PPT10-12"/>
              <p:cNvSpPr/>
              <p:nvPr/>
            </p:nvSpPr>
            <p:spPr>
              <a:xfrm>
                <a:off x="8707798" y="2317487"/>
                <a:ext cx="92897" cy="244314"/>
              </a:xfrm>
              <a:custGeom>
                <a:avLst/>
                <a:gdLst>
                  <a:gd name="connsiteX0" fmla="*/ 0 w 92897"/>
                  <a:gd name="connsiteY0" fmla="*/ 0 h 244314"/>
                  <a:gd name="connsiteX1" fmla="*/ 92897 w 92897"/>
                  <a:gd name="connsiteY1" fmla="*/ 0 h 244314"/>
                  <a:gd name="connsiteX2" fmla="*/ 92897 w 92897"/>
                  <a:gd name="connsiteY2" fmla="*/ 244314 h 244314"/>
                  <a:gd name="connsiteX3" fmla="*/ 0 w 92897"/>
                  <a:gd name="connsiteY3" fmla="*/ 244314 h 244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897" h="244314">
                    <a:moveTo>
                      <a:pt x="0" y="0"/>
                    </a:moveTo>
                    <a:lnTo>
                      <a:pt x="92897" y="0"/>
                    </a:lnTo>
                    <a:lnTo>
                      <a:pt x="92897" y="244314"/>
                    </a:lnTo>
                    <a:lnTo>
                      <a:pt x="0" y="244314"/>
                    </a:ln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0" name="子陵职场PPT10-13"/>
              <p:cNvSpPr/>
              <p:nvPr/>
            </p:nvSpPr>
            <p:spPr>
              <a:xfrm>
                <a:off x="8823573" y="2395153"/>
                <a:ext cx="92897" cy="166649"/>
              </a:xfrm>
              <a:custGeom>
                <a:avLst/>
                <a:gdLst>
                  <a:gd name="connsiteX0" fmla="*/ 0 w 92897"/>
                  <a:gd name="connsiteY0" fmla="*/ 0 h 166649"/>
                  <a:gd name="connsiteX1" fmla="*/ 92897 w 92897"/>
                  <a:gd name="connsiteY1" fmla="*/ 0 h 166649"/>
                  <a:gd name="connsiteX2" fmla="*/ 92897 w 92897"/>
                  <a:gd name="connsiteY2" fmla="*/ 166649 h 166649"/>
                  <a:gd name="connsiteX3" fmla="*/ 0 w 92897"/>
                  <a:gd name="connsiteY3" fmla="*/ 166649 h 166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897" h="166649">
                    <a:moveTo>
                      <a:pt x="0" y="0"/>
                    </a:moveTo>
                    <a:lnTo>
                      <a:pt x="92897" y="0"/>
                    </a:lnTo>
                    <a:lnTo>
                      <a:pt x="92897" y="166649"/>
                    </a:lnTo>
                    <a:lnTo>
                      <a:pt x="0" y="166649"/>
                    </a:ln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1" name="子陵职场PPT10-14"/>
              <p:cNvSpPr/>
              <p:nvPr/>
            </p:nvSpPr>
            <p:spPr>
              <a:xfrm>
                <a:off x="8936037" y="2478477"/>
                <a:ext cx="92897" cy="83324"/>
              </a:xfrm>
              <a:custGeom>
                <a:avLst/>
                <a:gdLst>
                  <a:gd name="connsiteX0" fmla="*/ 0 w 92897"/>
                  <a:gd name="connsiteY0" fmla="*/ 0 h 83324"/>
                  <a:gd name="connsiteX1" fmla="*/ 92897 w 92897"/>
                  <a:gd name="connsiteY1" fmla="*/ 0 h 83324"/>
                  <a:gd name="connsiteX2" fmla="*/ 92897 w 92897"/>
                  <a:gd name="connsiteY2" fmla="*/ 83324 h 83324"/>
                  <a:gd name="connsiteX3" fmla="*/ 0 w 92897"/>
                  <a:gd name="connsiteY3" fmla="*/ 83324 h 83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897" h="83324">
                    <a:moveTo>
                      <a:pt x="0" y="0"/>
                    </a:moveTo>
                    <a:lnTo>
                      <a:pt x="92897" y="0"/>
                    </a:lnTo>
                    <a:lnTo>
                      <a:pt x="92897" y="83324"/>
                    </a:lnTo>
                    <a:lnTo>
                      <a:pt x="0" y="83324"/>
                    </a:ln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2" name="子陵职场PPT10-15"/>
              <p:cNvSpPr/>
              <p:nvPr/>
            </p:nvSpPr>
            <p:spPr>
              <a:xfrm>
                <a:off x="9820939" y="736428"/>
                <a:ext cx="1158777" cy="1655654"/>
              </a:xfrm>
              <a:custGeom>
                <a:avLst/>
                <a:gdLst>
                  <a:gd name="connsiteX0" fmla="*/ 1123497 w 1158777"/>
                  <a:gd name="connsiteY0" fmla="*/ 1655655 h 1655654"/>
                  <a:gd name="connsiteX1" fmla="*/ 35281 w 1158777"/>
                  <a:gd name="connsiteY1" fmla="*/ 1655655 h 1655654"/>
                  <a:gd name="connsiteX2" fmla="*/ 0 w 1158777"/>
                  <a:gd name="connsiteY2" fmla="*/ 1620374 h 1655654"/>
                  <a:gd name="connsiteX3" fmla="*/ 0 w 1158777"/>
                  <a:gd name="connsiteY3" fmla="*/ 35280 h 1655654"/>
                  <a:gd name="connsiteX4" fmla="*/ 35281 w 1158777"/>
                  <a:gd name="connsiteY4" fmla="*/ 0 h 1655654"/>
                  <a:gd name="connsiteX5" fmla="*/ 1123497 w 1158777"/>
                  <a:gd name="connsiteY5" fmla="*/ 0 h 1655654"/>
                  <a:gd name="connsiteX6" fmla="*/ 1158778 w 1158777"/>
                  <a:gd name="connsiteY6" fmla="*/ 35280 h 1655654"/>
                  <a:gd name="connsiteX7" fmla="*/ 1158778 w 1158777"/>
                  <a:gd name="connsiteY7" fmla="*/ 1620374 h 1655654"/>
                  <a:gd name="connsiteX8" fmla="*/ 1123497 w 1158777"/>
                  <a:gd name="connsiteY8" fmla="*/ 1655655 h 1655654"/>
                  <a:gd name="connsiteX9" fmla="*/ 35281 w 1158777"/>
                  <a:gd name="connsiteY9" fmla="*/ 1505 h 1655654"/>
                  <a:gd name="connsiteX10" fmla="*/ 1505 w 1158777"/>
                  <a:gd name="connsiteY10" fmla="*/ 35280 h 1655654"/>
                  <a:gd name="connsiteX11" fmla="*/ 1505 w 1158777"/>
                  <a:gd name="connsiteY11" fmla="*/ 1620374 h 1655654"/>
                  <a:gd name="connsiteX12" fmla="*/ 35281 w 1158777"/>
                  <a:gd name="connsiteY12" fmla="*/ 1654150 h 1655654"/>
                  <a:gd name="connsiteX13" fmla="*/ 1123497 w 1158777"/>
                  <a:gd name="connsiteY13" fmla="*/ 1654150 h 1655654"/>
                  <a:gd name="connsiteX14" fmla="*/ 1157272 w 1158777"/>
                  <a:gd name="connsiteY14" fmla="*/ 1620374 h 1655654"/>
                  <a:gd name="connsiteX15" fmla="*/ 1157272 w 1158777"/>
                  <a:gd name="connsiteY15" fmla="*/ 35280 h 1655654"/>
                  <a:gd name="connsiteX16" fmla="*/ 1123497 w 1158777"/>
                  <a:gd name="connsiteY16" fmla="*/ 1505 h 1655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58777" h="1655654">
                    <a:moveTo>
                      <a:pt x="1123497" y="1655655"/>
                    </a:moveTo>
                    <a:lnTo>
                      <a:pt x="35281" y="1655655"/>
                    </a:lnTo>
                    <a:cubicBezTo>
                      <a:pt x="15810" y="1655625"/>
                      <a:pt x="36" y="1639845"/>
                      <a:pt x="0" y="1620374"/>
                    </a:cubicBezTo>
                    <a:lnTo>
                      <a:pt x="0" y="35280"/>
                    </a:lnTo>
                    <a:cubicBezTo>
                      <a:pt x="30" y="15809"/>
                      <a:pt x="15810" y="33"/>
                      <a:pt x="35281" y="0"/>
                    </a:cubicBezTo>
                    <a:lnTo>
                      <a:pt x="1123497" y="0"/>
                    </a:lnTo>
                    <a:cubicBezTo>
                      <a:pt x="1142968" y="33"/>
                      <a:pt x="1158748" y="15809"/>
                      <a:pt x="1158778" y="35280"/>
                    </a:cubicBezTo>
                    <a:lnTo>
                      <a:pt x="1158778" y="1620374"/>
                    </a:lnTo>
                    <a:cubicBezTo>
                      <a:pt x="1158748" y="1639845"/>
                      <a:pt x="1142968" y="1655618"/>
                      <a:pt x="1123497" y="1655655"/>
                    </a:cubicBezTo>
                    <a:close/>
                    <a:moveTo>
                      <a:pt x="35281" y="1505"/>
                    </a:moveTo>
                    <a:cubicBezTo>
                      <a:pt x="16641" y="1538"/>
                      <a:pt x="1541" y="16641"/>
                      <a:pt x="1505" y="35280"/>
                    </a:cubicBezTo>
                    <a:lnTo>
                      <a:pt x="1505" y="1620374"/>
                    </a:lnTo>
                    <a:cubicBezTo>
                      <a:pt x="1535" y="1639014"/>
                      <a:pt x="16641" y="1654113"/>
                      <a:pt x="35281" y="1654150"/>
                    </a:cubicBezTo>
                    <a:lnTo>
                      <a:pt x="1123497" y="1654150"/>
                    </a:lnTo>
                    <a:cubicBezTo>
                      <a:pt x="1142149" y="1654150"/>
                      <a:pt x="1157272" y="1639026"/>
                      <a:pt x="1157272" y="1620374"/>
                    </a:cubicBezTo>
                    <a:lnTo>
                      <a:pt x="1157272" y="35280"/>
                    </a:lnTo>
                    <a:cubicBezTo>
                      <a:pt x="1157272" y="16627"/>
                      <a:pt x="1142149" y="1505"/>
                      <a:pt x="1123497" y="1505"/>
                    </a:cubicBez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3" name="子陵职场PPT10-16"/>
              <p:cNvSpPr/>
              <p:nvPr/>
            </p:nvSpPr>
            <p:spPr>
              <a:xfrm>
                <a:off x="8566074" y="736428"/>
                <a:ext cx="1158777" cy="1655654"/>
              </a:xfrm>
              <a:custGeom>
                <a:avLst/>
                <a:gdLst>
                  <a:gd name="connsiteX0" fmla="*/ 1123497 w 1158777"/>
                  <a:gd name="connsiteY0" fmla="*/ 1655655 h 1655654"/>
                  <a:gd name="connsiteX1" fmla="*/ 35341 w 1158777"/>
                  <a:gd name="connsiteY1" fmla="*/ 1655655 h 1655654"/>
                  <a:gd name="connsiteX2" fmla="*/ 0 w 1158777"/>
                  <a:gd name="connsiteY2" fmla="*/ 1620374 h 1655654"/>
                  <a:gd name="connsiteX3" fmla="*/ 0 w 1158777"/>
                  <a:gd name="connsiteY3" fmla="*/ 35280 h 1655654"/>
                  <a:gd name="connsiteX4" fmla="*/ 35341 w 1158777"/>
                  <a:gd name="connsiteY4" fmla="*/ 0 h 1655654"/>
                  <a:gd name="connsiteX5" fmla="*/ 1123497 w 1158777"/>
                  <a:gd name="connsiteY5" fmla="*/ 0 h 1655654"/>
                  <a:gd name="connsiteX6" fmla="*/ 1158778 w 1158777"/>
                  <a:gd name="connsiteY6" fmla="*/ 35280 h 1655654"/>
                  <a:gd name="connsiteX7" fmla="*/ 1158778 w 1158777"/>
                  <a:gd name="connsiteY7" fmla="*/ 1620374 h 1655654"/>
                  <a:gd name="connsiteX8" fmla="*/ 1123497 w 1158777"/>
                  <a:gd name="connsiteY8" fmla="*/ 1655655 h 1655654"/>
                  <a:gd name="connsiteX9" fmla="*/ 35341 w 1158777"/>
                  <a:gd name="connsiteY9" fmla="*/ 1505 h 1655654"/>
                  <a:gd name="connsiteX10" fmla="*/ 1505 w 1158777"/>
                  <a:gd name="connsiteY10" fmla="*/ 35280 h 1655654"/>
                  <a:gd name="connsiteX11" fmla="*/ 1505 w 1158777"/>
                  <a:gd name="connsiteY11" fmla="*/ 1620374 h 1655654"/>
                  <a:gd name="connsiteX12" fmla="*/ 35099 w 1158777"/>
                  <a:gd name="connsiteY12" fmla="*/ 1654450 h 1655654"/>
                  <a:gd name="connsiteX13" fmla="*/ 35341 w 1158777"/>
                  <a:gd name="connsiteY13" fmla="*/ 1654450 h 1655654"/>
                  <a:gd name="connsiteX14" fmla="*/ 1123497 w 1158777"/>
                  <a:gd name="connsiteY14" fmla="*/ 1654450 h 1655654"/>
                  <a:gd name="connsiteX15" fmla="*/ 1157273 w 1158777"/>
                  <a:gd name="connsiteY15" fmla="*/ 1620675 h 1655654"/>
                  <a:gd name="connsiteX16" fmla="*/ 1157273 w 1158777"/>
                  <a:gd name="connsiteY16" fmla="*/ 35280 h 1655654"/>
                  <a:gd name="connsiteX17" fmla="*/ 1123497 w 1158777"/>
                  <a:gd name="connsiteY17" fmla="*/ 1505 h 1655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58777" h="1655654">
                    <a:moveTo>
                      <a:pt x="1123497" y="1655655"/>
                    </a:moveTo>
                    <a:lnTo>
                      <a:pt x="35341" y="1655655"/>
                    </a:lnTo>
                    <a:cubicBezTo>
                      <a:pt x="15846" y="1655655"/>
                      <a:pt x="33" y="1639869"/>
                      <a:pt x="0" y="1620374"/>
                    </a:cubicBezTo>
                    <a:lnTo>
                      <a:pt x="0" y="35280"/>
                    </a:lnTo>
                    <a:cubicBezTo>
                      <a:pt x="33" y="15786"/>
                      <a:pt x="15846" y="0"/>
                      <a:pt x="35341" y="0"/>
                    </a:cubicBezTo>
                    <a:lnTo>
                      <a:pt x="1123497" y="0"/>
                    </a:lnTo>
                    <a:cubicBezTo>
                      <a:pt x="1142980" y="0"/>
                      <a:pt x="1158778" y="15796"/>
                      <a:pt x="1158778" y="35280"/>
                    </a:cubicBezTo>
                    <a:lnTo>
                      <a:pt x="1158778" y="1620374"/>
                    </a:lnTo>
                    <a:cubicBezTo>
                      <a:pt x="1158778" y="1639857"/>
                      <a:pt x="1142980" y="1655655"/>
                      <a:pt x="1123497" y="1655655"/>
                    </a:cubicBezTo>
                    <a:close/>
                    <a:moveTo>
                      <a:pt x="35341" y="1505"/>
                    </a:moveTo>
                    <a:cubicBezTo>
                      <a:pt x="16678" y="1505"/>
                      <a:pt x="1538" y="16617"/>
                      <a:pt x="1505" y="35280"/>
                    </a:cubicBezTo>
                    <a:lnTo>
                      <a:pt x="1505" y="1620374"/>
                    </a:lnTo>
                    <a:cubicBezTo>
                      <a:pt x="1372" y="1639062"/>
                      <a:pt x="16413" y="1654318"/>
                      <a:pt x="35099" y="1654450"/>
                    </a:cubicBezTo>
                    <a:cubicBezTo>
                      <a:pt x="35179" y="1654450"/>
                      <a:pt x="35260" y="1654450"/>
                      <a:pt x="35341" y="1654450"/>
                    </a:cubicBezTo>
                    <a:lnTo>
                      <a:pt x="1123497" y="1654450"/>
                    </a:lnTo>
                    <a:cubicBezTo>
                      <a:pt x="1142149" y="1654450"/>
                      <a:pt x="1157273" y="1639327"/>
                      <a:pt x="1157273" y="1620675"/>
                    </a:cubicBezTo>
                    <a:lnTo>
                      <a:pt x="1157273" y="35280"/>
                    </a:lnTo>
                    <a:cubicBezTo>
                      <a:pt x="1157273" y="16627"/>
                      <a:pt x="1142149" y="1505"/>
                      <a:pt x="1123497" y="1505"/>
                    </a:cubicBez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4" name="子陵职场PPT10-17"/>
              <p:cNvSpPr/>
              <p:nvPr/>
            </p:nvSpPr>
            <p:spPr>
              <a:xfrm>
                <a:off x="8271789" y="2759758"/>
                <a:ext cx="3010281" cy="1505"/>
              </a:xfrm>
              <a:custGeom>
                <a:avLst/>
                <a:gdLst>
                  <a:gd name="connsiteX0" fmla="*/ 0 w 3010281"/>
                  <a:gd name="connsiteY0" fmla="*/ 0 h 1505"/>
                  <a:gd name="connsiteX1" fmla="*/ 3010281 w 3010281"/>
                  <a:gd name="connsiteY1" fmla="*/ 0 h 1505"/>
                  <a:gd name="connsiteX2" fmla="*/ 3010281 w 3010281"/>
                  <a:gd name="connsiteY2" fmla="*/ 1505 h 1505"/>
                  <a:gd name="connsiteX3" fmla="*/ 0 w 3010281"/>
                  <a:gd name="connsiteY3" fmla="*/ 1505 h 1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10281" h="1505">
                    <a:moveTo>
                      <a:pt x="0" y="0"/>
                    </a:moveTo>
                    <a:lnTo>
                      <a:pt x="3010281" y="0"/>
                    </a:lnTo>
                    <a:lnTo>
                      <a:pt x="3010281" y="1505"/>
                    </a:lnTo>
                    <a:lnTo>
                      <a:pt x="0" y="1505"/>
                    </a:ln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5" name="子陵职场PPT10-18"/>
              <p:cNvSpPr/>
              <p:nvPr/>
            </p:nvSpPr>
            <p:spPr>
              <a:xfrm>
                <a:off x="8666376" y="2882878"/>
                <a:ext cx="96690" cy="1505"/>
              </a:xfrm>
              <a:custGeom>
                <a:avLst/>
                <a:gdLst>
                  <a:gd name="connsiteX0" fmla="*/ 0 w 96690"/>
                  <a:gd name="connsiteY0" fmla="*/ 0 h 1505"/>
                  <a:gd name="connsiteX1" fmla="*/ 96690 w 96690"/>
                  <a:gd name="connsiteY1" fmla="*/ 0 h 1505"/>
                  <a:gd name="connsiteX2" fmla="*/ 96690 w 96690"/>
                  <a:gd name="connsiteY2" fmla="*/ 1505 h 1505"/>
                  <a:gd name="connsiteX3" fmla="*/ 0 w 96690"/>
                  <a:gd name="connsiteY3" fmla="*/ 1505 h 1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690" h="1505">
                    <a:moveTo>
                      <a:pt x="0" y="0"/>
                    </a:moveTo>
                    <a:lnTo>
                      <a:pt x="96690" y="0"/>
                    </a:lnTo>
                    <a:lnTo>
                      <a:pt x="96690" y="1505"/>
                    </a:lnTo>
                    <a:lnTo>
                      <a:pt x="0" y="1505"/>
                    </a:ln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6" name="子陵职场PPT10-19"/>
              <p:cNvSpPr/>
              <p:nvPr/>
            </p:nvSpPr>
            <p:spPr>
              <a:xfrm>
                <a:off x="9380896" y="2866563"/>
                <a:ext cx="322280" cy="1505"/>
              </a:xfrm>
              <a:custGeom>
                <a:avLst/>
                <a:gdLst>
                  <a:gd name="connsiteX0" fmla="*/ 0 w 322280"/>
                  <a:gd name="connsiteY0" fmla="*/ 0 h 1505"/>
                  <a:gd name="connsiteX1" fmla="*/ 322281 w 322280"/>
                  <a:gd name="connsiteY1" fmla="*/ 0 h 1505"/>
                  <a:gd name="connsiteX2" fmla="*/ 322281 w 322280"/>
                  <a:gd name="connsiteY2" fmla="*/ 1505 h 1505"/>
                  <a:gd name="connsiteX3" fmla="*/ 0 w 322280"/>
                  <a:gd name="connsiteY3" fmla="*/ 1505 h 1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2280" h="1505">
                    <a:moveTo>
                      <a:pt x="0" y="0"/>
                    </a:moveTo>
                    <a:lnTo>
                      <a:pt x="322281" y="0"/>
                    </a:lnTo>
                    <a:lnTo>
                      <a:pt x="322281" y="1505"/>
                    </a:lnTo>
                    <a:lnTo>
                      <a:pt x="0" y="1505"/>
                    </a:ln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7" name="子陵职场PPT10-20"/>
              <p:cNvSpPr/>
              <p:nvPr/>
            </p:nvSpPr>
            <p:spPr>
              <a:xfrm>
                <a:off x="8769087" y="2938809"/>
                <a:ext cx="218245" cy="1505"/>
              </a:xfrm>
              <a:custGeom>
                <a:avLst/>
                <a:gdLst>
                  <a:gd name="connsiteX0" fmla="*/ 0 w 218245"/>
                  <a:gd name="connsiteY0" fmla="*/ 0 h 1505"/>
                  <a:gd name="connsiteX1" fmla="*/ 218245 w 218245"/>
                  <a:gd name="connsiteY1" fmla="*/ 0 h 1505"/>
                  <a:gd name="connsiteX2" fmla="*/ 218245 w 218245"/>
                  <a:gd name="connsiteY2" fmla="*/ 1505 h 1505"/>
                  <a:gd name="connsiteX3" fmla="*/ 0 w 218245"/>
                  <a:gd name="connsiteY3" fmla="*/ 1505 h 1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8245" h="1505">
                    <a:moveTo>
                      <a:pt x="0" y="0"/>
                    </a:moveTo>
                    <a:lnTo>
                      <a:pt x="218245" y="0"/>
                    </a:lnTo>
                    <a:lnTo>
                      <a:pt x="218245" y="1505"/>
                    </a:lnTo>
                    <a:lnTo>
                      <a:pt x="0" y="1505"/>
                    </a:ln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8" name="子陵职场PPT10-21"/>
              <p:cNvSpPr/>
              <p:nvPr/>
            </p:nvSpPr>
            <p:spPr>
              <a:xfrm>
                <a:off x="10633173" y="2865780"/>
                <a:ext cx="260028" cy="1505"/>
              </a:xfrm>
              <a:custGeom>
                <a:avLst/>
                <a:gdLst>
                  <a:gd name="connsiteX0" fmla="*/ 0 w 260028"/>
                  <a:gd name="connsiteY0" fmla="*/ 0 h 1505"/>
                  <a:gd name="connsiteX1" fmla="*/ 260028 w 260028"/>
                  <a:gd name="connsiteY1" fmla="*/ 0 h 1505"/>
                  <a:gd name="connsiteX2" fmla="*/ 260028 w 260028"/>
                  <a:gd name="connsiteY2" fmla="*/ 1505 h 1505"/>
                  <a:gd name="connsiteX3" fmla="*/ 0 w 260028"/>
                  <a:gd name="connsiteY3" fmla="*/ 1505 h 1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0028" h="1505">
                    <a:moveTo>
                      <a:pt x="0" y="0"/>
                    </a:moveTo>
                    <a:lnTo>
                      <a:pt x="260028" y="0"/>
                    </a:lnTo>
                    <a:lnTo>
                      <a:pt x="260028" y="1505"/>
                    </a:lnTo>
                    <a:lnTo>
                      <a:pt x="0" y="1505"/>
                    </a:ln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9" name="子陵职场PPT10-22"/>
              <p:cNvSpPr/>
              <p:nvPr/>
            </p:nvSpPr>
            <p:spPr>
              <a:xfrm>
                <a:off x="10946845" y="2865780"/>
                <a:ext cx="38110" cy="1505"/>
              </a:xfrm>
              <a:custGeom>
                <a:avLst/>
                <a:gdLst>
                  <a:gd name="connsiteX0" fmla="*/ 0 w 38110"/>
                  <a:gd name="connsiteY0" fmla="*/ 0 h 1505"/>
                  <a:gd name="connsiteX1" fmla="*/ 38110 w 38110"/>
                  <a:gd name="connsiteY1" fmla="*/ 0 h 1505"/>
                  <a:gd name="connsiteX2" fmla="*/ 38110 w 38110"/>
                  <a:gd name="connsiteY2" fmla="*/ 1505 h 1505"/>
                  <a:gd name="connsiteX3" fmla="*/ 0 w 38110"/>
                  <a:gd name="connsiteY3" fmla="*/ 1505 h 1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10" h="1505">
                    <a:moveTo>
                      <a:pt x="0" y="0"/>
                    </a:moveTo>
                    <a:lnTo>
                      <a:pt x="38110" y="0"/>
                    </a:lnTo>
                    <a:lnTo>
                      <a:pt x="38110" y="1505"/>
                    </a:lnTo>
                    <a:lnTo>
                      <a:pt x="0" y="1505"/>
                    </a:ln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10" name="子陵职场PPT10-23"/>
              <p:cNvSpPr/>
              <p:nvPr/>
            </p:nvSpPr>
            <p:spPr>
              <a:xfrm>
                <a:off x="10259056" y="2903288"/>
                <a:ext cx="324448" cy="1505"/>
              </a:xfrm>
              <a:custGeom>
                <a:avLst/>
                <a:gdLst>
                  <a:gd name="connsiteX0" fmla="*/ 0 w 324448"/>
                  <a:gd name="connsiteY0" fmla="*/ 0 h 1505"/>
                  <a:gd name="connsiteX1" fmla="*/ 324448 w 324448"/>
                  <a:gd name="connsiteY1" fmla="*/ 0 h 1505"/>
                  <a:gd name="connsiteX2" fmla="*/ 324448 w 324448"/>
                  <a:gd name="connsiteY2" fmla="*/ 1505 h 1505"/>
                  <a:gd name="connsiteX3" fmla="*/ 0 w 324448"/>
                  <a:gd name="connsiteY3" fmla="*/ 1505 h 1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4448" h="1505">
                    <a:moveTo>
                      <a:pt x="0" y="0"/>
                    </a:moveTo>
                    <a:lnTo>
                      <a:pt x="324448" y="0"/>
                    </a:lnTo>
                    <a:lnTo>
                      <a:pt x="324448" y="1505"/>
                    </a:lnTo>
                    <a:lnTo>
                      <a:pt x="0" y="1505"/>
                    </a:ln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2211" name="子陵职场PPT10-24"/>
            <p:cNvSpPr/>
            <p:nvPr/>
          </p:nvSpPr>
          <p:spPr>
            <a:xfrm>
              <a:off x="8546146" y="3176862"/>
              <a:ext cx="2461566" cy="57496"/>
            </a:xfrm>
            <a:custGeom>
              <a:avLst/>
              <a:gdLst>
                <a:gd name="connsiteX0" fmla="*/ 2461567 w 2461566"/>
                <a:gd name="connsiteY0" fmla="*/ 28778 h 57496"/>
                <a:gd name="connsiteX1" fmla="*/ 1230784 w 2461566"/>
                <a:gd name="connsiteY1" fmla="*/ 57496 h 57496"/>
                <a:gd name="connsiteX2" fmla="*/ 0 w 2461566"/>
                <a:gd name="connsiteY2" fmla="*/ 28778 h 57496"/>
                <a:gd name="connsiteX3" fmla="*/ 1230784 w 2461566"/>
                <a:gd name="connsiteY3" fmla="*/ 0 h 57496"/>
                <a:gd name="connsiteX4" fmla="*/ 2461567 w 2461566"/>
                <a:gd name="connsiteY4" fmla="*/ 28778 h 57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1566" h="57496">
                  <a:moveTo>
                    <a:pt x="2461567" y="28778"/>
                  </a:moveTo>
                  <a:cubicBezTo>
                    <a:pt x="2461567" y="44612"/>
                    <a:pt x="1910505" y="57496"/>
                    <a:pt x="1230784" y="57496"/>
                  </a:cubicBezTo>
                  <a:cubicBezTo>
                    <a:pt x="551062" y="57496"/>
                    <a:pt x="0" y="44853"/>
                    <a:pt x="0" y="28778"/>
                  </a:cubicBezTo>
                  <a:cubicBezTo>
                    <a:pt x="0" y="12703"/>
                    <a:pt x="551062" y="0"/>
                    <a:pt x="1230784" y="0"/>
                  </a:cubicBezTo>
                  <a:cubicBezTo>
                    <a:pt x="1910505" y="0"/>
                    <a:pt x="2461567" y="12884"/>
                    <a:pt x="2461567" y="28778"/>
                  </a:cubicBezTo>
                  <a:close/>
                </a:path>
              </a:pathLst>
            </a:custGeom>
            <a:solidFill>
              <a:srgbClr val="F5F5F5"/>
            </a:solidFill>
            <a:ln w="6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212" name="图形 7"/>
            <p:cNvGrpSpPr/>
            <p:nvPr/>
          </p:nvGrpSpPr>
          <p:grpSpPr>
            <a:xfrm>
              <a:off x="10476015" y="2988279"/>
              <a:ext cx="217614" cy="199540"/>
              <a:chOff x="10476015" y="2988279"/>
              <a:chExt cx="217614" cy="199540"/>
            </a:xfrm>
          </p:grpSpPr>
          <p:sp>
            <p:nvSpPr>
              <p:cNvPr id="2213" name="子陵职场PPT10-25"/>
              <p:cNvSpPr/>
              <p:nvPr/>
            </p:nvSpPr>
            <p:spPr>
              <a:xfrm>
                <a:off x="10476015" y="2988279"/>
                <a:ext cx="112665" cy="177866"/>
              </a:xfrm>
              <a:custGeom>
                <a:avLst/>
                <a:gdLst>
                  <a:gd name="connsiteX0" fmla="*/ 63478 w 112665"/>
                  <a:gd name="connsiteY0" fmla="*/ 29520 h 177866"/>
                  <a:gd name="connsiteX1" fmla="*/ 40781 w 112665"/>
                  <a:gd name="connsiteY1" fmla="*/ 6221 h 177866"/>
                  <a:gd name="connsiteX2" fmla="*/ 14711 w 112665"/>
                  <a:gd name="connsiteY2" fmla="*/ 1404 h 177866"/>
                  <a:gd name="connsiteX3" fmla="*/ 262 w 112665"/>
                  <a:gd name="connsiteY3" fmla="*/ 31025 h 177866"/>
                  <a:gd name="connsiteX4" fmla="*/ 14049 w 112665"/>
                  <a:gd name="connsiteY4" fmla="*/ 67149 h 177866"/>
                  <a:gd name="connsiteX5" fmla="*/ 112666 w 112665"/>
                  <a:gd name="connsiteY5" fmla="*/ 177867 h 177866"/>
                  <a:gd name="connsiteX6" fmla="*/ 63478 w 112665"/>
                  <a:gd name="connsiteY6" fmla="*/ 29520 h 177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2665" h="177866">
                    <a:moveTo>
                      <a:pt x="63478" y="29520"/>
                    </a:moveTo>
                    <a:cubicBezTo>
                      <a:pt x="57229" y="20574"/>
                      <a:pt x="49565" y="12705"/>
                      <a:pt x="40781" y="6221"/>
                    </a:cubicBezTo>
                    <a:cubicBezTo>
                      <a:pt x="33496" y="248"/>
                      <a:pt x="23652" y="-1570"/>
                      <a:pt x="14711" y="1404"/>
                    </a:cubicBezTo>
                    <a:cubicBezTo>
                      <a:pt x="3754" y="5859"/>
                      <a:pt x="-1243" y="19466"/>
                      <a:pt x="262" y="31025"/>
                    </a:cubicBezTo>
                    <a:cubicBezTo>
                      <a:pt x="2237" y="43909"/>
                      <a:pt x="6939" y="56221"/>
                      <a:pt x="14049" y="67149"/>
                    </a:cubicBezTo>
                    <a:cubicBezTo>
                      <a:pt x="42466" y="108811"/>
                      <a:pt x="68776" y="146921"/>
                      <a:pt x="112666" y="177867"/>
                    </a:cubicBezTo>
                    <a:cubicBezTo>
                      <a:pt x="112666" y="126331"/>
                      <a:pt x="89607" y="73651"/>
                      <a:pt x="63478" y="29520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14" name="子陵职场PPT10-26"/>
              <p:cNvSpPr/>
              <p:nvPr/>
            </p:nvSpPr>
            <p:spPr>
              <a:xfrm>
                <a:off x="10590728" y="3023186"/>
                <a:ext cx="102901" cy="138504"/>
              </a:xfrm>
              <a:custGeom>
                <a:avLst/>
                <a:gdLst>
                  <a:gd name="connsiteX0" fmla="*/ 93559 w 102901"/>
                  <a:gd name="connsiteY0" fmla="*/ 1838 h 138504"/>
                  <a:gd name="connsiteX1" fmla="*/ 56473 w 102901"/>
                  <a:gd name="connsiteY1" fmla="*/ 10748 h 138504"/>
                  <a:gd name="connsiteX2" fmla="*/ 17098 w 102901"/>
                  <a:gd name="connsiteY2" fmla="*/ 57408 h 138504"/>
                  <a:gd name="connsiteX3" fmla="*/ 0 w 102901"/>
                  <a:gd name="connsiteY3" fmla="*/ 138505 h 138504"/>
                  <a:gd name="connsiteX4" fmla="*/ 93981 w 102901"/>
                  <a:gd name="connsiteY4" fmla="*/ 43440 h 138504"/>
                  <a:gd name="connsiteX5" fmla="*/ 102711 w 102901"/>
                  <a:gd name="connsiteY5" fmla="*/ 21947 h 138504"/>
                  <a:gd name="connsiteX6" fmla="*/ 93559 w 102901"/>
                  <a:gd name="connsiteY6" fmla="*/ 1838 h 138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901" h="138504">
                    <a:moveTo>
                      <a:pt x="93559" y="1838"/>
                    </a:moveTo>
                    <a:cubicBezTo>
                      <a:pt x="83746" y="-3581"/>
                      <a:pt x="65443" y="4066"/>
                      <a:pt x="56473" y="10748"/>
                    </a:cubicBezTo>
                    <a:cubicBezTo>
                      <a:pt x="39994" y="23133"/>
                      <a:pt x="26533" y="39081"/>
                      <a:pt x="17098" y="57408"/>
                    </a:cubicBezTo>
                    <a:cubicBezTo>
                      <a:pt x="3311" y="82032"/>
                      <a:pt x="1746" y="116530"/>
                      <a:pt x="0" y="138505"/>
                    </a:cubicBezTo>
                    <a:cubicBezTo>
                      <a:pt x="34739" y="110268"/>
                      <a:pt x="70140" y="81370"/>
                      <a:pt x="93981" y="43440"/>
                    </a:cubicBezTo>
                    <a:cubicBezTo>
                      <a:pt x="98520" y="37052"/>
                      <a:pt x="101513" y="29695"/>
                      <a:pt x="102711" y="21947"/>
                    </a:cubicBezTo>
                    <a:cubicBezTo>
                      <a:pt x="103788" y="14042"/>
                      <a:pt x="100230" y="6221"/>
                      <a:pt x="93559" y="1838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15" name="子陵职场PPT10-27"/>
              <p:cNvSpPr/>
              <p:nvPr/>
            </p:nvSpPr>
            <p:spPr>
              <a:xfrm>
                <a:off x="10548785" y="3076898"/>
                <a:ext cx="46605" cy="110921"/>
              </a:xfrm>
              <a:custGeom>
                <a:avLst/>
                <a:gdLst>
                  <a:gd name="connsiteX0" fmla="*/ 45074 w 46605"/>
                  <a:gd name="connsiteY0" fmla="*/ 110861 h 110921"/>
                  <a:gd name="connsiteX1" fmla="*/ 43629 w 46605"/>
                  <a:gd name="connsiteY1" fmla="*/ 109657 h 110921"/>
                  <a:gd name="connsiteX2" fmla="*/ 221 w 46605"/>
                  <a:gd name="connsiteY2" fmla="*/ 2310 h 110921"/>
                  <a:gd name="connsiteX3" fmla="*/ 702 w 46605"/>
                  <a:gd name="connsiteY3" fmla="*/ 203 h 110921"/>
                  <a:gd name="connsiteX4" fmla="*/ 2810 w 46605"/>
                  <a:gd name="connsiteY4" fmla="*/ 745 h 110921"/>
                  <a:gd name="connsiteX5" fmla="*/ 46579 w 46605"/>
                  <a:gd name="connsiteY5" fmla="*/ 109115 h 110921"/>
                  <a:gd name="connsiteX6" fmla="*/ 45435 w 46605"/>
                  <a:gd name="connsiteY6" fmla="*/ 110921 h 110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605" h="110921">
                    <a:moveTo>
                      <a:pt x="45074" y="110861"/>
                    </a:moveTo>
                    <a:cubicBezTo>
                      <a:pt x="44370" y="110849"/>
                      <a:pt x="43767" y="110349"/>
                      <a:pt x="43629" y="109657"/>
                    </a:cubicBezTo>
                    <a:cubicBezTo>
                      <a:pt x="35441" y="71643"/>
                      <a:pt x="20757" y="35333"/>
                      <a:pt x="221" y="2310"/>
                    </a:cubicBezTo>
                    <a:cubicBezTo>
                      <a:pt x="-207" y="1594"/>
                      <a:pt x="4" y="667"/>
                      <a:pt x="702" y="203"/>
                    </a:cubicBezTo>
                    <a:cubicBezTo>
                      <a:pt x="1437" y="-212"/>
                      <a:pt x="2370" y="29"/>
                      <a:pt x="2810" y="745"/>
                    </a:cubicBezTo>
                    <a:cubicBezTo>
                      <a:pt x="23508" y="34093"/>
                      <a:pt x="38313" y="70746"/>
                      <a:pt x="46579" y="109115"/>
                    </a:cubicBezTo>
                    <a:cubicBezTo>
                      <a:pt x="46730" y="109922"/>
                      <a:pt x="46230" y="110717"/>
                      <a:pt x="45435" y="110921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16" name="子陵职场PPT10-28"/>
              <p:cNvSpPr/>
              <p:nvPr/>
            </p:nvSpPr>
            <p:spPr>
              <a:xfrm>
                <a:off x="10587808" y="3093765"/>
                <a:ext cx="43120" cy="72742"/>
              </a:xfrm>
              <a:custGeom>
                <a:avLst/>
                <a:gdLst>
                  <a:gd name="connsiteX0" fmla="*/ 1475 w 43120"/>
                  <a:gd name="connsiteY0" fmla="*/ 72742 h 72742"/>
                  <a:gd name="connsiteX1" fmla="*/ 993 w 43120"/>
                  <a:gd name="connsiteY1" fmla="*/ 72742 h 72742"/>
                  <a:gd name="connsiteX2" fmla="*/ 90 w 43120"/>
                  <a:gd name="connsiteY2" fmla="*/ 70815 h 72742"/>
                  <a:gd name="connsiteX3" fmla="*/ 40428 w 43120"/>
                  <a:gd name="connsiteY3" fmla="*/ 555 h 72742"/>
                  <a:gd name="connsiteX4" fmla="*/ 42565 w 43120"/>
                  <a:gd name="connsiteY4" fmla="*/ 344 h 72742"/>
                  <a:gd name="connsiteX5" fmla="*/ 42776 w 43120"/>
                  <a:gd name="connsiteY5" fmla="*/ 2482 h 72742"/>
                  <a:gd name="connsiteX6" fmla="*/ 2920 w 43120"/>
                  <a:gd name="connsiteY6" fmla="*/ 71838 h 72742"/>
                  <a:gd name="connsiteX7" fmla="*/ 1475 w 43120"/>
                  <a:gd name="connsiteY7" fmla="*/ 72742 h 72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3120" h="72742">
                    <a:moveTo>
                      <a:pt x="1475" y="72742"/>
                    </a:moveTo>
                    <a:lnTo>
                      <a:pt x="993" y="72742"/>
                    </a:lnTo>
                    <a:cubicBezTo>
                      <a:pt x="211" y="72459"/>
                      <a:pt x="-193" y="71598"/>
                      <a:pt x="90" y="70815"/>
                    </a:cubicBezTo>
                    <a:cubicBezTo>
                      <a:pt x="9362" y="45234"/>
                      <a:pt x="23011" y="21459"/>
                      <a:pt x="40428" y="555"/>
                    </a:cubicBezTo>
                    <a:cubicBezTo>
                      <a:pt x="40958" y="-95"/>
                      <a:pt x="41915" y="-185"/>
                      <a:pt x="42565" y="344"/>
                    </a:cubicBezTo>
                    <a:cubicBezTo>
                      <a:pt x="43216" y="874"/>
                      <a:pt x="43306" y="1831"/>
                      <a:pt x="42776" y="2482"/>
                    </a:cubicBezTo>
                    <a:cubicBezTo>
                      <a:pt x="25557" y="23108"/>
                      <a:pt x="12071" y="46576"/>
                      <a:pt x="2920" y="71838"/>
                    </a:cubicBezTo>
                    <a:cubicBezTo>
                      <a:pt x="2673" y="72410"/>
                      <a:pt x="2095" y="72766"/>
                      <a:pt x="1475" y="72742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2217" name="子陵职场PPT10-29"/>
            <p:cNvSpPr/>
            <p:nvPr/>
          </p:nvSpPr>
          <p:spPr>
            <a:xfrm>
              <a:off x="8480401" y="2231694"/>
              <a:ext cx="2485528" cy="958774"/>
            </a:xfrm>
            <a:custGeom>
              <a:avLst/>
              <a:gdLst>
                <a:gd name="connsiteX0" fmla="*/ 2351752 w 2485528"/>
                <a:gd name="connsiteY0" fmla="*/ 10115 h 958774"/>
                <a:gd name="connsiteX1" fmla="*/ 2217975 w 2485528"/>
                <a:gd name="connsiteY1" fmla="*/ 0 h 958774"/>
                <a:gd name="connsiteX2" fmla="*/ 2269270 w 2485528"/>
                <a:gd name="connsiteY2" fmla="*/ 60206 h 958774"/>
                <a:gd name="connsiteX3" fmla="*/ 2074084 w 2485528"/>
                <a:gd name="connsiteY3" fmla="*/ 214994 h 958774"/>
                <a:gd name="connsiteX4" fmla="*/ 1747167 w 2485528"/>
                <a:gd name="connsiteY4" fmla="*/ 214272 h 958774"/>
                <a:gd name="connsiteX5" fmla="*/ 1242945 w 2485528"/>
                <a:gd name="connsiteY5" fmla="*/ 488870 h 958774"/>
                <a:gd name="connsiteX6" fmla="*/ 339018 w 2485528"/>
                <a:gd name="connsiteY6" fmla="*/ 488870 h 958774"/>
                <a:gd name="connsiteX7" fmla="*/ 0 w 2485528"/>
                <a:gd name="connsiteY7" fmla="*/ 958775 h 958774"/>
                <a:gd name="connsiteX8" fmla="*/ 262677 w 2485528"/>
                <a:gd name="connsiteY8" fmla="*/ 958775 h 958774"/>
                <a:gd name="connsiteX9" fmla="*/ 448893 w 2485528"/>
                <a:gd name="connsiteY9" fmla="*/ 703683 h 958774"/>
                <a:gd name="connsiteX10" fmla="*/ 1242945 w 2485528"/>
                <a:gd name="connsiteY10" fmla="*/ 703683 h 958774"/>
                <a:gd name="connsiteX11" fmla="*/ 1746625 w 2485528"/>
                <a:gd name="connsiteY11" fmla="*/ 436912 h 958774"/>
                <a:gd name="connsiteX12" fmla="*/ 2151448 w 2485528"/>
                <a:gd name="connsiteY12" fmla="*/ 437815 h 958774"/>
                <a:gd name="connsiteX13" fmla="*/ 2413764 w 2485528"/>
                <a:gd name="connsiteY13" fmla="*/ 229684 h 958774"/>
                <a:gd name="connsiteX14" fmla="*/ 2463193 w 2485528"/>
                <a:gd name="connsiteY14" fmla="*/ 287662 h 958774"/>
                <a:gd name="connsiteX15" fmla="*/ 2474331 w 2485528"/>
                <a:gd name="connsiteY15" fmla="*/ 153946 h 958774"/>
                <a:gd name="connsiteX16" fmla="*/ 2485529 w 2485528"/>
                <a:gd name="connsiteY16" fmla="*/ 20229 h 958774"/>
                <a:gd name="connsiteX17" fmla="*/ 2351752 w 2485528"/>
                <a:gd name="connsiteY17" fmla="*/ 10115 h 958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5528" h="958774">
                  <a:moveTo>
                    <a:pt x="2351752" y="10115"/>
                  </a:moveTo>
                  <a:lnTo>
                    <a:pt x="2217975" y="0"/>
                  </a:lnTo>
                  <a:lnTo>
                    <a:pt x="2269270" y="60206"/>
                  </a:lnTo>
                  <a:lnTo>
                    <a:pt x="2074084" y="214994"/>
                  </a:lnTo>
                  <a:lnTo>
                    <a:pt x="1747167" y="214272"/>
                  </a:lnTo>
                  <a:lnTo>
                    <a:pt x="1242945" y="488870"/>
                  </a:lnTo>
                  <a:lnTo>
                    <a:pt x="339018" y="488870"/>
                  </a:lnTo>
                  <a:lnTo>
                    <a:pt x="0" y="958775"/>
                  </a:lnTo>
                  <a:lnTo>
                    <a:pt x="262677" y="958775"/>
                  </a:lnTo>
                  <a:lnTo>
                    <a:pt x="448893" y="703683"/>
                  </a:lnTo>
                  <a:lnTo>
                    <a:pt x="1242945" y="703683"/>
                  </a:lnTo>
                  <a:lnTo>
                    <a:pt x="1746625" y="436912"/>
                  </a:lnTo>
                  <a:lnTo>
                    <a:pt x="2151448" y="437815"/>
                  </a:lnTo>
                  <a:lnTo>
                    <a:pt x="2413764" y="229684"/>
                  </a:lnTo>
                  <a:lnTo>
                    <a:pt x="2463193" y="287662"/>
                  </a:lnTo>
                  <a:lnTo>
                    <a:pt x="2474331" y="153946"/>
                  </a:lnTo>
                  <a:lnTo>
                    <a:pt x="2485529" y="20229"/>
                  </a:lnTo>
                  <a:lnTo>
                    <a:pt x="2351752" y="10115"/>
                  </a:ln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6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218" name="图形 7"/>
            <p:cNvGrpSpPr/>
            <p:nvPr/>
          </p:nvGrpSpPr>
          <p:grpSpPr>
            <a:xfrm>
              <a:off x="9999395" y="717097"/>
              <a:ext cx="346275" cy="346275"/>
              <a:chOff x="9999395" y="717097"/>
              <a:chExt cx="346275" cy="346275"/>
            </a:xfrm>
          </p:grpSpPr>
          <p:sp>
            <p:nvSpPr>
              <p:cNvPr id="2219" name="子陵职场PPT10-30"/>
              <p:cNvSpPr/>
              <p:nvPr/>
            </p:nvSpPr>
            <p:spPr>
              <a:xfrm rot="-2404802">
                <a:off x="10049653" y="767355"/>
                <a:ext cx="245759" cy="245759"/>
              </a:xfrm>
              <a:custGeom>
                <a:avLst/>
                <a:gdLst>
                  <a:gd name="connsiteX0" fmla="*/ 245759 w 245759"/>
                  <a:gd name="connsiteY0" fmla="*/ 122880 h 245759"/>
                  <a:gd name="connsiteX1" fmla="*/ 122880 w 245759"/>
                  <a:gd name="connsiteY1" fmla="*/ 245759 h 245759"/>
                  <a:gd name="connsiteX2" fmla="*/ 0 w 245759"/>
                  <a:gd name="connsiteY2" fmla="*/ 122880 h 245759"/>
                  <a:gd name="connsiteX3" fmla="*/ 122880 w 245759"/>
                  <a:gd name="connsiteY3" fmla="*/ 0 h 245759"/>
                  <a:gd name="connsiteX4" fmla="*/ 245759 w 245759"/>
                  <a:gd name="connsiteY4" fmla="*/ 122880 h 245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5759" h="245759">
                    <a:moveTo>
                      <a:pt x="245759" y="122880"/>
                    </a:moveTo>
                    <a:cubicBezTo>
                      <a:pt x="245759" y="190744"/>
                      <a:pt x="190744" y="245759"/>
                      <a:pt x="122880" y="245759"/>
                    </a:cubicBezTo>
                    <a:cubicBezTo>
                      <a:pt x="55015" y="245759"/>
                      <a:pt x="0" y="190744"/>
                      <a:pt x="0" y="122880"/>
                    </a:cubicBezTo>
                    <a:cubicBezTo>
                      <a:pt x="0" y="55015"/>
                      <a:pt x="55015" y="0"/>
                      <a:pt x="122880" y="0"/>
                    </a:cubicBezTo>
                    <a:cubicBezTo>
                      <a:pt x="190744" y="0"/>
                      <a:pt x="245759" y="55015"/>
                      <a:pt x="245759" y="122880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0" name="子陵职场PPT10-31"/>
              <p:cNvSpPr/>
              <p:nvPr/>
            </p:nvSpPr>
            <p:spPr>
              <a:xfrm>
                <a:off x="10073803" y="964065"/>
                <a:ext cx="38110" cy="42023"/>
              </a:xfrm>
              <a:custGeom>
                <a:avLst/>
                <a:gdLst>
                  <a:gd name="connsiteX0" fmla="*/ 37026 w 38110"/>
                  <a:gd name="connsiteY0" fmla="*/ 0 h 42023"/>
                  <a:gd name="connsiteX1" fmla="*/ 5479 w 38110"/>
                  <a:gd name="connsiteY1" fmla="*/ 2529 h 42023"/>
                  <a:gd name="connsiteX2" fmla="*/ 0 w 38110"/>
                  <a:gd name="connsiteY2" fmla="*/ 42023 h 42023"/>
                  <a:gd name="connsiteX3" fmla="*/ 38110 w 38110"/>
                  <a:gd name="connsiteY3" fmla="*/ 32631 h 42023"/>
                  <a:gd name="connsiteX4" fmla="*/ 37026 w 38110"/>
                  <a:gd name="connsiteY4" fmla="*/ 0 h 42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10" h="42023">
                    <a:moveTo>
                      <a:pt x="37026" y="0"/>
                    </a:moveTo>
                    <a:lnTo>
                      <a:pt x="5479" y="2529"/>
                    </a:lnTo>
                    <a:lnTo>
                      <a:pt x="0" y="42023"/>
                    </a:lnTo>
                    <a:lnTo>
                      <a:pt x="38110" y="32631"/>
                    </a:lnTo>
                    <a:lnTo>
                      <a:pt x="37026" y="0"/>
                    </a:ln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1" name="子陵职场PPT10-32"/>
              <p:cNvSpPr/>
              <p:nvPr/>
            </p:nvSpPr>
            <p:spPr>
              <a:xfrm>
                <a:off x="10242107" y="771138"/>
                <a:ext cx="68376" cy="97440"/>
              </a:xfrm>
              <a:custGeom>
                <a:avLst/>
                <a:gdLst>
                  <a:gd name="connsiteX0" fmla="*/ 66920 w 68376"/>
                  <a:gd name="connsiteY0" fmla="*/ 97441 h 97440"/>
                  <a:gd name="connsiteX1" fmla="*/ 65475 w 68376"/>
                  <a:gd name="connsiteY1" fmla="*/ 96116 h 97440"/>
                  <a:gd name="connsiteX2" fmla="*/ 814 w 68376"/>
                  <a:gd name="connsiteY2" fmla="*/ 2858 h 97440"/>
                  <a:gd name="connsiteX3" fmla="*/ 152 w 68376"/>
                  <a:gd name="connsiteY3" fmla="*/ 811 h 97440"/>
                  <a:gd name="connsiteX4" fmla="*/ 2138 w 68376"/>
                  <a:gd name="connsiteY4" fmla="*/ 149 h 97440"/>
                  <a:gd name="connsiteX5" fmla="*/ 68364 w 68376"/>
                  <a:gd name="connsiteY5" fmla="*/ 95815 h 97440"/>
                  <a:gd name="connsiteX6" fmla="*/ 67118 w 68376"/>
                  <a:gd name="connsiteY6" fmla="*/ 97433 h 97440"/>
                  <a:gd name="connsiteX7" fmla="*/ 67040 w 68376"/>
                  <a:gd name="connsiteY7" fmla="*/ 97441 h 97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8376" h="97440">
                    <a:moveTo>
                      <a:pt x="66920" y="97441"/>
                    </a:moveTo>
                    <a:cubicBezTo>
                      <a:pt x="66167" y="97443"/>
                      <a:pt x="65535" y="96867"/>
                      <a:pt x="65475" y="96116"/>
                    </a:cubicBezTo>
                    <a:cubicBezTo>
                      <a:pt x="60767" y="56213"/>
                      <a:pt x="36534" y="21260"/>
                      <a:pt x="814" y="2858"/>
                    </a:cubicBezTo>
                    <a:cubicBezTo>
                      <a:pt x="85" y="2459"/>
                      <a:pt x="-204" y="1561"/>
                      <a:pt x="152" y="811"/>
                    </a:cubicBezTo>
                    <a:cubicBezTo>
                      <a:pt x="525" y="90"/>
                      <a:pt x="1404" y="-203"/>
                      <a:pt x="2138" y="149"/>
                    </a:cubicBezTo>
                    <a:cubicBezTo>
                      <a:pt x="38761" y="19028"/>
                      <a:pt x="63584" y="54892"/>
                      <a:pt x="68364" y="95815"/>
                    </a:cubicBezTo>
                    <a:cubicBezTo>
                      <a:pt x="68467" y="96607"/>
                      <a:pt x="67907" y="97331"/>
                      <a:pt x="67118" y="97433"/>
                    </a:cubicBezTo>
                    <a:cubicBezTo>
                      <a:pt x="67088" y="97436"/>
                      <a:pt x="67064" y="97439"/>
                      <a:pt x="67040" y="97441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2" name="子陵职场PPT10-33"/>
              <p:cNvSpPr/>
              <p:nvPr/>
            </p:nvSpPr>
            <p:spPr>
              <a:xfrm>
                <a:off x="10308328" y="883956"/>
                <a:ext cx="4213" cy="21107"/>
              </a:xfrm>
              <a:custGeom>
                <a:avLst/>
                <a:gdLst>
                  <a:gd name="connsiteX0" fmla="*/ 1481 w 4213"/>
                  <a:gd name="connsiteY0" fmla="*/ 21107 h 21107"/>
                  <a:gd name="connsiteX1" fmla="*/ 1180 w 4213"/>
                  <a:gd name="connsiteY1" fmla="*/ 21107 h 21107"/>
                  <a:gd name="connsiteX2" fmla="*/ 36 w 4213"/>
                  <a:gd name="connsiteY2" fmla="*/ 19314 h 21107"/>
                  <a:gd name="connsiteX3" fmla="*/ 36 w 4213"/>
                  <a:gd name="connsiteY3" fmla="*/ 19301 h 21107"/>
                  <a:gd name="connsiteX4" fmla="*/ 518 w 4213"/>
                  <a:gd name="connsiteY4" fmla="*/ 1781 h 21107"/>
                  <a:gd name="connsiteX5" fmla="*/ 1722 w 4213"/>
                  <a:gd name="connsiteY5" fmla="*/ 35 h 21107"/>
                  <a:gd name="connsiteX6" fmla="*/ 3450 w 4213"/>
                  <a:gd name="connsiteY6" fmla="*/ 1129 h 21107"/>
                  <a:gd name="connsiteX7" fmla="*/ 3468 w 4213"/>
                  <a:gd name="connsiteY7" fmla="*/ 1239 h 21107"/>
                  <a:gd name="connsiteX8" fmla="*/ 2986 w 4213"/>
                  <a:gd name="connsiteY8" fmla="*/ 19963 h 21107"/>
                  <a:gd name="connsiteX9" fmla="*/ 1481 w 4213"/>
                  <a:gd name="connsiteY9" fmla="*/ 21107 h 21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213" h="21107">
                    <a:moveTo>
                      <a:pt x="1481" y="21107"/>
                    </a:moveTo>
                    <a:lnTo>
                      <a:pt x="1180" y="21107"/>
                    </a:lnTo>
                    <a:cubicBezTo>
                      <a:pt x="368" y="20929"/>
                      <a:pt x="-144" y="20126"/>
                      <a:pt x="36" y="19314"/>
                    </a:cubicBezTo>
                    <a:cubicBezTo>
                      <a:pt x="36" y="19310"/>
                      <a:pt x="36" y="19305"/>
                      <a:pt x="36" y="19301"/>
                    </a:cubicBezTo>
                    <a:cubicBezTo>
                      <a:pt x="1397" y="13556"/>
                      <a:pt x="1560" y="7592"/>
                      <a:pt x="518" y="1781"/>
                    </a:cubicBezTo>
                    <a:cubicBezTo>
                      <a:pt x="373" y="967"/>
                      <a:pt x="909" y="188"/>
                      <a:pt x="1722" y="35"/>
                    </a:cubicBezTo>
                    <a:cubicBezTo>
                      <a:pt x="2499" y="-139"/>
                      <a:pt x="3275" y="351"/>
                      <a:pt x="3450" y="1129"/>
                    </a:cubicBezTo>
                    <a:cubicBezTo>
                      <a:pt x="3456" y="1166"/>
                      <a:pt x="3462" y="1203"/>
                      <a:pt x="3468" y="1239"/>
                    </a:cubicBezTo>
                    <a:cubicBezTo>
                      <a:pt x="4606" y="7447"/>
                      <a:pt x="4437" y="13822"/>
                      <a:pt x="2986" y="19963"/>
                    </a:cubicBezTo>
                    <a:cubicBezTo>
                      <a:pt x="2800" y="20639"/>
                      <a:pt x="2180" y="21106"/>
                      <a:pt x="1481" y="21107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3" name="子陵职场PPT10-34"/>
              <p:cNvSpPr/>
              <p:nvPr/>
            </p:nvSpPr>
            <p:spPr>
              <a:xfrm>
                <a:off x="10108481" y="826013"/>
                <a:ext cx="128057" cy="127816"/>
              </a:xfrm>
              <a:custGeom>
                <a:avLst/>
                <a:gdLst>
                  <a:gd name="connsiteX0" fmla="*/ 18242 w 128057"/>
                  <a:gd name="connsiteY0" fmla="*/ 34076 h 127816"/>
                  <a:gd name="connsiteX1" fmla="*/ 10476 w 128057"/>
                  <a:gd name="connsiteY1" fmla="*/ 52861 h 127816"/>
                  <a:gd name="connsiteX2" fmla="*/ 0 w 128057"/>
                  <a:gd name="connsiteY2" fmla="*/ 53884 h 127816"/>
                  <a:gd name="connsiteX3" fmla="*/ 0 w 128057"/>
                  <a:gd name="connsiteY3" fmla="*/ 74234 h 127816"/>
                  <a:gd name="connsiteX4" fmla="*/ 10476 w 128057"/>
                  <a:gd name="connsiteY4" fmla="*/ 75197 h 127816"/>
                  <a:gd name="connsiteX5" fmla="*/ 18242 w 128057"/>
                  <a:gd name="connsiteY5" fmla="*/ 94041 h 127816"/>
                  <a:gd name="connsiteX6" fmla="*/ 11620 w 128057"/>
                  <a:gd name="connsiteY6" fmla="*/ 101868 h 127816"/>
                  <a:gd name="connsiteX7" fmla="*/ 26009 w 128057"/>
                  <a:gd name="connsiteY7" fmla="*/ 116257 h 127816"/>
                  <a:gd name="connsiteX8" fmla="*/ 34076 w 128057"/>
                  <a:gd name="connsiteY8" fmla="*/ 109574 h 127816"/>
                  <a:gd name="connsiteX9" fmla="*/ 52921 w 128057"/>
                  <a:gd name="connsiteY9" fmla="*/ 117341 h 127816"/>
                  <a:gd name="connsiteX10" fmla="*/ 53884 w 128057"/>
                  <a:gd name="connsiteY10" fmla="*/ 127817 h 127816"/>
                  <a:gd name="connsiteX11" fmla="*/ 74233 w 128057"/>
                  <a:gd name="connsiteY11" fmla="*/ 127817 h 127816"/>
                  <a:gd name="connsiteX12" fmla="*/ 75257 w 128057"/>
                  <a:gd name="connsiteY12" fmla="*/ 117341 h 127816"/>
                  <a:gd name="connsiteX13" fmla="*/ 94041 w 128057"/>
                  <a:gd name="connsiteY13" fmla="*/ 109574 h 127816"/>
                  <a:gd name="connsiteX14" fmla="*/ 101928 w 128057"/>
                  <a:gd name="connsiteY14" fmla="*/ 116498 h 127816"/>
                  <a:gd name="connsiteX15" fmla="*/ 116498 w 128057"/>
                  <a:gd name="connsiteY15" fmla="*/ 101868 h 127816"/>
                  <a:gd name="connsiteX16" fmla="*/ 109755 w 128057"/>
                  <a:gd name="connsiteY16" fmla="*/ 94041 h 127816"/>
                  <a:gd name="connsiteX17" fmla="*/ 117521 w 128057"/>
                  <a:gd name="connsiteY17" fmla="*/ 75197 h 127816"/>
                  <a:gd name="connsiteX18" fmla="*/ 128057 w 128057"/>
                  <a:gd name="connsiteY18" fmla="*/ 74234 h 127816"/>
                  <a:gd name="connsiteX19" fmla="*/ 128057 w 128057"/>
                  <a:gd name="connsiteY19" fmla="*/ 53703 h 127816"/>
                  <a:gd name="connsiteX20" fmla="*/ 117521 w 128057"/>
                  <a:gd name="connsiteY20" fmla="*/ 52680 h 127816"/>
                  <a:gd name="connsiteX21" fmla="*/ 109755 w 128057"/>
                  <a:gd name="connsiteY21" fmla="*/ 33896 h 127816"/>
                  <a:gd name="connsiteX22" fmla="*/ 116498 w 128057"/>
                  <a:gd name="connsiteY22" fmla="*/ 25768 h 127816"/>
                  <a:gd name="connsiteX23" fmla="*/ 101928 w 128057"/>
                  <a:gd name="connsiteY23" fmla="*/ 11559 h 127816"/>
                  <a:gd name="connsiteX24" fmla="*/ 93800 w 128057"/>
                  <a:gd name="connsiteY24" fmla="*/ 18242 h 127816"/>
                  <a:gd name="connsiteX25" fmla="*/ 75016 w 128057"/>
                  <a:gd name="connsiteY25" fmla="*/ 10476 h 127816"/>
                  <a:gd name="connsiteX26" fmla="*/ 73993 w 128057"/>
                  <a:gd name="connsiteY26" fmla="*/ 0 h 127816"/>
                  <a:gd name="connsiteX27" fmla="*/ 53764 w 128057"/>
                  <a:gd name="connsiteY27" fmla="*/ 0 h 127816"/>
                  <a:gd name="connsiteX28" fmla="*/ 52800 w 128057"/>
                  <a:gd name="connsiteY28" fmla="*/ 10476 h 127816"/>
                  <a:gd name="connsiteX29" fmla="*/ 33956 w 128057"/>
                  <a:gd name="connsiteY29" fmla="*/ 18242 h 127816"/>
                  <a:gd name="connsiteX30" fmla="*/ 25949 w 128057"/>
                  <a:gd name="connsiteY30" fmla="*/ 11559 h 127816"/>
                  <a:gd name="connsiteX31" fmla="*/ 11620 w 128057"/>
                  <a:gd name="connsiteY31" fmla="*/ 25949 h 127816"/>
                  <a:gd name="connsiteX32" fmla="*/ 83505 w 128057"/>
                  <a:gd name="connsiteY32" fmla="*/ 44552 h 127816"/>
                  <a:gd name="connsiteX33" fmla="*/ 83463 w 128057"/>
                  <a:gd name="connsiteY33" fmla="*/ 83463 h 127816"/>
                  <a:gd name="connsiteX34" fmla="*/ 44552 w 128057"/>
                  <a:gd name="connsiteY34" fmla="*/ 83420 h 127816"/>
                  <a:gd name="connsiteX35" fmla="*/ 44552 w 128057"/>
                  <a:gd name="connsiteY35" fmla="*/ 44552 h 127816"/>
                  <a:gd name="connsiteX36" fmla="*/ 83463 w 128057"/>
                  <a:gd name="connsiteY36" fmla="*/ 44510 h 127816"/>
                  <a:gd name="connsiteX37" fmla="*/ 83505 w 128057"/>
                  <a:gd name="connsiteY37" fmla="*/ 44552 h 127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28057" h="127816">
                    <a:moveTo>
                      <a:pt x="18242" y="34076"/>
                    </a:moveTo>
                    <a:cubicBezTo>
                      <a:pt x="14510" y="39801"/>
                      <a:pt x="11879" y="46171"/>
                      <a:pt x="10476" y="52861"/>
                    </a:cubicBezTo>
                    <a:lnTo>
                      <a:pt x="0" y="53884"/>
                    </a:lnTo>
                    <a:lnTo>
                      <a:pt x="0" y="74234"/>
                    </a:lnTo>
                    <a:lnTo>
                      <a:pt x="10476" y="75197"/>
                    </a:lnTo>
                    <a:cubicBezTo>
                      <a:pt x="11872" y="81905"/>
                      <a:pt x="14510" y="88295"/>
                      <a:pt x="18242" y="94041"/>
                    </a:cubicBezTo>
                    <a:lnTo>
                      <a:pt x="11620" y="101868"/>
                    </a:lnTo>
                    <a:lnTo>
                      <a:pt x="26009" y="116257"/>
                    </a:lnTo>
                    <a:lnTo>
                      <a:pt x="34076" y="109574"/>
                    </a:lnTo>
                    <a:cubicBezTo>
                      <a:pt x="39820" y="113308"/>
                      <a:pt x="46214" y="115941"/>
                      <a:pt x="52921" y="117341"/>
                    </a:cubicBezTo>
                    <a:lnTo>
                      <a:pt x="53884" y="127817"/>
                    </a:lnTo>
                    <a:lnTo>
                      <a:pt x="74233" y="127817"/>
                    </a:lnTo>
                    <a:lnTo>
                      <a:pt x="75257" y="117341"/>
                    </a:lnTo>
                    <a:cubicBezTo>
                      <a:pt x="81946" y="115941"/>
                      <a:pt x="88316" y="113307"/>
                      <a:pt x="94041" y="109574"/>
                    </a:cubicBezTo>
                    <a:lnTo>
                      <a:pt x="101928" y="116498"/>
                    </a:lnTo>
                    <a:lnTo>
                      <a:pt x="116498" y="101868"/>
                    </a:lnTo>
                    <a:lnTo>
                      <a:pt x="109755" y="94041"/>
                    </a:lnTo>
                    <a:cubicBezTo>
                      <a:pt x="113536" y="88321"/>
                      <a:pt x="116173" y="81921"/>
                      <a:pt x="117521" y="75197"/>
                    </a:cubicBezTo>
                    <a:lnTo>
                      <a:pt x="128057" y="74234"/>
                    </a:lnTo>
                    <a:lnTo>
                      <a:pt x="128057" y="53703"/>
                    </a:lnTo>
                    <a:lnTo>
                      <a:pt x="117521" y="52680"/>
                    </a:lnTo>
                    <a:cubicBezTo>
                      <a:pt x="116173" y="45974"/>
                      <a:pt x="113536" y="39594"/>
                      <a:pt x="109755" y="33896"/>
                    </a:cubicBezTo>
                    <a:lnTo>
                      <a:pt x="116498" y="25768"/>
                    </a:lnTo>
                    <a:lnTo>
                      <a:pt x="101928" y="11559"/>
                    </a:lnTo>
                    <a:lnTo>
                      <a:pt x="93800" y="18242"/>
                    </a:lnTo>
                    <a:cubicBezTo>
                      <a:pt x="88075" y="14510"/>
                      <a:pt x="81705" y="11876"/>
                      <a:pt x="75016" y="10476"/>
                    </a:cubicBezTo>
                    <a:lnTo>
                      <a:pt x="73993" y="0"/>
                    </a:lnTo>
                    <a:lnTo>
                      <a:pt x="53764" y="0"/>
                    </a:lnTo>
                    <a:lnTo>
                      <a:pt x="52800" y="10476"/>
                    </a:lnTo>
                    <a:cubicBezTo>
                      <a:pt x="46093" y="11876"/>
                      <a:pt x="39700" y="14509"/>
                      <a:pt x="33956" y="18242"/>
                    </a:cubicBezTo>
                    <a:lnTo>
                      <a:pt x="25949" y="11559"/>
                    </a:lnTo>
                    <a:lnTo>
                      <a:pt x="11620" y="25949"/>
                    </a:lnTo>
                    <a:close/>
                    <a:moveTo>
                      <a:pt x="83505" y="44552"/>
                    </a:moveTo>
                    <a:cubicBezTo>
                      <a:pt x="94240" y="55308"/>
                      <a:pt x="94222" y="72730"/>
                      <a:pt x="83463" y="83463"/>
                    </a:cubicBezTo>
                    <a:cubicBezTo>
                      <a:pt x="72704" y="94196"/>
                      <a:pt x="55287" y="94177"/>
                      <a:pt x="44552" y="83420"/>
                    </a:cubicBezTo>
                    <a:cubicBezTo>
                      <a:pt x="33836" y="72680"/>
                      <a:pt x="33836" y="55292"/>
                      <a:pt x="44552" y="44552"/>
                    </a:cubicBezTo>
                    <a:cubicBezTo>
                      <a:pt x="55287" y="33796"/>
                      <a:pt x="72704" y="33777"/>
                      <a:pt x="83463" y="44510"/>
                    </a:cubicBezTo>
                    <a:cubicBezTo>
                      <a:pt x="83475" y="44524"/>
                      <a:pt x="83493" y="44538"/>
                      <a:pt x="83505" y="445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224" name="图形 7"/>
            <p:cNvGrpSpPr/>
            <p:nvPr/>
          </p:nvGrpSpPr>
          <p:grpSpPr>
            <a:xfrm>
              <a:off x="8271789" y="404093"/>
              <a:ext cx="2084025" cy="2199792"/>
              <a:chOff x="8271789" y="404093"/>
              <a:chExt cx="2084025" cy="2199792"/>
            </a:xfrm>
          </p:grpSpPr>
          <p:sp>
            <p:nvSpPr>
              <p:cNvPr id="2225" name="子陵职场PPT10-35"/>
              <p:cNvSpPr/>
              <p:nvPr/>
            </p:nvSpPr>
            <p:spPr>
              <a:xfrm>
                <a:off x="9356333" y="1583360"/>
                <a:ext cx="115715" cy="77464"/>
              </a:xfrm>
              <a:custGeom>
                <a:avLst/>
                <a:gdLst>
                  <a:gd name="connsiteX0" fmla="*/ 0 w 115715"/>
                  <a:gd name="connsiteY0" fmla="*/ 39535 h 77464"/>
                  <a:gd name="connsiteX1" fmla="*/ 72789 w 115715"/>
                  <a:gd name="connsiteY1" fmla="*/ 1365 h 77464"/>
                  <a:gd name="connsiteX2" fmla="*/ 115715 w 115715"/>
                  <a:gd name="connsiteY2" fmla="*/ 77465 h 77464"/>
                  <a:gd name="connsiteX3" fmla="*/ 93259 w 115715"/>
                  <a:gd name="connsiteY3" fmla="*/ 69698 h 77464"/>
                  <a:gd name="connsiteX4" fmla="*/ 71765 w 115715"/>
                  <a:gd name="connsiteY4" fmla="*/ 15032 h 77464"/>
                  <a:gd name="connsiteX5" fmla="*/ 15954 w 115715"/>
                  <a:gd name="connsiteY5" fmla="*/ 46760 h 77464"/>
                  <a:gd name="connsiteX6" fmla="*/ 3010 w 115715"/>
                  <a:gd name="connsiteY6" fmla="*/ 39897 h 77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715" h="77464">
                    <a:moveTo>
                      <a:pt x="0" y="39535"/>
                    </a:moveTo>
                    <a:cubicBezTo>
                      <a:pt x="0" y="39535"/>
                      <a:pt x="32270" y="-8629"/>
                      <a:pt x="72789" y="1365"/>
                    </a:cubicBezTo>
                    <a:cubicBezTo>
                      <a:pt x="113307" y="11359"/>
                      <a:pt x="115715" y="77465"/>
                      <a:pt x="115715" y="77465"/>
                    </a:cubicBezTo>
                    <a:lnTo>
                      <a:pt x="93259" y="69698"/>
                    </a:lnTo>
                    <a:cubicBezTo>
                      <a:pt x="93259" y="69698"/>
                      <a:pt x="100604" y="21835"/>
                      <a:pt x="71765" y="15032"/>
                    </a:cubicBezTo>
                    <a:cubicBezTo>
                      <a:pt x="42927" y="8228"/>
                      <a:pt x="15954" y="46760"/>
                      <a:pt x="15954" y="46760"/>
                    </a:cubicBezTo>
                    <a:lnTo>
                      <a:pt x="3010" y="39897"/>
                    </a:lnTo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6" name="子陵职场PPT10-36"/>
              <p:cNvSpPr/>
              <p:nvPr/>
            </p:nvSpPr>
            <p:spPr>
              <a:xfrm>
                <a:off x="9145492" y="1589782"/>
                <a:ext cx="444076" cy="380680"/>
              </a:xfrm>
              <a:custGeom>
                <a:avLst/>
                <a:gdLst>
                  <a:gd name="connsiteX0" fmla="*/ 0 w 444076"/>
                  <a:gd name="connsiteY0" fmla="*/ 262677 h 380680"/>
                  <a:gd name="connsiteX1" fmla="*/ 12282 w 444076"/>
                  <a:gd name="connsiteY1" fmla="*/ 230768 h 380680"/>
                  <a:gd name="connsiteX2" fmla="*/ 101266 w 444076"/>
                  <a:gd name="connsiteY2" fmla="*/ 0 h 380680"/>
                  <a:gd name="connsiteX3" fmla="*/ 444077 w 444076"/>
                  <a:gd name="connsiteY3" fmla="*/ 103554 h 380680"/>
                  <a:gd name="connsiteX4" fmla="*/ 372853 w 444076"/>
                  <a:gd name="connsiteY4" fmla="*/ 380680 h 380680"/>
                  <a:gd name="connsiteX5" fmla="*/ 0 w 444076"/>
                  <a:gd name="connsiteY5" fmla="*/ 262677 h 380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44076" h="380680">
                    <a:moveTo>
                      <a:pt x="0" y="262677"/>
                    </a:moveTo>
                    <a:lnTo>
                      <a:pt x="12282" y="230768"/>
                    </a:lnTo>
                    <a:lnTo>
                      <a:pt x="101266" y="0"/>
                    </a:lnTo>
                    <a:lnTo>
                      <a:pt x="444077" y="103554"/>
                    </a:lnTo>
                    <a:lnTo>
                      <a:pt x="372853" y="380680"/>
                    </a:lnTo>
                    <a:lnTo>
                      <a:pt x="0" y="262677"/>
                    </a:ln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7" name="子陵职场PPT10-37"/>
              <p:cNvSpPr/>
              <p:nvPr/>
            </p:nvSpPr>
            <p:spPr>
              <a:xfrm>
                <a:off x="9389146" y="1507208"/>
                <a:ext cx="97290" cy="124968"/>
              </a:xfrm>
              <a:custGeom>
                <a:avLst/>
                <a:gdLst>
                  <a:gd name="connsiteX0" fmla="*/ 45514 w 97290"/>
                  <a:gd name="connsiteY0" fmla="*/ 10086 h 124968"/>
                  <a:gd name="connsiteX1" fmla="*/ 4995 w 97290"/>
                  <a:gd name="connsiteY1" fmla="*/ 57167 h 124968"/>
                  <a:gd name="connsiteX2" fmla="*/ 2948 w 97290"/>
                  <a:gd name="connsiteY2" fmla="*/ 77216 h 124968"/>
                  <a:gd name="connsiteX3" fmla="*/ 14026 w 97290"/>
                  <a:gd name="connsiteY3" fmla="*/ 84139 h 124968"/>
                  <a:gd name="connsiteX4" fmla="*/ 17097 w 97290"/>
                  <a:gd name="connsiteY4" fmla="*/ 99733 h 124968"/>
                  <a:gd name="connsiteX5" fmla="*/ 29138 w 97290"/>
                  <a:gd name="connsiteY5" fmla="*/ 103887 h 124968"/>
                  <a:gd name="connsiteX6" fmla="*/ 37446 w 97290"/>
                  <a:gd name="connsiteY6" fmla="*/ 123273 h 124968"/>
                  <a:gd name="connsiteX7" fmla="*/ 54063 w 97290"/>
                  <a:gd name="connsiteY7" fmla="*/ 123273 h 124968"/>
                  <a:gd name="connsiteX8" fmla="*/ 65141 w 97290"/>
                  <a:gd name="connsiteY8" fmla="*/ 106295 h 124968"/>
                  <a:gd name="connsiteX9" fmla="*/ 77182 w 97290"/>
                  <a:gd name="connsiteY9" fmla="*/ 124959 h 124968"/>
                  <a:gd name="connsiteX10" fmla="*/ 88260 w 97290"/>
                  <a:gd name="connsiteY10" fmla="*/ 109064 h 124968"/>
                  <a:gd name="connsiteX11" fmla="*/ 93437 w 97290"/>
                  <a:gd name="connsiteY11" fmla="*/ 69269 h 124968"/>
                  <a:gd name="connsiteX12" fmla="*/ 87899 w 97290"/>
                  <a:gd name="connsiteY12" fmla="*/ 42959 h 124968"/>
                  <a:gd name="connsiteX13" fmla="*/ 97291 w 97290"/>
                  <a:gd name="connsiteY13" fmla="*/ 5210 h 124968"/>
                  <a:gd name="connsiteX14" fmla="*/ 51233 w 97290"/>
                  <a:gd name="connsiteY14" fmla="*/ 92 h 124968"/>
                  <a:gd name="connsiteX15" fmla="*/ 45514 w 97290"/>
                  <a:gd name="connsiteY15" fmla="*/ 10086 h 124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7290" h="124968">
                    <a:moveTo>
                      <a:pt x="45514" y="10086"/>
                    </a:moveTo>
                    <a:cubicBezTo>
                      <a:pt x="40276" y="11832"/>
                      <a:pt x="10896" y="47113"/>
                      <a:pt x="4995" y="57167"/>
                    </a:cubicBezTo>
                    <a:cubicBezTo>
                      <a:pt x="-905" y="67222"/>
                      <a:pt x="-1567" y="73784"/>
                      <a:pt x="2948" y="77216"/>
                    </a:cubicBezTo>
                    <a:cubicBezTo>
                      <a:pt x="6236" y="80112"/>
                      <a:pt x="9980" y="82454"/>
                      <a:pt x="14026" y="84139"/>
                    </a:cubicBezTo>
                    <a:cubicBezTo>
                      <a:pt x="15411" y="84139"/>
                      <a:pt x="9150" y="94555"/>
                      <a:pt x="17097" y="99733"/>
                    </a:cubicBezTo>
                    <a:cubicBezTo>
                      <a:pt x="25044" y="104910"/>
                      <a:pt x="29138" y="103887"/>
                      <a:pt x="29138" y="103887"/>
                    </a:cubicBezTo>
                    <a:cubicBezTo>
                      <a:pt x="29138" y="103887"/>
                      <a:pt x="27091" y="119119"/>
                      <a:pt x="37446" y="123273"/>
                    </a:cubicBezTo>
                    <a:cubicBezTo>
                      <a:pt x="47802" y="127427"/>
                      <a:pt x="52317" y="122551"/>
                      <a:pt x="54063" y="123273"/>
                    </a:cubicBezTo>
                    <a:cubicBezTo>
                      <a:pt x="55809" y="123996"/>
                      <a:pt x="65141" y="106295"/>
                      <a:pt x="65141" y="106295"/>
                    </a:cubicBezTo>
                    <a:lnTo>
                      <a:pt x="77182" y="124959"/>
                    </a:lnTo>
                    <a:cubicBezTo>
                      <a:pt x="81565" y="120178"/>
                      <a:pt x="85292" y="114832"/>
                      <a:pt x="88260" y="109064"/>
                    </a:cubicBezTo>
                    <a:cubicBezTo>
                      <a:pt x="93799" y="98649"/>
                      <a:pt x="93437" y="69269"/>
                      <a:pt x="93437" y="69269"/>
                    </a:cubicBezTo>
                    <a:lnTo>
                      <a:pt x="87899" y="42959"/>
                    </a:lnTo>
                    <a:lnTo>
                      <a:pt x="97291" y="5210"/>
                    </a:lnTo>
                    <a:cubicBezTo>
                      <a:pt x="97291" y="5210"/>
                      <a:pt x="51595" y="-811"/>
                      <a:pt x="51233" y="92"/>
                    </a:cubicBezTo>
                    <a:cubicBezTo>
                      <a:pt x="50872" y="995"/>
                      <a:pt x="45514" y="10086"/>
                      <a:pt x="45514" y="10086"/>
                    </a:cubicBezTo>
                    <a:close/>
                  </a:path>
                </a:pathLst>
              </a:custGeom>
              <a:solidFill>
                <a:srgbClr val="E9B376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8" name="子陵职场PPT10-38"/>
              <p:cNvSpPr/>
              <p:nvPr/>
            </p:nvSpPr>
            <p:spPr>
              <a:xfrm>
                <a:off x="9145492" y="1815312"/>
                <a:ext cx="383690" cy="155150"/>
              </a:xfrm>
              <a:custGeom>
                <a:avLst/>
                <a:gdLst>
                  <a:gd name="connsiteX0" fmla="*/ 383690 w 383690"/>
                  <a:gd name="connsiteY0" fmla="*/ 113006 h 155150"/>
                  <a:gd name="connsiteX1" fmla="*/ 14329 w 383690"/>
                  <a:gd name="connsiteY1" fmla="*/ 0 h 155150"/>
                  <a:gd name="connsiteX2" fmla="*/ 0 w 383690"/>
                  <a:gd name="connsiteY2" fmla="*/ 37147 h 155150"/>
                  <a:gd name="connsiteX3" fmla="*/ 372853 w 383690"/>
                  <a:gd name="connsiteY3" fmla="*/ 155150 h 155150"/>
                  <a:gd name="connsiteX4" fmla="*/ 383690 w 383690"/>
                  <a:gd name="connsiteY4" fmla="*/ 113006 h 15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3690" h="155150">
                    <a:moveTo>
                      <a:pt x="383690" y="113006"/>
                    </a:moveTo>
                    <a:lnTo>
                      <a:pt x="14329" y="0"/>
                    </a:lnTo>
                    <a:lnTo>
                      <a:pt x="0" y="37147"/>
                    </a:lnTo>
                    <a:lnTo>
                      <a:pt x="372853" y="155150"/>
                    </a:lnTo>
                    <a:lnTo>
                      <a:pt x="383690" y="113006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9" name="子陵职场PPT10-39"/>
              <p:cNvSpPr/>
              <p:nvPr/>
            </p:nvSpPr>
            <p:spPr>
              <a:xfrm>
                <a:off x="10232391" y="1490382"/>
                <a:ext cx="123422" cy="94464"/>
              </a:xfrm>
              <a:custGeom>
                <a:avLst/>
                <a:gdLst>
                  <a:gd name="connsiteX0" fmla="*/ 104811 w 123422"/>
                  <a:gd name="connsiteY0" fmla="*/ 64119 h 94464"/>
                  <a:gd name="connsiteX1" fmla="*/ 101199 w 123422"/>
                  <a:gd name="connsiteY1" fmla="*/ 76160 h 94464"/>
                  <a:gd name="connsiteX2" fmla="*/ 85786 w 123422"/>
                  <a:gd name="connsiteY2" fmla="*/ 79953 h 94464"/>
                  <a:gd name="connsiteX3" fmla="*/ 79344 w 123422"/>
                  <a:gd name="connsiteY3" fmla="*/ 91272 h 94464"/>
                  <a:gd name="connsiteX4" fmla="*/ 59176 w 123422"/>
                  <a:gd name="connsiteY4" fmla="*/ 90068 h 94464"/>
                  <a:gd name="connsiteX5" fmla="*/ 10469 w 123422"/>
                  <a:gd name="connsiteY5" fmla="*/ 51596 h 94464"/>
                  <a:gd name="connsiteX6" fmla="*/ 174 w 123422"/>
                  <a:gd name="connsiteY6" fmla="*/ 46178 h 94464"/>
                  <a:gd name="connsiteX7" fmla="*/ 3425 w 123422"/>
                  <a:gd name="connsiteY7" fmla="*/ 0 h 94464"/>
                  <a:gd name="connsiteX8" fmla="*/ 41475 w 123422"/>
                  <a:gd name="connsiteY8" fmla="*/ 7706 h 94464"/>
                  <a:gd name="connsiteX9" fmla="*/ 67544 w 123422"/>
                  <a:gd name="connsiteY9" fmla="*/ 1084 h 94464"/>
                  <a:gd name="connsiteX10" fmla="*/ 107521 w 123422"/>
                  <a:gd name="connsiteY10" fmla="*/ 4576 h 94464"/>
                  <a:gd name="connsiteX11" fmla="*/ 112638 w 123422"/>
                  <a:gd name="connsiteY11" fmla="*/ 7225 h 94464"/>
                  <a:gd name="connsiteX12" fmla="*/ 115991 w 123422"/>
                  <a:gd name="connsiteY12" fmla="*/ 19459 h 94464"/>
                  <a:gd name="connsiteX13" fmla="*/ 113300 w 123422"/>
                  <a:gd name="connsiteY13" fmla="*/ 22396 h 94464"/>
                  <a:gd name="connsiteX14" fmla="*/ 105714 w 123422"/>
                  <a:gd name="connsiteY14" fmla="*/ 27815 h 94464"/>
                  <a:gd name="connsiteX15" fmla="*/ 118418 w 123422"/>
                  <a:gd name="connsiteY15" fmla="*/ 34980 h 94464"/>
                  <a:gd name="connsiteX16" fmla="*/ 123355 w 123422"/>
                  <a:gd name="connsiteY16" fmla="*/ 44793 h 94464"/>
                  <a:gd name="connsiteX17" fmla="*/ 122813 w 123422"/>
                  <a:gd name="connsiteY17" fmla="*/ 47141 h 94464"/>
                  <a:gd name="connsiteX18" fmla="*/ 115949 w 123422"/>
                  <a:gd name="connsiteY18" fmla="*/ 50392 h 94464"/>
                  <a:gd name="connsiteX19" fmla="*/ 107761 w 123422"/>
                  <a:gd name="connsiteY19" fmla="*/ 62433 h 94464"/>
                  <a:gd name="connsiteX20" fmla="*/ 104811 w 123422"/>
                  <a:gd name="connsiteY20" fmla="*/ 64119 h 94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23422" h="94464">
                    <a:moveTo>
                      <a:pt x="104811" y="64119"/>
                    </a:moveTo>
                    <a:cubicBezTo>
                      <a:pt x="104811" y="64119"/>
                      <a:pt x="106076" y="68213"/>
                      <a:pt x="101199" y="76160"/>
                    </a:cubicBezTo>
                    <a:cubicBezTo>
                      <a:pt x="96322" y="84107"/>
                      <a:pt x="85726" y="78568"/>
                      <a:pt x="85786" y="79953"/>
                    </a:cubicBezTo>
                    <a:cubicBezTo>
                      <a:pt x="84239" y="84035"/>
                      <a:pt x="82066" y="87858"/>
                      <a:pt x="79344" y="91272"/>
                    </a:cubicBezTo>
                    <a:cubicBezTo>
                      <a:pt x="76093" y="95908"/>
                      <a:pt x="69471" y="95486"/>
                      <a:pt x="59176" y="90068"/>
                    </a:cubicBezTo>
                    <a:cubicBezTo>
                      <a:pt x="48880" y="84649"/>
                      <a:pt x="12396" y="56714"/>
                      <a:pt x="10469" y="51596"/>
                    </a:cubicBezTo>
                    <a:cubicBezTo>
                      <a:pt x="10469" y="51596"/>
                      <a:pt x="1258" y="46479"/>
                      <a:pt x="174" y="46178"/>
                    </a:cubicBezTo>
                    <a:cubicBezTo>
                      <a:pt x="-910" y="45877"/>
                      <a:pt x="3425" y="0"/>
                      <a:pt x="3425" y="0"/>
                    </a:cubicBezTo>
                    <a:lnTo>
                      <a:pt x="41475" y="7706"/>
                    </a:lnTo>
                    <a:lnTo>
                      <a:pt x="67544" y="1084"/>
                    </a:lnTo>
                    <a:cubicBezTo>
                      <a:pt x="67544" y="1084"/>
                      <a:pt x="96924" y="-542"/>
                      <a:pt x="107521" y="4576"/>
                    </a:cubicBezTo>
                    <a:cubicBezTo>
                      <a:pt x="109387" y="5419"/>
                      <a:pt x="111073" y="6322"/>
                      <a:pt x="112638" y="7225"/>
                    </a:cubicBezTo>
                    <a:cubicBezTo>
                      <a:pt x="116943" y="9675"/>
                      <a:pt x="118442" y="15154"/>
                      <a:pt x="115991" y="19459"/>
                    </a:cubicBezTo>
                    <a:cubicBezTo>
                      <a:pt x="115323" y="20627"/>
                      <a:pt x="114408" y="21632"/>
                      <a:pt x="113300" y="22396"/>
                    </a:cubicBezTo>
                    <a:lnTo>
                      <a:pt x="105714" y="27815"/>
                    </a:lnTo>
                    <a:cubicBezTo>
                      <a:pt x="105714" y="27815"/>
                      <a:pt x="113180" y="31849"/>
                      <a:pt x="118418" y="34980"/>
                    </a:cubicBezTo>
                    <a:cubicBezTo>
                      <a:pt x="121874" y="36972"/>
                      <a:pt x="123818" y="40832"/>
                      <a:pt x="123355" y="44793"/>
                    </a:cubicBezTo>
                    <a:cubicBezTo>
                      <a:pt x="123301" y="45600"/>
                      <a:pt x="123120" y="46395"/>
                      <a:pt x="122813" y="47141"/>
                    </a:cubicBezTo>
                    <a:cubicBezTo>
                      <a:pt x="121723" y="49850"/>
                      <a:pt x="118737" y="51265"/>
                      <a:pt x="115949" y="50392"/>
                    </a:cubicBezTo>
                    <a:cubicBezTo>
                      <a:pt x="116455" y="55847"/>
                      <a:pt x="113023" y="60898"/>
                      <a:pt x="107761" y="62433"/>
                    </a:cubicBezTo>
                    <a:cubicBezTo>
                      <a:pt x="104450" y="63637"/>
                      <a:pt x="104811" y="64119"/>
                      <a:pt x="104811" y="64119"/>
                    </a:cubicBezTo>
                    <a:close/>
                  </a:path>
                </a:pathLst>
              </a:custGeom>
              <a:solidFill>
                <a:srgbClr val="E9B376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0" name="子陵职场PPT10-40"/>
              <p:cNvSpPr/>
              <p:nvPr/>
            </p:nvSpPr>
            <p:spPr>
              <a:xfrm>
                <a:off x="10281744" y="1504660"/>
                <a:ext cx="60745" cy="29255"/>
              </a:xfrm>
              <a:custGeom>
                <a:avLst/>
                <a:gdLst>
                  <a:gd name="connsiteX0" fmla="*/ 35952 w 60745"/>
                  <a:gd name="connsiteY0" fmla="*/ 29251 h 29255"/>
                  <a:gd name="connsiteX1" fmla="*/ 31076 w 60745"/>
                  <a:gd name="connsiteY1" fmla="*/ 28107 h 29255"/>
                  <a:gd name="connsiteX2" fmla="*/ 27042 w 60745"/>
                  <a:gd name="connsiteY2" fmla="*/ 23110 h 29255"/>
                  <a:gd name="connsiteX3" fmla="*/ 26560 w 60745"/>
                  <a:gd name="connsiteY3" fmla="*/ 10226 h 29255"/>
                  <a:gd name="connsiteX4" fmla="*/ 17891 w 60745"/>
                  <a:gd name="connsiteY4" fmla="*/ 17390 h 29255"/>
                  <a:gd name="connsiteX5" fmla="*/ 9703 w 60745"/>
                  <a:gd name="connsiteY5" fmla="*/ 20882 h 29255"/>
                  <a:gd name="connsiteX6" fmla="*/ 672 w 60745"/>
                  <a:gd name="connsiteY6" fmla="*/ 18775 h 29255"/>
                  <a:gd name="connsiteX7" fmla="*/ 250 w 60745"/>
                  <a:gd name="connsiteY7" fmla="*/ 16686 h 29255"/>
                  <a:gd name="connsiteX8" fmla="*/ 2339 w 60745"/>
                  <a:gd name="connsiteY8" fmla="*/ 16270 h 29255"/>
                  <a:gd name="connsiteX9" fmla="*/ 2538 w 60745"/>
                  <a:gd name="connsiteY9" fmla="*/ 16427 h 29255"/>
                  <a:gd name="connsiteX10" fmla="*/ 9221 w 60745"/>
                  <a:gd name="connsiteY10" fmla="*/ 17872 h 29255"/>
                  <a:gd name="connsiteX11" fmla="*/ 16265 w 60745"/>
                  <a:gd name="connsiteY11" fmla="*/ 14862 h 29255"/>
                  <a:gd name="connsiteX12" fmla="*/ 28306 w 60745"/>
                  <a:gd name="connsiteY12" fmla="*/ 3483 h 29255"/>
                  <a:gd name="connsiteX13" fmla="*/ 28306 w 60745"/>
                  <a:gd name="connsiteY13" fmla="*/ 3483 h 29255"/>
                  <a:gd name="connsiteX14" fmla="*/ 30955 w 60745"/>
                  <a:gd name="connsiteY14" fmla="*/ 51 h 29255"/>
                  <a:gd name="connsiteX15" fmla="*/ 32581 w 60745"/>
                  <a:gd name="connsiteY15" fmla="*/ 593 h 29255"/>
                  <a:gd name="connsiteX16" fmla="*/ 32581 w 60745"/>
                  <a:gd name="connsiteY16" fmla="*/ 2279 h 29255"/>
                  <a:gd name="connsiteX17" fmla="*/ 30955 w 60745"/>
                  <a:gd name="connsiteY17" fmla="*/ 4747 h 29255"/>
                  <a:gd name="connsiteX18" fmla="*/ 29932 w 60745"/>
                  <a:gd name="connsiteY18" fmla="*/ 22086 h 29255"/>
                  <a:gd name="connsiteX19" fmla="*/ 32400 w 60745"/>
                  <a:gd name="connsiteY19" fmla="*/ 25398 h 29255"/>
                  <a:gd name="connsiteX20" fmla="*/ 39264 w 60745"/>
                  <a:gd name="connsiteY20" fmla="*/ 25398 h 29255"/>
                  <a:gd name="connsiteX21" fmla="*/ 49860 w 60745"/>
                  <a:gd name="connsiteY21" fmla="*/ 17330 h 29255"/>
                  <a:gd name="connsiteX22" fmla="*/ 58289 w 60745"/>
                  <a:gd name="connsiteY22" fmla="*/ 10647 h 29255"/>
                  <a:gd name="connsiteX23" fmla="*/ 60426 w 60745"/>
                  <a:gd name="connsiteY23" fmla="*/ 10918 h 29255"/>
                  <a:gd name="connsiteX24" fmla="*/ 60155 w 60745"/>
                  <a:gd name="connsiteY24" fmla="*/ 13055 h 29255"/>
                  <a:gd name="connsiteX25" fmla="*/ 51726 w 60745"/>
                  <a:gd name="connsiteY25" fmla="*/ 19678 h 29255"/>
                  <a:gd name="connsiteX26" fmla="*/ 40889 w 60745"/>
                  <a:gd name="connsiteY26" fmla="*/ 27866 h 29255"/>
                  <a:gd name="connsiteX27" fmla="*/ 35952 w 60745"/>
                  <a:gd name="connsiteY27" fmla="*/ 29251 h 29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0745" h="29255">
                    <a:moveTo>
                      <a:pt x="35952" y="29251"/>
                    </a:moveTo>
                    <a:cubicBezTo>
                      <a:pt x="34260" y="29251"/>
                      <a:pt x="32593" y="28859"/>
                      <a:pt x="31076" y="28107"/>
                    </a:cubicBezTo>
                    <a:cubicBezTo>
                      <a:pt x="29113" y="27053"/>
                      <a:pt x="27656" y="25253"/>
                      <a:pt x="27042" y="23110"/>
                    </a:cubicBezTo>
                    <a:cubicBezTo>
                      <a:pt x="25711" y="18938"/>
                      <a:pt x="25549" y="14482"/>
                      <a:pt x="26560" y="10226"/>
                    </a:cubicBezTo>
                    <a:cubicBezTo>
                      <a:pt x="23983" y="12965"/>
                      <a:pt x="21069" y="15373"/>
                      <a:pt x="17891" y="17390"/>
                    </a:cubicBezTo>
                    <a:cubicBezTo>
                      <a:pt x="15446" y="19130"/>
                      <a:pt x="12653" y="20322"/>
                      <a:pt x="9703" y="20882"/>
                    </a:cubicBezTo>
                    <a:cubicBezTo>
                      <a:pt x="6530" y="21478"/>
                      <a:pt x="3255" y="20714"/>
                      <a:pt x="672" y="18775"/>
                    </a:cubicBezTo>
                    <a:cubicBezTo>
                      <a:pt x="-21" y="18317"/>
                      <a:pt x="-207" y="17378"/>
                      <a:pt x="250" y="16686"/>
                    </a:cubicBezTo>
                    <a:cubicBezTo>
                      <a:pt x="714" y="15993"/>
                      <a:pt x="1647" y="15807"/>
                      <a:pt x="2339" y="16270"/>
                    </a:cubicBezTo>
                    <a:cubicBezTo>
                      <a:pt x="2412" y="16313"/>
                      <a:pt x="2478" y="16367"/>
                      <a:pt x="2538" y="16427"/>
                    </a:cubicBezTo>
                    <a:cubicBezTo>
                      <a:pt x="4453" y="17848"/>
                      <a:pt x="6891" y="18372"/>
                      <a:pt x="9221" y="17872"/>
                    </a:cubicBezTo>
                    <a:cubicBezTo>
                      <a:pt x="11768" y="17408"/>
                      <a:pt x="14170" y="16379"/>
                      <a:pt x="16265" y="14862"/>
                    </a:cubicBezTo>
                    <a:cubicBezTo>
                      <a:pt x="20991" y="11905"/>
                      <a:pt x="25085" y="8034"/>
                      <a:pt x="28306" y="3483"/>
                    </a:cubicBezTo>
                    <a:lnTo>
                      <a:pt x="28306" y="3483"/>
                    </a:lnTo>
                    <a:cubicBezTo>
                      <a:pt x="28559" y="1966"/>
                      <a:pt x="29552" y="677"/>
                      <a:pt x="30955" y="51"/>
                    </a:cubicBezTo>
                    <a:cubicBezTo>
                      <a:pt x="31557" y="-106"/>
                      <a:pt x="32196" y="105"/>
                      <a:pt x="32581" y="593"/>
                    </a:cubicBezTo>
                    <a:cubicBezTo>
                      <a:pt x="32912" y="1105"/>
                      <a:pt x="32912" y="1767"/>
                      <a:pt x="32581" y="2279"/>
                    </a:cubicBezTo>
                    <a:cubicBezTo>
                      <a:pt x="32039" y="3121"/>
                      <a:pt x="31557" y="3964"/>
                      <a:pt x="30955" y="4747"/>
                    </a:cubicBezTo>
                    <a:cubicBezTo>
                      <a:pt x="28884" y="10292"/>
                      <a:pt x="28523" y="16337"/>
                      <a:pt x="29932" y="22086"/>
                    </a:cubicBezTo>
                    <a:cubicBezTo>
                      <a:pt x="30305" y="23459"/>
                      <a:pt x="31190" y="24645"/>
                      <a:pt x="32400" y="25398"/>
                    </a:cubicBezTo>
                    <a:cubicBezTo>
                      <a:pt x="34543" y="26541"/>
                      <a:pt x="37120" y="26541"/>
                      <a:pt x="39264" y="25398"/>
                    </a:cubicBezTo>
                    <a:cubicBezTo>
                      <a:pt x="42635" y="23110"/>
                      <a:pt x="45946" y="20400"/>
                      <a:pt x="49860" y="17330"/>
                    </a:cubicBezTo>
                    <a:lnTo>
                      <a:pt x="58289" y="10647"/>
                    </a:lnTo>
                    <a:cubicBezTo>
                      <a:pt x="58951" y="10129"/>
                      <a:pt x="59908" y="10256"/>
                      <a:pt x="60426" y="10918"/>
                    </a:cubicBezTo>
                    <a:cubicBezTo>
                      <a:pt x="60944" y="11580"/>
                      <a:pt x="60817" y="12538"/>
                      <a:pt x="60155" y="13055"/>
                    </a:cubicBezTo>
                    <a:cubicBezTo>
                      <a:pt x="57024" y="15403"/>
                      <a:pt x="54134" y="17631"/>
                      <a:pt x="51726" y="19678"/>
                    </a:cubicBezTo>
                    <a:cubicBezTo>
                      <a:pt x="47813" y="22809"/>
                      <a:pt x="44381" y="25699"/>
                      <a:pt x="40889" y="27866"/>
                    </a:cubicBezTo>
                    <a:cubicBezTo>
                      <a:pt x="39426" y="28829"/>
                      <a:pt x="37704" y="29311"/>
                      <a:pt x="35952" y="29251"/>
                    </a:cubicBezTo>
                    <a:close/>
                  </a:path>
                </a:pathLst>
              </a:custGeom>
              <a:solidFill>
                <a:srgbClr val="263238">
                  <a:alpha val="1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1" name="子陵职场PPT10-41"/>
              <p:cNvSpPr/>
              <p:nvPr/>
            </p:nvSpPr>
            <p:spPr>
              <a:xfrm>
                <a:off x="10282391" y="1541165"/>
                <a:ext cx="54795" cy="37358"/>
              </a:xfrm>
              <a:custGeom>
                <a:avLst/>
                <a:gdLst>
                  <a:gd name="connsiteX0" fmla="*/ 13630 w 54795"/>
                  <a:gd name="connsiteY0" fmla="*/ 37298 h 37358"/>
                  <a:gd name="connsiteX1" fmla="*/ 9115 w 54795"/>
                  <a:gd name="connsiteY1" fmla="*/ 35010 h 37358"/>
                  <a:gd name="connsiteX2" fmla="*/ 2432 w 54795"/>
                  <a:gd name="connsiteY2" fmla="*/ 26822 h 37358"/>
                  <a:gd name="connsiteX3" fmla="*/ 325 w 54795"/>
                  <a:gd name="connsiteY3" fmla="*/ 17551 h 37358"/>
                  <a:gd name="connsiteX4" fmla="*/ 6346 w 54795"/>
                  <a:gd name="connsiteY4" fmla="*/ 12674 h 37358"/>
                  <a:gd name="connsiteX5" fmla="*/ 13510 w 54795"/>
                  <a:gd name="connsiteY5" fmla="*/ 12975 h 37358"/>
                  <a:gd name="connsiteX6" fmla="*/ 20614 w 54795"/>
                  <a:gd name="connsiteY6" fmla="*/ 14901 h 37358"/>
                  <a:gd name="connsiteX7" fmla="*/ 18808 w 54795"/>
                  <a:gd name="connsiteY7" fmla="*/ 12012 h 37358"/>
                  <a:gd name="connsiteX8" fmla="*/ 19290 w 54795"/>
                  <a:gd name="connsiteY8" fmla="*/ 1596 h 37358"/>
                  <a:gd name="connsiteX9" fmla="*/ 28381 w 54795"/>
                  <a:gd name="connsiteY9" fmla="*/ 813 h 37358"/>
                  <a:gd name="connsiteX10" fmla="*/ 54028 w 54795"/>
                  <a:gd name="connsiteY10" fmla="*/ 11410 h 37358"/>
                  <a:gd name="connsiteX11" fmla="*/ 54631 w 54795"/>
                  <a:gd name="connsiteY11" fmla="*/ 13457 h 37358"/>
                  <a:gd name="connsiteX12" fmla="*/ 52590 w 54795"/>
                  <a:gd name="connsiteY12" fmla="*/ 14065 h 37358"/>
                  <a:gd name="connsiteX13" fmla="*/ 52584 w 54795"/>
                  <a:gd name="connsiteY13" fmla="*/ 14059 h 37358"/>
                  <a:gd name="connsiteX14" fmla="*/ 27538 w 54795"/>
                  <a:gd name="connsiteY14" fmla="*/ 3703 h 37358"/>
                  <a:gd name="connsiteX15" fmla="*/ 21517 w 54795"/>
                  <a:gd name="connsiteY15" fmla="*/ 3703 h 37358"/>
                  <a:gd name="connsiteX16" fmla="*/ 21517 w 54795"/>
                  <a:gd name="connsiteY16" fmla="*/ 10446 h 37358"/>
                  <a:gd name="connsiteX17" fmla="*/ 28381 w 54795"/>
                  <a:gd name="connsiteY17" fmla="*/ 18153 h 37358"/>
                  <a:gd name="connsiteX18" fmla="*/ 31512 w 54795"/>
                  <a:gd name="connsiteY18" fmla="*/ 19959 h 37358"/>
                  <a:gd name="connsiteX19" fmla="*/ 31993 w 54795"/>
                  <a:gd name="connsiteY19" fmla="*/ 22006 h 37358"/>
                  <a:gd name="connsiteX20" fmla="*/ 30067 w 54795"/>
                  <a:gd name="connsiteY20" fmla="*/ 22608 h 37358"/>
                  <a:gd name="connsiteX21" fmla="*/ 26816 w 54795"/>
                  <a:gd name="connsiteY21" fmla="*/ 20741 h 37358"/>
                  <a:gd name="connsiteX22" fmla="*/ 12968 w 54795"/>
                  <a:gd name="connsiteY22" fmla="*/ 15744 h 37358"/>
                  <a:gd name="connsiteX23" fmla="*/ 6948 w 54795"/>
                  <a:gd name="connsiteY23" fmla="*/ 15744 h 37358"/>
                  <a:gd name="connsiteX24" fmla="*/ 3034 w 54795"/>
                  <a:gd name="connsiteY24" fmla="*/ 18694 h 37358"/>
                  <a:gd name="connsiteX25" fmla="*/ 4841 w 54795"/>
                  <a:gd name="connsiteY25" fmla="*/ 25317 h 37358"/>
                  <a:gd name="connsiteX26" fmla="*/ 10861 w 54795"/>
                  <a:gd name="connsiteY26" fmla="*/ 32963 h 37358"/>
                  <a:gd name="connsiteX27" fmla="*/ 13450 w 54795"/>
                  <a:gd name="connsiteY27" fmla="*/ 34408 h 37358"/>
                  <a:gd name="connsiteX28" fmla="*/ 15178 w 54795"/>
                  <a:gd name="connsiteY28" fmla="*/ 35504 h 37358"/>
                  <a:gd name="connsiteX29" fmla="*/ 15196 w 54795"/>
                  <a:gd name="connsiteY29" fmla="*/ 35612 h 37358"/>
                  <a:gd name="connsiteX30" fmla="*/ 13992 w 54795"/>
                  <a:gd name="connsiteY30" fmla="*/ 37358 h 37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54795" h="37358">
                    <a:moveTo>
                      <a:pt x="13630" y="37298"/>
                    </a:moveTo>
                    <a:cubicBezTo>
                      <a:pt x="11891" y="37129"/>
                      <a:pt x="10283" y="36311"/>
                      <a:pt x="9115" y="35010"/>
                    </a:cubicBezTo>
                    <a:cubicBezTo>
                      <a:pt x="6592" y="32536"/>
                      <a:pt x="4353" y="29790"/>
                      <a:pt x="2432" y="26822"/>
                    </a:cubicBezTo>
                    <a:cubicBezTo>
                      <a:pt x="277" y="24251"/>
                      <a:pt x="-506" y="20802"/>
                      <a:pt x="325" y="17551"/>
                    </a:cubicBezTo>
                    <a:cubicBezTo>
                      <a:pt x="1379" y="15010"/>
                      <a:pt x="3642" y="13180"/>
                      <a:pt x="6346" y="12674"/>
                    </a:cubicBezTo>
                    <a:cubicBezTo>
                      <a:pt x="8730" y="12252"/>
                      <a:pt x="11174" y="12355"/>
                      <a:pt x="13510" y="12975"/>
                    </a:cubicBezTo>
                    <a:cubicBezTo>
                      <a:pt x="15918" y="13451"/>
                      <a:pt x="18290" y="14095"/>
                      <a:pt x="20614" y="14901"/>
                    </a:cubicBezTo>
                    <a:cubicBezTo>
                      <a:pt x="19940" y="13986"/>
                      <a:pt x="19338" y="13017"/>
                      <a:pt x="18808" y="12012"/>
                    </a:cubicBezTo>
                    <a:cubicBezTo>
                      <a:pt x="16629" y="8821"/>
                      <a:pt x="16827" y="4570"/>
                      <a:pt x="19290" y="1596"/>
                    </a:cubicBezTo>
                    <a:cubicBezTo>
                      <a:pt x="21987" y="-204"/>
                      <a:pt x="25419" y="-505"/>
                      <a:pt x="28381" y="813"/>
                    </a:cubicBezTo>
                    <a:cubicBezTo>
                      <a:pt x="37291" y="3402"/>
                      <a:pt x="45889" y="6954"/>
                      <a:pt x="54028" y="11410"/>
                    </a:cubicBezTo>
                    <a:cubicBezTo>
                      <a:pt x="54733" y="11831"/>
                      <a:pt x="54998" y="12722"/>
                      <a:pt x="54631" y="13457"/>
                    </a:cubicBezTo>
                    <a:cubicBezTo>
                      <a:pt x="54233" y="14185"/>
                      <a:pt x="53318" y="14456"/>
                      <a:pt x="52590" y="14065"/>
                    </a:cubicBezTo>
                    <a:cubicBezTo>
                      <a:pt x="52590" y="14059"/>
                      <a:pt x="52584" y="14059"/>
                      <a:pt x="52584" y="14059"/>
                    </a:cubicBezTo>
                    <a:cubicBezTo>
                      <a:pt x="44630" y="9718"/>
                      <a:pt x="36232" y="6250"/>
                      <a:pt x="27538" y="3703"/>
                    </a:cubicBezTo>
                    <a:cubicBezTo>
                      <a:pt x="25551" y="3101"/>
                      <a:pt x="22782" y="2499"/>
                      <a:pt x="21517" y="3703"/>
                    </a:cubicBezTo>
                    <a:cubicBezTo>
                      <a:pt x="20253" y="4907"/>
                      <a:pt x="20494" y="8098"/>
                      <a:pt x="21517" y="10446"/>
                    </a:cubicBezTo>
                    <a:cubicBezTo>
                      <a:pt x="23167" y="13517"/>
                      <a:pt x="25521" y="16160"/>
                      <a:pt x="28381" y="18153"/>
                    </a:cubicBezTo>
                    <a:lnTo>
                      <a:pt x="31512" y="19959"/>
                    </a:lnTo>
                    <a:cubicBezTo>
                      <a:pt x="32174" y="20416"/>
                      <a:pt x="32384" y="21301"/>
                      <a:pt x="31993" y="22006"/>
                    </a:cubicBezTo>
                    <a:cubicBezTo>
                      <a:pt x="31620" y="22698"/>
                      <a:pt x="30765" y="22963"/>
                      <a:pt x="30067" y="22608"/>
                    </a:cubicBezTo>
                    <a:cubicBezTo>
                      <a:pt x="28929" y="22078"/>
                      <a:pt x="27845" y="21458"/>
                      <a:pt x="26816" y="20741"/>
                    </a:cubicBezTo>
                    <a:cubicBezTo>
                      <a:pt x="22481" y="18387"/>
                      <a:pt x="17809" y="16702"/>
                      <a:pt x="12968" y="15744"/>
                    </a:cubicBezTo>
                    <a:cubicBezTo>
                      <a:pt x="10987" y="15305"/>
                      <a:pt x="8928" y="15305"/>
                      <a:pt x="6948" y="15744"/>
                    </a:cubicBezTo>
                    <a:cubicBezTo>
                      <a:pt x="5238" y="16021"/>
                      <a:pt x="3769" y="17123"/>
                      <a:pt x="3034" y="18694"/>
                    </a:cubicBezTo>
                    <a:cubicBezTo>
                      <a:pt x="2583" y="21061"/>
                      <a:pt x="3251" y="23505"/>
                      <a:pt x="4841" y="25317"/>
                    </a:cubicBezTo>
                    <a:cubicBezTo>
                      <a:pt x="6580" y="28062"/>
                      <a:pt x="8597" y="30627"/>
                      <a:pt x="10861" y="32963"/>
                    </a:cubicBezTo>
                    <a:cubicBezTo>
                      <a:pt x="12005" y="34047"/>
                      <a:pt x="12848" y="34529"/>
                      <a:pt x="13450" y="34408"/>
                    </a:cubicBezTo>
                    <a:cubicBezTo>
                      <a:pt x="14227" y="34233"/>
                      <a:pt x="15003" y="34721"/>
                      <a:pt x="15178" y="35504"/>
                    </a:cubicBezTo>
                    <a:cubicBezTo>
                      <a:pt x="15184" y="35540"/>
                      <a:pt x="15190" y="35576"/>
                      <a:pt x="15196" y="35612"/>
                    </a:cubicBezTo>
                    <a:cubicBezTo>
                      <a:pt x="15340" y="36425"/>
                      <a:pt x="14805" y="37208"/>
                      <a:pt x="13992" y="37358"/>
                    </a:cubicBezTo>
                    <a:close/>
                  </a:path>
                </a:pathLst>
              </a:custGeom>
              <a:solidFill>
                <a:srgbClr val="263238">
                  <a:alpha val="1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2" name="子陵职场PPT10-42"/>
              <p:cNvSpPr/>
              <p:nvPr/>
            </p:nvSpPr>
            <p:spPr>
              <a:xfrm>
                <a:off x="10303751" y="1528491"/>
                <a:ext cx="7564" cy="15844"/>
              </a:xfrm>
              <a:custGeom>
                <a:avLst/>
                <a:gdLst>
                  <a:gd name="connsiteX0" fmla="*/ 3890 w 7564"/>
                  <a:gd name="connsiteY0" fmla="*/ 15836 h 15844"/>
                  <a:gd name="connsiteX1" fmla="*/ 2686 w 7564"/>
                  <a:gd name="connsiteY1" fmla="*/ 15294 h 15844"/>
                  <a:gd name="connsiteX2" fmla="*/ 37 w 7564"/>
                  <a:gd name="connsiteY2" fmla="*/ 8430 h 15844"/>
                  <a:gd name="connsiteX3" fmla="*/ 1121 w 7564"/>
                  <a:gd name="connsiteY3" fmla="*/ 3192 h 15844"/>
                  <a:gd name="connsiteX4" fmla="*/ 5937 w 7564"/>
                  <a:gd name="connsiteY4" fmla="*/ 2 h 15844"/>
                  <a:gd name="connsiteX5" fmla="*/ 7563 w 7564"/>
                  <a:gd name="connsiteY5" fmla="*/ 1386 h 15844"/>
                  <a:gd name="connsiteX6" fmla="*/ 6178 w 7564"/>
                  <a:gd name="connsiteY6" fmla="*/ 3012 h 15844"/>
                  <a:gd name="connsiteX7" fmla="*/ 3710 w 7564"/>
                  <a:gd name="connsiteY7" fmla="*/ 4698 h 15844"/>
                  <a:gd name="connsiteX8" fmla="*/ 3047 w 7564"/>
                  <a:gd name="connsiteY8" fmla="*/ 8250 h 15844"/>
                  <a:gd name="connsiteX9" fmla="*/ 5094 w 7564"/>
                  <a:gd name="connsiteY9" fmla="*/ 13427 h 15844"/>
                  <a:gd name="connsiteX10" fmla="*/ 5094 w 7564"/>
                  <a:gd name="connsiteY10" fmla="*/ 15535 h 15844"/>
                  <a:gd name="connsiteX11" fmla="*/ 3890 w 7564"/>
                  <a:gd name="connsiteY11" fmla="*/ 15836 h 15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564" h="15844">
                    <a:moveTo>
                      <a:pt x="3890" y="15836"/>
                    </a:moveTo>
                    <a:cubicBezTo>
                      <a:pt x="3433" y="15836"/>
                      <a:pt x="2993" y="15637"/>
                      <a:pt x="2686" y="15294"/>
                    </a:cubicBezTo>
                    <a:cubicBezTo>
                      <a:pt x="1163" y="13307"/>
                      <a:pt x="242" y="10923"/>
                      <a:pt x="37" y="8430"/>
                    </a:cubicBezTo>
                    <a:cubicBezTo>
                      <a:pt x="-125" y="6618"/>
                      <a:pt x="248" y="4794"/>
                      <a:pt x="1121" y="3192"/>
                    </a:cubicBezTo>
                    <a:cubicBezTo>
                      <a:pt x="2120" y="1416"/>
                      <a:pt x="3908" y="224"/>
                      <a:pt x="5937" y="2"/>
                    </a:cubicBezTo>
                    <a:cubicBezTo>
                      <a:pt x="6756" y="-35"/>
                      <a:pt x="7466" y="568"/>
                      <a:pt x="7563" y="1386"/>
                    </a:cubicBezTo>
                    <a:cubicBezTo>
                      <a:pt x="7599" y="2205"/>
                      <a:pt x="6997" y="2916"/>
                      <a:pt x="6178" y="3012"/>
                    </a:cubicBezTo>
                    <a:cubicBezTo>
                      <a:pt x="5125" y="3132"/>
                      <a:pt x="4203" y="3758"/>
                      <a:pt x="3710" y="4698"/>
                    </a:cubicBezTo>
                    <a:cubicBezTo>
                      <a:pt x="3156" y="5793"/>
                      <a:pt x="2927" y="7028"/>
                      <a:pt x="3047" y="8250"/>
                    </a:cubicBezTo>
                    <a:cubicBezTo>
                      <a:pt x="3186" y="10146"/>
                      <a:pt x="3896" y="11952"/>
                      <a:pt x="5094" y="13427"/>
                    </a:cubicBezTo>
                    <a:cubicBezTo>
                      <a:pt x="5636" y="14023"/>
                      <a:pt x="5636" y="14939"/>
                      <a:pt x="5094" y="15535"/>
                    </a:cubicBezTo>
                    <a:cubicBezTo>
                      <a:pt x="4739" y="15775"/>
                      <a:pt x="4312" y="15878"/>
                      <a:pt x="3890" y="15836"/>
                    </a:cubicBezTo>
                    <a:close/>
                  </a:path>
                </a:pathLst>
              </a:custGeom>
              <a:solidFill>
                <a:srgbClr val="263238">
                  <a:alpha val="1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3" name="子陵职场PPT10-43"/>
              <p:cNvSpPr/>
              <p:nvPr/>
            </p:nvSpPr>
            <p:spPr>
              <a:xfrm>
                <a:off x="10324040" y="1527654"/>
                <a:ext cx="25382" cy="14369"/>
              </a:xfrm>
              <a:custGeom>
                <a:avLst/>
                <a:gdLst>
                  <a:gd name="connsiteX0" fmla="*/ 23879 w 25382"/>
                  <a:gd name="connsiteY0" fmla="*/ 14325 h 14369"/>
                  <a:gd name="connsiteX1" fmla="*/ 23096 w 25382"/>
                  <a:gd name="connsiteY1" fmla="*/ 14325 h 14369"/>
                  <a:gd name="connsiteX2" fmla="*/ 940 w 25382"/>
                  <a:gd name="connsiteY2" fmla="*/ 2886 h 14369"/>
                  <a:gd name="connsiteX3" fmla="*/ 98 w 25382"/>
                  <a:gd name="connsiteY3" fmla="*/ 959 h 14369"/>
                  <a:gd name="connsiteX4" fmla="*/ 1946 w 25382"/>
                  <a:gd name="connsiteY4" fmla="*/ 86 h 14369"/>
                  <a:gd name="connsiteX5" fmla="*/ 2024 w 25382"/>
                  <a:gd name="connsiteY5" fmla="*/ 116 h 14369"/>
                  <a:gd name="connsiteX6" fmla="*/ 24662 w 25382"/>
                  <a:gd name="connsiteY6" fmla="*/ 11796 h 14369"/>
                  <a:gd name="connsiteX7" fmla="*/ 25185 w 25382"/>
                  <a:gd name="connsiteY7" fmla="*/ 13771 h 14369"/>
                  <a:gd name="connsiteX8" fmla="*/ 25143 w 25382"/>
                  <a:gd name="connsiteY8" fmla="*/ 13843 h 14369"/>
                  <a:gd name="connsiteX9" fmla="*/ 23879 w 25382"/>
                  <a:gd name="connsiteY9" fmla="*/ 14325 h 14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382" h="14369">
                    <a:moveTo>
                      <a:pt x="23879" y="14325"/>
                    </a:moveTo>
                    <a:cubicBezTo>
                      <a:pt x="23620" y="14385"/>
                      <a:pt x="23355" y="14385"/>
                      <a:pt x="23096" y="14325"/>
                    </a:cubicBezTo>
                    <a:cubicBezTo>
                      <a:pt x="16124" y="9755"/>
                      <a:pt x="8701" y="5920"/>
                      <a:pt x="940" y="2886"/>
                    </a:cubicBezTo>
                    <a:cubicBezTo>
                      <a:pt x="182" y="2578"/>
                      <a:pt x="-191" y="1724"/>
                      <a:pt x="98" y="959"/>
                    </a:cubicBezTo>
                    <a:cubicBezTo>
                      <a:pt x="369" y="206"/>
                      <a:pt x="1193" y="-185"/>
                      <a:pt x="1946" y="86"/>
                    </a:cubicBezTo>
                    <a:cubicBezTo>
                      <a:pt x="1970" y="92"/>
                      <a:pt x="2000" y="104"/>
                      <a:pt x="2024" y="116"/>
                    </a:cubicBezTo>
                    <a:cubicBezTo>
                      <a:pt x="9965" y="3186"/>
                      <a:pt x="17557" y="7100"/>
                      <a:pt x="24662" y="11796"/>
                    </a:cubicBezTo>
                    <a:cubicBezTo>
                      <a:pt x="25354" y="12193"/>
                      <a:pt x="25589" y="13078"/>
                      <a:pt x="25185" y="13771"/>
                    </a:cubicBezTo>
                    <a:cubicBezTo>
                      <a:pt x="25173" y="13795"/>
                      <a:pt x="25161" y="13819"/>
                      <a:pt x="25143" y="13843"/>
                    </a:cubicBezTo>
                    <a:cubicBezTo>
                      <a:pt x="24824" y="14192"/>
                      <a:pt x="24354" y="14373"/>
                      <a:pt x="23879" y="14325"/>
                    </a:cubicBezTo>
                    <a:close/>
                  </a:path>
                </a:pathLst>
              </a:custGeom>
              <a:solidFill>
                <a:srgbClr val="263238">
                  <a:alpha val="1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4" name="子陵职场PPT10-44"/>
              <p:cNvSpPr/>
              <p:nvPr/>
            </p:nvSpPr>
            <p:spPr>
              <a:xfrm>
                <a:off x="9365424" y="2329348"/>
                <a:ext cx="129682" cy="152862"/>
              </a:xfrm>
              <a:custGeom>
                <a:avLst/>
                <a:gdLst>
                  <a:gd name="connsiteX0" fmla="*/ 57015 w 129682"/>
                  <a:gd name="connsiteY0" fmla="*/ 0 h 152862"/>
                  <a:gd name="connsiteX1" fmla="*/ 0 w 129682"/>
                  <a:gd name="connsiteY1" fmla="*/ 124325 h 152862"/>
                  <a:gd name="connsiteX2" fmla="*/ 52138 w 129682"/>
                  <a:gd name="connsiteY2" fmla="*/ 152862 h 152862"/>
                  <a:gd name="connsiteX3" fmla="*/ 129683 w 129682"/>
                  <a:gd name="connsiteY3" fmla="*/ 27273 h 152862"/>
                  <a:gd name="connsiteX4" fmla="*/ 57015 w 129682"/>
                  <a:gd name="connsiteY4" fmla="*/ 0 h 152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9682" h="152862">
                    <a:moveTo>
                      <a:pt x="57015" y="0"/>
                    </a:moveTo>
                    <a:lnTo>
                      <a:pt x="0" y="124325"/>
                    </a:lnTo>
                    <a:lnTo>
                      <a:pt x="52138" y="152862"/>
                    </a:lnTo>
                    <a:lnTo>
                      <a:pt x="129683" y="27273"/>
                    </a:lnTo>
                    <a:lnTo>
                      <a:pt x="57015" y="0"/>
                    </a:lnTo>
                    <a:close/>
                  </a:path>
                </a:pathLst>
              </a:custGeom>
              <a:solidFill>
                <a:srgbClr val="E9B376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5" name="子陵职场PPT10-45"/>
              <p:cNvSpPr/>
              <p:nvPr/>
            </p:nvSpPr>
            <p:spPr>
              <a:xfrm>
                <a:off x="9329421" y="2437794"/>
                <a:ext cx="168757" cy="165971"/>
              </a:xfrm>
              <a:custGeom>
                <a:avLst/>
                <a:gdLst>
                  <a:gd name="connsiteX0" fmla="*/ 47562 w 168757"/>
                  <a:gd name="connsiteY0" fmla="*/ 9738 h 165971"/>
                  <a:gd name="connsiteX1" fmla="*/ 76220 w 168757"/>
                  <a:gd name="connsiteY1" fmla="*/ 25512 h 165971"/>
                  <a:gd name="connsiteX2" fmla="*/ 81759 w 168757"/>
                  <a:gd name="connsiteY2" fmla="*/ 15819 h 165971"/>
                  <a:gd name="connsiteX3" fmla="*/ 100844 w 168757"/>
                  <a:gd name="connsiteY3" fmla="*/ 11845 h 165971"/>
                  <a:gd name="connsiteX4" fmla="*/ 106865 w 168757"/>
                  <a:gd name="connsiteY4" fmla="*/ 32857 h 165971"/>
                  <a:gd name="connsiteX5" fmla="*/ 110116 w 168757"/>
                  <a:gd name="connsiteY5" fmla="*/ 60431 h 165971"/>
                  <a:gd name="connsiteX6" fmla="*/ 151056 w 168757"/>
                  <a:gd name="connsiteY6" fmla="*/ 113773 h 165971"/>
                  <a:gd name="connsiteX7" fmla="*/ 168576 w 168757"/>
                  <a:gd name="connsiteY7" fmla="*/ 143454 h 165971"/>
                  <a:gd name="connsiteX8" fmla="*/ 168154 w 168757"/>
                  <a:gd name="connsiteY8" fmla="*/ 155496 h 165971"/>
                  <a:gd name="connsiteX9" fmla="*/ 163940 w 168757"/>
                  <a:gd name="connsiteY9" fmla="*/ 165971 h 165971"/>
                  <a:gd name="connsiteX10" fmla="*/ 63276 w 168757"/>
                  <a:gd name="connsiteY10" fmla="*/ 111425 h 165971"/>
                  <a:gd name="connsiteX11" fmla="*/ 51777 w 168757"/>
                  <a:gd name="connsiteY11" fmla="*/ 97638 h 165971"/>
                  <a:gd name="connsiteX12" fmla="*/ 36725 w 168757"/>
                  <a:gd name="connsiteY12" fmla="*/ 98601 h 165971"/>
                  <a:gd name="connsiteX13" fmla="*/ 0 w 168757"/>
                  <a:gd name="connsiteY13" fmla="*/ 79034 h 165971"/>
                  <a:gd name="connsiteX14" fmla="*/ 6021 w 168757"/>
                  <a:gd name="connsiteY14" fmla="*/ 64224 h 165971"/>
                  <a:gd name="connsiteX15" fmla="*/ 6021 w 168757"/>
                  <a:gd name="connsiteY15" fmla="*/ 64224 h 165971"/>
                  <a:gd name="connsiteX16" fmla="*/ 11198 w 168757"/>
                  <a:gd name="connsiteY16" fmla="*/ 51039 h 165971"/>
                  <a:gd name="connsiteX17" fmla="*/ 36244 w 168757"/>
                  <a:gd name="connsiteY17" fmla="*/ 3356 h 165971"/>
                  <a:gd name="connsiteX18" fmla="*/ 47562 w 168757"/>
                  <a:gd name="connsiteY18" fmla="*/ 9738 h 165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8757" h="165971">
                    <a:moveTo>
                      <a:pt x="47562" y="9738"/>
                    </a:moveTo>
                    <a:cubicBezTo>
                      <a:pt x="50994" y="19913"/>
                      <a:pt x="66587" y="27137"/>
                      <a:pt x="76220" y="25512"/>
                    </a:cubicBezTo>
                    <a:lnTo>
                      <a:pt x="81759" y="15819"/>
                    </a:lnTo>
                    <a:cubicBezTo>
                      <a:pt x="87479" y="8172"/>
                      <a:pt x="92536" y="5885"/>
                      <a:pt x="100844" y="11845"/>
                    </a:cubicBezTo>
                    <a:cubicBezTo>
                      <a:pt x="104938" y="14735"/>
                      <a:pt x="107527" y="22983"/>
                      <a:pt x="106865" y="32857"/>
                    </a:cubicBezTo>
                    <a:cubicBezTo>
                      <a:pt x="105854" y="42177"/>
                      <a:pt x="106967" y="51605"/>
                      <a:pt x="110116" y="60431"/>
                    </a:cubicBezTo>
                    <a:cubicBezTo>
                      <a:pt x="110116" y="60431"/>
                      <a:pt x="139135" y="101672"/>
                      <a:pt x="151056" y="113773"/>
                    </a:cubicBezTo>
                    <a:cubicBezTo>
                      <a:pt x="158160" y="120938"/>
                      <a:pt x="167372" y="131052"/>
                      <a:pt x="168576" y="143454"/>
                    </a:cubicBezTo>
                    <a:cubicBezTo>
                      <a:pt x="168919" y="147470"/>
                      <a:pt x="168774" y="151516"/>
                      <a:pt x="168154" y="155496"/>
                    </a:cubicBezTo>
                    <a:cubicBezTo>
                      <a:pt x="167203" y="159150"/>
                      <a:pt x="165782" y="162672"/>
                      <a:pt x="163940" y="165971"/>
                    </a:cubicBezTo>
                    <a:lnTo>
                      <a:pt x="63276" y="111425"/>
                    </a:lnTo>
                    <a:cubicBezTo>
                      <a:pt x="60266" y="106199"/>
                      <a:pt x="56377" y="101539"/>
                      <a:pt x="51777" y="97638"/>
                    </a:cubicBezTo>
                    <a:cubicBezTo>
                      <a:pt x="46918" y="95398"/>
                      <a:pt x="41259" y="95760"/>
                      <a:pt x="36725" y="98601"/>
                    </a:cubicBezTo>
                    <a:lnTo>
                      <a:pt x="0" y="79034"/>
                    </a:lnTo>
                    <a:lnTo>
                      <a:pt x="6021" y="64224"/>
                    </a:lnTo>
                    <a:lnTo>
                      <a:pt x="6021" y="64224"/>
                    </a:lnTo>
                    <a:cubicBezTo>
                      <a:pt x="7586" y="60310"/>
                      <a:pt x="9332" y="55795"/>
                      <a:pt x="11198" y="51039"/>
                    </a:cubicBezTo>
                    <a:cubicBezTo>
                      <a:pt x="19206" y="30629"/>
                      <a:pt x="33956" y="8895"/>
                      <a:pt x="36244" y="3356"/>
                    </a:cubicBezTo>
                    <a:cubicBezTo>
                      <a:pt x="40097" y="-6939"/>
                      <a:pt x="47562" y="9738"/>
                      <a:pt x="47562" y="9738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6" name="子陵职场PPT10-46"/>
              <p:cNvSpPr/>
              <p:nvPr/>
            </p:nvSpPr>
            <p:spPr>
              <a:xfrm>
                <a:off x="9444298" y="2518506"/>
                <a:ext cx="11464" cy="5850"/>
              </a:xfrm>
              <a:custGeom>
                <a:avLst/>
                <a:gdLst>
                  <a:gd name="connsiteX0" fmla="*/ 11374 w 11464"/>
                  <a:gd name="connsiteY0" fmla="*/ 1031 h 5850"/>
                  <a:gd name="connsiteX1" fmla="*/ 9748 w 11464"/>
                  <a:gd name="connsiteY1" fmla="*/ 8 h 5850"/>
                  <a:gd name="connsiteX2" fmla="*/ 597 w 11464"/>
                  <a:gd name="connsiteY2" fmla="*/ 3139 h 5850"/>
                  <a:gd name="connsiteX3" fmla="*/ 2102 w 11464"/>
                  <a:gd name="connsiteY3" fmla="*/ 5607 h 5850"/>
                  <a:gd name="connsiteX4" fmla="*/ 10170 w 11464"/>
                  <a:gd name="connsiteY4" fmla="*/ 2838 h 5850"/>
                  <a:gd name="connsiteX5" fmla="*/ 11464 w 11464"/>
                  <a:gd name="connsiteY5" fmla="*/ 1483 h 5850"/>
                  <a:gd name="connsiteX6" fmla="*/ 11374 w 11464"/>
                  <a:gd name="connsiteY6" fmla="*/ 1031 h 5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464" h="5850">
                    <a:moveTo>
                      <a:pt x="11374" y="1031"/>
                    </a:moveTo>
                    <a:cubicBezTo>
                      <a:pt x="11127" y="357"/>
                      <a:pt x="10459" y="-64"/>
                      <a:pt x="9748" y="8"/>
                    </a:cubicBezTo>
                    <a:cubicBezTo>
                      <a:pt x="6467" y="201"/>
                      <a:pt x="3306" y="1284"/>
                      <a:pt x="597" y="3139"/>
                    </a:cubicBezTo>
                    <a:cubicBezTo>
                      <a:pt x="-848" y="4162"/>
                      <a:pt x="597" y="6631"/>
                      <a:pt x="2102" y="5607"/>
                    </a:cubicBezTo>
                    <a:cubicBezTo>
                      <a:pt x="4492" y="3970"/>
                      <a:pt x="7280" y="3012"/>
                      <a:pt x="10170" y="2838"/>
                    </a:cubicBezTo>
                    <a:cubicBezTo>
                      <a:pt x="10898" y="2820"/>
                      <a:pt x="11482" y="2217"/>
                      <a:pt x="11464" y="1483"/>
                    </a:cubicBezTo>
                    <a:cubicBezTo>
                      <a:pt x="11458" y="1327"/>
                      <a:pt x="11428" y="1176"/>
                      <a:pt x="11374" y="1031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7" name="子陵职场PPT10-47"/>
              <p:cNvSpPr/>
              <p:nvPr/>
            </p:nvSpPr>
            <p:spPr>
              <a:xfrm>
                <a:off x="9438819" y="2510258"/>
                <a:ext cx="11441" cy="5906"/>
              </a:xfrm>
              <a:custGeom>
                <a:avLst/>
                <a:gdLst>
                  <a:gd name="connsiteX0" fmla="*/ 11374 w 11441"/>
                  <a:gd name="connsiteY0" fmla="*/ 1032 h 5906"/>
                  <a:gd name="connsiteX1" fmla="*/ 9748 w 11441"/>
                  <a:gd name="connsiteY1" fmla="*/ 8 h 5906"/>
                  <a:gd name="connsiteX2" fmla="*/ 597 w 11441"/>
                  <a:gd name="connsiteY2" fmla="*/ 3199 h 5906"/>
                  <a:gd name="connsiteX3" fmla="*/ 2102 w 11441"/>
                  <a:gd name="connsiteY3" fmla="*/ 5667 h 5906"/>
                  <a:gd name="connsiteX4" fmla="*/ 10170 w 11441"/>
                  <a:gd name="connsiteY4" fmla="*/ 2838 h 5906"/>
                  <a:gd name="connsiteX5" fmla="*/ 11440 w 11441"/>
                  <a:gd name="connsiteY5" fmla="*/ 1465 h 5906"/>
                  <a:gd name="connsiteX6" fmla="*/ 11374 w 11441"/>
                  <a:gd name="connsiteY6" fmla="*/ 1092 h 5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441" h="5906">
                    <a:moveTo>
                      <a:pt x="11374" y="1032"/>
                    </a:moveTo>
                    <a:cubicBezTo>
                      <a:pt x="11127" y="357"/>
                      <a:pt x="10459" y="-64"/>
                      <a:pt x="9748" y="8"/>
                    </a:cubicBezTo>
                    <a:cubicBezTo>
                      <a:pt x="6467" y="237"/>
                      <a:pt x="3306" y="1339"/>
                      <a:pt x="597" y="3199"/>
                    </a:cubicBezTo>
                    <a:cubicBezTo>
                      <a:pt x="-848" y="4162"/>
                      <a:pt x="597" y="6691"/>
                      <a:pt x="2102" y="5667"/>
                    </a:cubicBezTo>
                    <a:cubicBezTo>
                      <a:pt x="4498" y="4042"/>
                      <a:pt x="7280" y="3067"/>
                      <a:pt x="10170" y="2838"/>
                    </a:cubicBezTo>
                    <a:cubicBezTo>
                      <a:pt x="10898" y="2808"/>
                      <a:pt x="11470" y="2194"/>
                      <a:pt x="11440" y="1465"/>
                    </a:cubicBezTo>
                    <a:cubicBezTo>
                      <a:pt x="11440" y="1339"/>
                      <a:pt x="11416" y="1212"/>
                      <a:pt x="11374" y="1092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8" name="子陵职场PPT10-48"/>
              <p:cNvSpPr/>
              <p:nvPr/>
            </p:nvSpPr>
            <p:spPr>
              <a:xfrm>
                <a:off x="9433160" y="2501837"/>
                <a:ext cx="11439" cy="6139"/>
              </a:xfrm>
              <a:custGeom>
                <a:avLst/>
                <a:gdLst>
                  <a:gd name="connsiteX0" fmla="*/ 11133 w 11439"/>
                  <a:gd name="connsiteY0" fmla="*/ 1024 h 6139"/>
                  <a:gd name="connsiteX1" fmla="*/ 9507 w 11439"/>
                  <a:gd name="connsiteY1" fmla="*/ 0 h 6139"/>
                  <a:gd name="connsiteX2" fmla="*/ 597 w 11439"/>
                  <a:gd name="connsiteY2" fmla="*/ 3432 h 6139"/>
                  <a:gd name="connsiteX3" fmla="*/ 2102 w 11439"/>
                  <a:gd name="connsiteY3" fmla="*/ 5900 h 6139"/>
                  <a:gd name="connsiteX4" fmla="*/ 10170 w 11439"/>
                  <a:gd name="connsiteY4" fmla="*/ 3131 h 6139"/>
                  <a:gd name="connsiteX5" fmla="*/ 11434 w 11439"/>
                  <a:gd name="connsiteY5" fmla="*/ 1638 h 6139"/>
                  <a:gd name="connsiteX6" fmla="*/ 11374 w 11439"/>
                  <a:gd name="connsiteY6" fmla="*/ 1325 h 6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439" h="6139">
                    <a:moveTo>
                      <a:pt x="11133" y="1024"/>
                    </a:moveTo>
                    <a:cubicBezTo>
                      <a:pt x="10844" y="386"/>
                      <a:pt x="10206" y="-12"/>
                      <a:pt x="9507" y="0"/>
                    </a:cubicBezTo>
                    <a:cubicBezTo>
                      <a:pt x="6286" y="343"/>
                      <a:pt x="3216" y="1524"/>
                      <a:pt x="597" y="3432"/>
                    </a:cubicBezTo>
                    <a:cubicBezTo>
                      <a:pt x="-848" y="4395"/>
                      <a:pt x="597" y="6924"/>
                      <a:pt x="2102" y="5900"/>
                    </a:cubicBezTo>
                    <a:cubicBezTo>
                      <a:pt x="4492" y="4263"/>
                      <a:pt x="7280" y="3306"/>
                      <a:pt x="10170" y="3131"/>
                    </a:cubicBezTo>
                    <a:cubicBezTo>
                      <a:pt x="10934" y="3071"/>
                      <a:pt x="11500" y="2403"/>
                      <a:pt x="11434" y="1638"/>
                    </a:cubicBezTo>
                    <a:cubicBezTo>
                      <a:pt x="11428" y="1529"/>
                      <a:pt x="11404" y="1427"/>
                      <a:pt x="11374" y="1325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9" name="子陵职场PPT10-49"/>
              <p:cNvSpPr/>
              <p:nvPr/>
            </p:nvSpPr>
            <p:spPr>
              <a:xfrm>
                <a:off x="9329240" y="2499971"/>
                <a:ext cx="168696" cy="103914"/>
              </a:xfrm>
              <a:custGeom>
                <a:avLst/>
                <a:gdLst>
                  <a:gd name="connsiteX0" fmla="*/ 168696 w 168696"/>
                  <a:gd name="connsiteY0" fmla="*/ 87720 h 103914"/>
                  <a:gd name="connsiteX1" fmla="*/ 168215 w 168696"/>
                  <a:gd name="connsiteY1" fmla="*/ 93439 h 103914"/>
                  <a:gd name="connsiteX2" fmla="*/ 163940 w 168696"/>
                  <a:gd name="connsiteY2" fmla="*/ 103915 h 103914"/>
                  <a:gd name="connsiteX3" fmla="*/ 63276 w 168696"/>
                  <a:gd name="connsiteY3" fmla="*/ 49369 h 103914"/>
                  <a:gd name="connsiteX4" fmla="*/ 51777 w 168696"/>
                  <a:gd name="connsiteY4" fmla="*/ 35582 h 103914"/>
                  <a:gd name="connsiteX5" fmla="*/ 36725 w 168696"/>
                  <a:gd name="connsiteY5" fmla="*/ 36545 h 103914"/>
                  <a:gd name="connsiteX6" fmla="*/ 0 w 168696"/>
                  <a:gd name="connsiteY6" fmla="*/ 16978 h 103914"/>
                  <a:gd name="connsiteX7" fmla="*/ 6021 w 168696"/>
                  <a:gd name="connsiteY7" fmla="*/ 2167 h 103914"/>
                  <a:gd name="connsiteX8" fmla="*/ 6021 w 168696"/>
                  <a:gd name="connsiteY8" fmla="*/ 2167 h 103914"/>
                  <a:gd name="connsiteX9" fmla="*/ 6863 w 168696"/>
                  <a:gd name="connsiteY9" fmla="*/ 0 h 103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8696" h="103914">
                    <a:moveTo>
                      <a:pt x="168696" y="87720"/>
                    </a:moveTo>
                    <a:cubicBezTo>
                      <a:pt x="168696" y="89526"/>
                      <a:pt x="168696" y="91452"/>
                      <a:pt x="168215" y="93439"/>
                    </a:cubicBezTo>
                    <a:cubicBezTo>
                      <a:pt x="167221" y="97094"/>
                      <a:pt x="165788" y="100610"/>
                      <a:pt x="163940" y="103915"/>
                    </a:cubicBezTo>
                    <a:lnTo>
                      <a:pt x="63276" y="49369"/>
                    </a:lnTo>
                    <a:cubicBezTo>
                      <a:pt x="60266" y="44143"/>
                      <a:pt x="56377" y="39483"/>
                      <a:pt x="51777" y="35582"/>
                    </a:cubicBezTo>
                    <a:cubicBezTo>
                      <a:pt x="46918" y="33342"/>
                      <a:pt x="41259" y="33703"/>
                      <a:pt x="36725" y="36545"/>
                    </a:cubicBezTo>
                    <a:lnTo>
                      <a:pt x="0" y="16978"/>
                    </a:lnTo>
                    <a:lnTo>
                      <a:pt x="6021" y="2167"/>
                    </a:lnTo>
                    <a:lnTo>
                      <a:pt x="6021" y="2167"/>
                    </a:lnTo>
                    <a:lnTo>
                      <a:pt x="6863" y="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0" name="子陵职场PPT10-50"/>
              <p:cNvSpPr/>
              <p:nvPr/>
            </p:nvSpPr>
            <p:spPr>
              <a:xfrm>
                <a:off x="9440199" y="2482439"/>
                <a:ext cx="25268" cy="23131"/>
              </a:xfrm>
              <a:custGeom>
                <a:avLst/>
                <a:gdLst>
                  <a:gd name="connsiteX0" fmla="*/ 0 w 25268"/>
                  <a:gd name="connsiteY0" fmla="*/ 23131 h 23131"/>
                  <a:gd name="connsiteX1" fmla="*/ 1144 w 25268"/>
                  <a:gd name="connsiteY1" fmla="*/ 20482 h 23131"/>
                  <a:gd name="connsiteX2" fmla="*/ 6623 w 25268"/>
                  <a:gd name="connsiteY2" fmla="*/ 9645 h 23131"/>
                  <a:gd name="connsiteX3" fmla="*/ 15894 w 25268"/>
                  <a:gd name="connsiteY3" fmla="*/ 1036 h 23131"/>
                  <a:gd name="connsiteX4" fmla="*/ 22637 w 25268"/>
                  <a:gd name="connsiteY4" fmla="*/ 735 h 23131"/>
                  <a:gd name="connsiteX5" fmla="*/ 25106 w 25268"/>
                  <a:gd name="connsiteY5" fmla="*/ 7478 h 23131"/>
                  <a:gd name="connsiteX6" fmla="*/ 18543 w 25268"/>
                  <a:gd name="connsiteY6" fmla="*/ 17652 h 23131"/>
                  <a:gd name="connsiteX7" fmla="*/ 2769 w 25268"/>
                  <a:gd name="connsiteY7" fmla="*/ 22589 h 23131"/>
                  <a:gd name="connsiteX8" fmla="*/ 19868 w 25268"/>
                  <a:gd name="connsiteY8" fmla="*/ 3022 h 23131"/>
                  <a:gd name="connsiteX9" fmla="*/ 17219 w 25268"/>
                  <a:gd name="connsiteY9" fmla="*/ 3745 h 23131"/>
                  <a:gd name="connsiteX10" fmla="*/ 9151 w 25268"/>
                  <a:gd name="connsiteY10" fmla="*/ 11271 h 23131"/>
                  <a:gd name="connsiteX11" fmla="*/ 5057 w 25268"/>
                  <a:gd name="connsiteY11" fmla="*/ 19037 h 23131"/>
                  <a:gd name="connsiteX12" fmla="*/ 17098 w 25268"/>
                  <a:gd name="connsiteY12" fmla="*/ 15184 h 23131"/>
                  <a:gd name="connsiteX13" fmla="*/ 22457 w 25268"/>
                  <a:gd name="connsiteY13" fmla="*/ 7056 h 23131"/>
                  <a:gd name="connsiteX14" fmla="*/ 21373 w 25268"/>
                  <a:gd name="connsiteY14" fmla="*/ 3324 h 23131"/>
                  <a:gd name="connsiteX15" fmla="*/ 19868 w 25268"/>
                  <a:gd name="connsiteY15" fmla="*/ 3022 h 23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5268" h="23131">
                    <a:moveTo>
                      <a:pt x="0" y="23131"/>
                    </a:moveTo>
                    <a:lnTo>
                      <a:pt x="1144" y="20482"/>
                    </a:lnTo>
                    <a:cubicBezTo>
                      <a:pt x="2667" y="16725"/>
                      <a:pt x="4497" y="13101"/>
                      <a:pt x="6623" y="9645"/>
                    </a:cubicBezTo>
                    <a:cubicBezTo>
                      <a:pt x="8892" y="6003"/>
                      <a:pt x="12089" y="3028"/>
                      <a:pt x="15894" y="1036"/>
                    </a:cubicBezTo>
                    <a:cubicBezTo>
                      <a:pt x="17935" y="-229"/>
                      <a:pt x="20488" y="-343"/>
                      <a:pt x="22637" y="735"/>
                    </a:cubicBezTo>
                    <a:cubicBezTo>
                      <a:pt x="24714" y="2300"/>
                      <a:pt x="25678" y="4943"/>
                      <a:pt x="25106" y="7478"/>
                    </a:cubicBezTo>
                    <a:cubicBezTo>
                      <a:pt x="24383" y="11620"/>
                      <a:pt x="22017" y="15286"/>
                      <a:pt x="18543" y="17652"/>
                    </a:cubicBezTo>
                    <a:cubicBezTo>
                      <a:pt x="13558" y="20067"/>
                      <a:pt x="8242" y="21728"/>
                      <a:pt x="2769" y="22589"/>
                    </a:cubicBezTo>
                    <a:close/>
                    <a:moveTo>
                      <a:pt x="19868" y="3022"/>
                    </a:moveTo>
                    <a:cubicBezTo>
                      <a:pt x="18941" y="3059"/>
                      <a:pt x="18032" y="3305"/>
                      <a:pt x="17219" y="3745"/>
                    </a:cubicBezTo>
                    <a:cubicBezTo>
                      <a:pt x="13913" y="5497"/>
                      <a:pt x="11126" y="8092"/>
                      <a:pt x="9151" y="11271"/>
                    </a:cubicBezTo>
                    <a:cubicBezTo>
                      <a:pt x="7598" y="13757"/>
                      <a:pt x="6231" y="16352"/>
                      <a:pt x="5057" y="19037"/>
                    </a:cubicBezTo>
                    <a:cubicBezTo>
                      <a:pt x="9248" y="18387"/>
                      <a:pt x="13311" y="17086"/>
                      <a:pt x="17098" y="15184"/>
                    </a:cubicBezTo>
                    <a:cubicBezTo>
                      <a:pt x="19898" y="13299"/>
                      <a:pt x="21825" y="10374"/>
                      <a:pt x="22457" y="7056"/>
                    </a:cubicBezTo>
                    <a:cubicBezTo>
                      <a:pt x="22457" y="5732"/>
                      <a:pt x="22457" y="3986"/>
                      <a:pt x="21373" y="3324"/>
                    </a:cubicBezTo>
                    <a:cubicBezTo>
                      <a:pt x="20927" y="3035"/>
                      <a:pt x="20392" y="2932"/>
                      <a:pt x="19868" y="3022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1" name="子陵职场PPT10-51"/>
              <p:cNvSpPr/>
              <p:nvPr/>
            </p:nvSpPr>
            <p:spPr>
              <a:xfrm>
                <a:off x="9428237" y="2475708"/>
                <a:ext cx="16288" cy="30584"/>
              </a:xfrm>
              <a:custGeom>
                <a:avLst/>
                <a:gdLst>
                  <a:gd name="connsiteX0" fmla="*/ 15273 w 16288"/>
                  <a:gd name="connsiteY0" fmla="*/ 30585 h 30584"/>
                  <a:gd name="connsiteX1" fmla="*/ 13106 w 16288"/>
                  <a:gd name="connsiteY1" fmla="*/ 28778 h 30584"/>
                  <a:gd name="connsiteX2" fmla="*/ 1727 w 16288"/>
                  <a:gd name="connsiteY2" fmla="*/ 16737 h 30584"/>
                  <a:gd name="connsiteX3" fmla="*/ 824 w 16288"/>
                  <a:gd name="connsiteY3" fmla="*/ 4696 h 30584"/>
                  <a:gd name="connsiteX4" fmla="*/ 6243 w 16288"/>
                  <a:gd name="connsiteY4" fmla="*/ 0 h 30584"/>
                  <a:gd name="connsiteX5" fmla="*/ 12263 w 16288"/>
                  <a:gd name="connsiteY5" fmla="*/ 3492 h 30584"/>
                  <a:gd name="connsiteX6" fmla="*/ 16177 w 16288"/>
                  <a:gd name="connsiteY6" fmla="*/ 15533 h 30584"/>
                  <a:gd name="connsiteX7" fmla="*/ 15815 w 16288"/>
                  <a:gd name="connsiteY7" fmla="*/ 27574 h 30584"/>
                  <a:gd name="connsiteX8" fmla="*/ 6484 w 16288"/>
                  <a:gd name="connsiteY8" fmla="*/ 3071 h 30584"/>
                  <a:gd name="connsiteX9" fmla="*/ 6484 w 16288"/>
                  <a:gd name="connsiteY9" fmla="*/ 3071 h 30584"/>
                  <a:gd name="connsiteX10" fmla="*/ 3774 w 16288"/>
                  <a:gd name="connsiteY10" fmla="*/ 5840 h 30584"/>
                  <a:gd name="connsiteX11" fmla="*/ 4557 w 16288"/>
                  <a:gd name="connsiteY11" fmla="*/ 15533 h 30584"/>
                  <a:gd name="connsiteX12" fmla="*/ 12925 w 16288"/>
                  <a:gd name="connsiteY12" fmla="*/ 24564 h 30584"/>
                  <a:gd name="connsiteX13" fmla="*/ 12925 w 16288"/>
                  <a:gd name="connsiteY13" fmla="*/ 15774 h 30584"/>
                  <a:gd name="connsiteX14" fmla="*/ 9494 w 16288"/>
                  <a:gd name="connsiteY14" fmla="*/ 5298 h 30584"/>
                  <a:gd name="connsiteX15" fmla="*/ 6484 w 16288"/>
                  <a:gd name="connsiteY15" fmla="*/ 3071 h 30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288" h="30584">
                    <a:moveTo>
                      <a:pt x="15273" y="30585"/>
                    </a:moveTo>
                    <a:lnTo>
                      <a:pt x="13106" y="28778"/>
                    </a:lnTo>
                    <a:cubicBezTo>
                      <a:pt x="8705" y="25389"/>
                      <a:pt x="4864" y="21325"/>
                      <a:pt x="1727" y="16737"/>
                    </a:cubicBezTo>
                    <a:cubicBezTo>
                      <a:pt x="-205" y="13017"/>
                      <a:pt x="-531" y="8664"/>
                      <a:pt x="824" y="4696"/>
                    </a:cubicBezTo>
                    <a:cubicBezTo>
                      <a:pt x="1577" y="2222"/>
                      <a:pt x="3684" y="397"/>
                      <a:pt x="6243" y="0"/>
                    </a:cubicBezTo>
                    <a:cubicBezTo>
                      <a:pt x="8717" y="54"/>
                      <a:pt x="10987" y="1373"/>
                      <a:pt x="12263" y="3492"/>
                    </a:cubicBezTo>
                    <a:cubicBezTo>
                      <a:pt x="14617" y="7086"/>
                      <a:pt x="15972" y="11240"/>
                      <a:pt x="16177" y="15533"/>
                    </a:cubicBezTo>
                    <a:cubicBezTo>
                      <a:pt x="16405" y="19549"/>
                      <a:pt x="16285" y="23577"/>
                      <a:pt x="15815" y="27574"/>
                    </a:cubicBezTo>
                    <a:close/>
                    <a:moveTo>
                      <a:pt x="6484" y="3071"/>
                    </a:moveTo>
                    <a:lnTo>
                      <a:pt x="6484" y="3071"/>
                    </a:lnTo>
                    <a:cubicBezTo>
                      <a:pt x="5219" y="3071"/>
                      <a:pt x="4196" y="4576"/>
                      <a:pt x="3774" y="5840"/>
                    </a:cubicBezTo>
                    <a:cubicBezTo>
                      <a:pt x="2660" y="9037"/>
                      <a:pt x="2943" y="12553"/>
                      <a:pt x="4557" y="15533"/>
                    </a:cubicBezTo>
                    <a:cubicBezTo>
                      <a:pt x="6851" y="18971"/>
                      <a:pt x="9674" y="22017"/>
                      <a:pt x="12925" y="24564"/>
                    </a:cubicBezTo>
                    <a:cubicBezTo>
                      <a:pt x="13166" y="21638"/>
                      <a:pt x="13166" y="18700"/>
                      <a:pt x="12925" y="15774"/>
                    </a:cubicBezTo>
                    <a:cubicBezTo>
                      <a:pt x="12727" y="12041"/>
                      <a:pt x="11541" y="8429"/>
                      <a:pt x="9494" y="5298"/>
                    </a:cubicBezTo>
                    <a:cubicBezTo>
                      <a:pt x="8952" y="4455"/>
                      <a:pt x="7808" y="3071"/>
                      <a:pt x="6484" y="3071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2" name="子陵职场PPT10-52"/>
              <p:cNvSpPr/>
              <p:nvPr/>
            </p:nvSpPr>
            <p:spPr>
              <a:xfrm>
                <a:off x="9919014" y="2036748"/>
                <a:ext cx="129622" cy="152862"/>
              </a:xfrm>
              <a:custGeom>
                <a:avLst/>
                <a:gdLst>
                  <a:gd name="connsiteX0" fmla="*/ 56954 w 129622"/>
                  <a:gd name="connsiteY0" fmla="*/ 0 h 152862"/>
                  <a:gd name="connsiteX1" fmla="*/ 0 w 129622"/>
                  <a:gd name="connsiteY1" fmla="*/ 124325 h 152862"/>
                  <a:gd name="connsiteX2" fmla="*/ 52078 w 129622"/>
                  <a:gd name="connsiteY2" fmla="*/ 152862 h 152862"/>
                  <a:gd name="connsiteX3" fmla="*/ 129623 w 129622"/>
                  <a:gd name="connsiteY3" fmla="*/ 27273 h 152862"/>
                  <a:gd name="connsiteX4" fmla="*/ 56954 w 129622"/>
                  <a:gd name="connsiteY4" fmla="*/ 0 h 152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9622" h="152862">
                    <a:moveTo>
                      <a:pt x="56954" y="0"/>
                    </a:moveTo>
                    <a:lnTo>
                      <a:pt x="0" y="124325"/>
                    </a:lnTo>
                    <a:lnTo>
                      <a:pt x="52078" y="152862"/>
                    </a:lnTo>
                    <a:lnTo>
                      <a:pt x="129623" y="27273"/>
                    </a:lnTo>
                    <a:lnTo>
                      <a:pt x="56954" y="0"/>
                    </a:lnTo>
                    <a:close/>
                  </a:path>
                </a:pathLst>
              </a:custGeom>
              <a:solidFill>
                <a:srgbClr val="E9B376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3" name="子陵职场PPT10-53"/>
              <p:cNvSpPr/>
              <p:nvPr/>
            </p:nvSpPr>
            <p:spPr>
              <a:xfrm>
                <a:off x="9882951" y="2145095"/>
                <a:ext cx="168757" cy="166071"/>
              </a:xfrm>
              <a:custGeom>
                <a:avLst/>
                <a:gdLst>
                  <a:gd name="connsiteX0" fmla="*/ 47563 w 168757"/>
                  <a:gd name="connsiteY0" fmla="*/ 9837 h 166071"/>
                  <a:gd name="connsiteX1" fmla="*/ 76220 w 168757"/>
                  <a:gd name="connsiteY1" fmla="*/ 25611 h 166071"/>
                  <a:gd name="connsiteX2" fmla="*/ 81759 w 168757"/>
                  <a:gd name="connsiteY2" fmla="*/ 15918 h 166071"/>
                  <a:gd name="connsiteX3" fmla="*/ 100844 w 168757"/>
                  <a:gd name="connsiteY3" fmla="*/ 11945 h 166071"/>
                  <a:gd name="connsiteX4" fmla="*/ 106865 w 168757"/>
                  <a:gd name="connsiteY4" fmla="*/ 32956 h 166071"/>
                  <a:gd name="connsiteX5" fmla="*/ 110116 w 168757"/>
                  <a:gd name="connsiteY5" fmla="*/ 60470 h 166071"/>
                  <a:gd name="connsiteX6" fmla="*/ 151056 w 168757"/>
                  <a:gd name="connsiteY6" fmla="*/ 113873 h 166071"/>
                  <a:gd name="connsiteX7" fmla="*/ 168576 w 168757"/>
                  <a:gd name="connsiteY7" fmla="*/ 143554 h 166071"/>
                  <a:gd name="connsiteX8" fmla="*/ 168215 w 168757"/>
                  <a:gd name="connsiteY8" fmla="*/ 155595 h 166071"/>
                  <a:gd name="connsiteX9" fmla="*/ 163940 w 168757"/>
                  <a:gd name="connsiteY9" fmla="*/ 166071 h 166071"/>
                  <a:gd name="connsiteX10" fmla="*/ 63276 w 168757"/>
                  <a:gd name="connsiteY10" fmla="*/ 111525 h 166071"/>
                  <a:gd name="connsiteX11" fmla="*/ 51777 w 168757"/>
                  <a:gd name="connsiteY11" fmla="*/ 97738 h 166071"/>
                  <a:gd name="connsiteX12" fmla="*/ 36725 w 168757"/>
                  <a:gd name="connsiteY12" fmla="*/ 98701 h 166071"/>
                  <a:gd name="connsiteX13" fmla="*/ 0 w 168757"/>
                  <a:gd name="connsiteY13" fmla="*/ 79134 h 166071"/>
                  <a:gd name="connsiteX14" fmla="*/ 6021 w 168757"/>
                  <a:gd name="connsiteY14" fmla="*/ 64323 h 166071"/>
                  <a:gd name="connsiteX15" fmla="*/ 6021 w 168757"/>
                  <a:gd name="connsiteY15" fmla="*/ 64323 h 166071"/>
                  <a:gd name="connsiteX16" fmla="*/ 11198 w 168757"/>
                  <a:gd name="connsiteY16" fmla="*/ 51139 h 166071"/>
                  <a:gd name="connsiteX17" fmla="*/ 36304 w 168757"/>
                  <a:gd name="connsiteY17" fmla="*/ 3456 h 166071"/>
                  <a:gd name="connsiteX18" fmla="*/ 47563 w 168757"/>
                  <a:gd name="connsiteY18" fmla="*/ 9837 h 166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8757" h="166071">
                    <a:moveTo>
                      <a:pt x="47563" y="9837"/>
                    </a:moveTo>
                    <a:cubicBezTo>
                      <a:pt x="51054" y="20012"/>
                      <a:pt x="66588" y="27237"/>
                      <a:pt x="76220" y="25611"/>
                    </a:cubicBezTo>
                    <a:lnTo>
                      <a:pt x="81759" y="15918"/>
                    </a:lnTo>
                    <a:cubicBezTo>
                      <a:pt x="87479" y="8272"/>
                      <a:pt x="92596" y="5984"/>
                      <a:pt x="100844" y="11945"/>
                    </a:cubicBezTo>
                    <a:cubicBezTo>
                      <a:pt x="104939" y="14835"/>
                      <a:pt x="107527" y="23083"/>
                      <a:pt x="106865" y="32956"/>
                    </a:cubicBezTo>
                    <a:cubicBezTo>
                      <a:pt x="105848" y="42258"/>
                      <a:pt x="106961" y="51662"/>
                      <a:pt x="110116" y="60470"/>
                    </a:cubicBezTo>
                    <a:cubicBezTo>
                      <a:pt x="110116" y="60470"/>
                      <a:pt x="139196" y="101771"/>
                      <a:pt x="151056" y="113873"/>
                    </a:cubicBezTo>
                    <a:cubicBezTo>
                      <a:pt x="158160" y="121037"/>
                      <a:pt x="167372" y="131152"/>
                      <a:pt x="168576" y="143554"/>
                    </a:cubicBezTo>
                    <a:cubicBezTo>
                      <a:pt x="168907" y="147570"/>
                      <a:pt x="168786" y="151610"/>
                      <a:pt x="168215" y="155595"/>
                    </a:cubicBezTo>
                    <a:cubicBezTo>
                      <a:pt x="167197" y="159238"/>
                      <a:pt x="165764" y="162754"/>
                      <a:pt x="163940" y="166071"/>
                    </a:cubicBezTo>
                    <a:lnTo>
                      <a:pt x="63276" y="111525"/>
                    </a:lnTo>
                    <a:cubicBezTo>
                      <a:pt x="60266" y="106299"/>
                      <a:pt x="56377" y="101639"/>
                      <a:pt x="51777" y="97738"/>
                    </a:cubicBezTo>
                    <a:cubicBezTo>
                      <a:pt x="46918" y="95498"/>
                      <a:pt x="41259" y="95859"/>
                      <a:pt x="36725" y="98701"/>
                    </a:cubicBezTo>
                    <a:lnTo>
                      <a:pt x="0" y="79134"/>
                    </a:lnTo>
                    <a:lnTo>
                      <a:pt x="6021" y="64323"/>
                    </a:lnTo>
                    <a:lnTo>
                      <a:pt x="6021" y="64323"/>
                    </a:lnTo>
                    <a:cubicBezTo>
                      <a:pt x="7586" y="60410"/>
                      <a:pt x="9332" y="55895"/>
                      <a:pt x="11198" y="51139"/>
                    </a:cubicBezTo>
                    <a:cubicBezTo>
                      <a:pt x="19206" y="30668"/>
                      <a:pt x="33956" y="8995"/>
                      <a:pt x="36304" y="3456"/>
                    </a:cubicBezTo>
                    <a:cubicBezTo>
                      <a:pt x="40097" y="-7080"/>
                      <a:pt x="47563" y="9837"/>
                      <a:pt x="47563" y="9837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4" name="子陵职场PPT10-54"/>
              <p:cNvSpPr/>
              <p:nvPr/>
            </p:nvSpPr>
            <p:spPr>
              <a:xfrm>
                <a:off x="9997861" y="2225854"/>
                <a:ext cx="11469" cy="5903"/>
              </a:xfrm>
              <a:custGeom>
                <a:avLst/>
                <a:gdLst>
                  <a:gd name="connsiteX0" fmla="*/ 11342 w 11469"/>
                  <a:gd name="connsiteY0" fmla="*/ 1024 h 5903"/>
                  <a:gd name="connsiteX1" fmla="*/ 9776 w 11469"/>
                  <a:gd name="connsiteY1" fmla="*/ 0 h 5903"/>
                  <a:gd name="connsiteX2" fmla="*/ 625 w 11469"/>
                  <a:gd name="connsiteY2" fmla="*/ 3191 h 5903"/>
                  <a:gd name="connsiteX3" fmla="*/ 2070 w 11469"/>
                  <a:gd name="connsiteY3" fmla="*/ 5659 h 5903"/>
                  <a:gd name="connsiteX4" fmla="*/ 10138 w 11469"/>
                  <a:gd name="connsiteY4" fmla="*/ 2890 h 5903"/>
                  <a:gd name="connsiteX5" fmla="*/ 11468 w 11469"/>
                  <a:gd name="connsiteY5" fmla="*/ 1451 h 5903"/>
                  <a:gd name="connsiteX6" fmla="*/ 11402 w 11469"/>
                  <a:gd name="connsiteY6" fmla="*/ 1084 h 5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469" h="5903">
                    <a:moveTo>
                      <a:pt x="11342" y="1024"/>
                    </a:moveTo>
                    <a:cubicBezTo>
                      <a:pt x="11077" y="397"/>
                      <a:pt x="10457" y="-6"/>
                      <a:pt x="9776" y="0"/>
                    </a:cubicBezTo>
                    <a:cubicBezTo>
                      <a:pt x="6489" y="211"/>
                      <a:pt x="3328" y="1313"/>
                      <a:pt x="625" y="3191"/>
                    </a:cubicBezTo>
                    <a:cubicBezTo>
                      <a:pt x="-880" y="4215"/>
                      <a:pt x="625" y="6683"/>
                      <a:pt x="2070" y="5659"/>
                    </a:cubicBezTo>
                    <a:cubicBezTo>
                      <a:pt x="4466" y="4040"/>
                      <a:pt x="7254" y="3089"/>
                      <a:pt x="10138" y="2890"/>
                    </a:cubicBezTo>
                    <a:cubicBezTo>
                      <a:pt x="10902" y="2860"/>
                      <a:pt x="11498" y="2216"/>
                      <a:pt x="11468" y="1451"/>
                    </a:cubicBezTo>
                    <a:cubicBezTo>
                      <a:pt x="11462" y="1325"/>
                      <a:pt x="11438" y="1204"/>
                      <a:pt x="11402" y="1084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5" name="子陵职场PPT10-55"/>
              <p:cNvSpPr/>
              <p:nvPr/>
            </p:nvSpPr>
            <p:spPr>
              <a:xfrm>
                <a:off x="9992350" y="2217478"/>
                <a:ext cx="11441" cy="5906"/>
              </a:xfrm>
              <a:custGeom>
                <a:avLst/>
                <a:gdLst>
                  <a:gd name="connsiteX0" fmla="*/ 11374 w 11441"/>
                  <a:gd name="connsiteY0" fmla="*/ 1031 h 5906"/>
                  <a:gd name="connsiteX1" fmla="*/ 9748 w 11441"/>
                  <a:gd name="connsiteY1" fmla="*/ 8 h 5906"/>
                  <a:gd name="connsiteX2" fmla="*/ 597 w 11441"/>
                  <a:gd name="connsiteY2" fmla="*/ 3139 h 5906"/>
                  <a:gd name="connsiteX3" fmla="*/ 2102 w 11441"/>
                  <a:gd name="connsiteY3" fmla="*/ 5667 h 5906"/>
                  <a:gd name="connsiteX4" fmla="*/ 10170 w 11441"/>
                  <a:gd name="connsiteY4" fmla="*/ 2838 h 5906"/>
                  <a:gd name="connsiteX5" fmla="*/ 11440 w 11441"/>
                  <a:gd name="connsiteY5" fmla="*/ 1465 h 5906"/>
                  <a:gd name="connsiteX6" fmla="*/ 11374 w 11441"/>
                  <a:gd name="connsiteY6" fmla="*/ 1092 h 5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441" h="5906">
                    <a:moveTo>
                      <a:pt x="11374" y="1031"/>
                    </a:moveTo>
                    <a:cubicBezTo>
                      <a:pt x="11127" y="357"/>
                      <a:pt x="10459" y="-64"/>
                      <a:pt x="9748" y="8"/>
                    </a:cubicBezTo>
                    <a:cubicBezTo>
                      <a:pt x="6479" y="249"/>
                      <a:pt x="3330" y="1327"/>
                      <a:pt x="597" y="3139"/>
                    </a:cubicBezTo>
                    <a:cubicBezTo>
                      <a:pt x="-848" y="4162"/>
                      <a:pt x="597" y="6691"/>
                      <a:pt x="2102" y="5667"/>
                    </a:cubicBezTo>
                    <a:cubicBezTo>
                      <a:pt x="4486" y="4018"/>
                      <a:pt x="7274" y="3036"/>
                      <a:pt x="10170" y="2838"/>
                    </a:cubicBezTo>
                    <a:cubicBezTo>
                      <a:pt x="10898" y="2808"/>
                      <a:pt x="11470" y="2193"/>
                      <a:pt x="11440" y="1465"/>
                    </a:cubicBezTo>
                    <a:cubicBezTo>
                      <a:pt x="11440" y="1338"/>
                      <a:pt x="11416" y="1212"/>
                      <a:pt x="11374" y="1092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6" name="子陵职场PPT10-56"/>
              <p:cNvSpPr/>
              <p:nvPr/>
            </p:nvSpPr>
            <p:spPr>
              <a:xfrm>
                <a:off x="9986450" y="2209236"/>
                <a:ext cx="11439" cy="5900"/>
              </a:xfrm>
              <a:custGeom>
                <a:avLst/>
                <a:gdLst>
                  <a:gd name="connsiteX0" fmla="*/ 11374 w 11439"/>
                  <a:gd name="connsiteY0" fmla="*/ 1025 h 5900"/>
                  <a:gd name="connsiteX1" fmla="*/ 9748 w 11439"/>
                  <a:gd name="connsiteY1" fmla="*/ 2 h 5900"/>
                  <a:gd name="connsiteX2" fmla="*/ 597 w 11439"/>
                  <a:gd name="connsiteY2" fmla="*/ 3192 h 5900"/>
                  <a:gd name="connsiteX3" fmla="*/ 2102 w 11439"/>
                  <a:gd name="connsiteY3" fmla="*/ 5661 h 5900"/>
                  <a:gd name="connsiteX4" fmla="*/ 10170 w 11439"/>
                  <a:gd name="connsiteY4" fmla="*/ 2891 h 5900"/>
                  <a:gd name="connsiteX5" fmla="*/ 11434 w 11439"/>
                  <a:gd name="connsiteY5" fmla="*/ 1398 h 5900"/>
                  <a:gd name="connsiteX6" fmla="*/ 11374 w 11439"/>
                  <a:gd name="connsiteY6" fmla="*/ 1085 h 5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439" h="5900">
                    <a:moveTo>
                      <a:pt x="11374" y="1025"/>
                    </a:moveTo>
                    <a:cubicBezTo>
                      <a:pt x="11097" y="381"/>
                      <a:pt x="10453" y="-28"/>
                      <a:pt x="9748" y="2"/>
                    </a:cubicBezTo>
                    <a:cubicBezTo>
                      <a:pt x="6467" y="236"/>
                      <a:pt x="3312" y="1338"/>
                      <a:pt x="597" y="3192"/>
                    </a:cubicBezTo>
                    <a:cubicBezTo>
                      <a:pt x="-848" y="4156"/>
                      <a:pt x="597" y="6684"/>
                      <a:pt x="2102" y="5661"/>
                    </a:cubicBezTo>
                    <a:cubicBezTo>
                      <a:pt x="4492" y="4023"/>
                      <a:pt x="7280" y="3066"/>
                      <a:pt x="10170" y="2891"/>
                    </a:cubicBezTo>
                    <a:cubicBezTo>
                      <a:pt x="10934" y="2831"/>
                      <a:pt x="11500" y="2163"/>
                      <a:pt x="11434" y="1398"/>
                    </a:cubicBezTo>
                    <a:cubicBezTo>
                      <a:pt x="11428" y="1290"/>
                      <a:pt x="11404" y="1188"/>
                      <a:pt x="11374" y="1085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7" name="子陵职场PPT10-57"/>
              <p:cNvSpPr/>
              <p:nvPr/>
            </p:nvSpPr>
            <p:spPr>
              <a:xfrm>
                <a:off x="9882770" y="2207672"/>
                <a:ext cx="168696" cy="103914"/>
              </a:xfrm>
              <a:custGeom>
                <a:avLst/>
                <a:gdLst>
                  <a:gd name="connsiteX0" fmla="*/ 168696 w 168696"/>
                  <a:gd name="connsiteY0" fmla="*/ 87418 h 103914"/>
                  <a:gd name="connsiteX1" fmla="*/ 168215 w 168696"/>
                  <a:gd name="connsiteY1" fmla="*/ 93439 h 103914"/>
                  <a:gd name="connsiteX2" fmla="*/ 163940 w 168696"/>
                  <a:gd name="connsiteY2" fmla="*/ 103915 h 103914"/>
                  <a:gd name="connsiteX3" fmla="*/ 63276 w 168696"/>
                  <a:gd name="connsiteY3" fmla="*/ 49369 h 103914"/>
                  <a:gd name="connsiteX4" fmla="*/ 51837 w 168696"/>
                  <a:gd name="connsiteY4" fmla="*/ 35582 h 103914"/>
                  <a:gd name="connsiteX5" fmla="*/ 36786 w 168696"/>
                  <a:gd name="connsiteY5" fmla="*/ 36545 h 103914"/>
                  <a:gd name="connsiteX6" fmla="*/ 0 w 168696"/>
                  <a:gd name="connsiteY6" fmla="*/ 16978 h 103914"/>
                  <a:gd name="connsiteX7" fmla="*/ 6021 w 168696"/>
                  <a:gd name="connsiteY7" fmla="*/ 2167 h 103914"/>
                  <a:gd name="connsiteX8" fmla="*/ 6021 w 168696"/>
                  <a:gd name="connsiteY8" fmla="*/ 2167 h 103914"/>
                  <a:gd name="connsiteX9" fmla="*/ 6924 w 168696"/>
                  <a:gd name="connsiteY9" fmla="*/ 0 h 103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8696" h="103914">
                    <a:moveTo>
                      <a:pt x="168696" y="87418"/>
                    </a:moveTo>
                    <a:cubicBezTo>
                      <a:pt x="168660" y="89435"/>
                      <a:pt x="168497" y="91446"/>
                      <a:pt x="168215" y="93439"/>
                    </a:cubicBezTo>
                    <a:cubicBezTo>
                      <a:pt x="167269" y="97106"/>
                      <a:pt x="165830" y="100634"/>
                      <a:pt x="163940" y="103915"/>
                    </a:cubicBezTo>
                    <a:lnTo>
                      <a:pt x="63276" y="49369"/>
                    </a:lnTo>
                    <a:cubicBezTo>
                      <a:pt x="60272" y="44155"/>
                      <a:pt x="56407" y="39495"/>
                      <a:pt x="51837" y="35582"/>
                    </a:cubicBezTo>
                    <a:cubicBezTo>
                      <a:pt x="46985" y="33330"/>
                      <a:pt x="41313" y="33691"/>
                      <a:pt x="36786" y="36545"/>
                    </a:cubicBezTo>
                    <a:lnTo>
                      <a:pt x="0" y="16978"/>
                    </a:lnTo>
                    <a:lnTo>
                      <a:pt x="6021" y="2167"/>
                    </a:lnTo>
                    <a:lnTo>
                      <a:pt x="6021" y="2167"/>
                    </a:lnTo>
                    <a:lnTo>
                      <a:pt x="6924" y="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8" name="子陵职场PPT10-58"/>
              <p:cNvSpPr/>
              <p:nvPr/>
            </p:nvSpPr>
            <p:spPr>
              <a:xfrm>
                <a:off x="9993669" y="2189999"/>
                <a:ext cx="25276" cy="22971"/>
              </a:xfrm>
              <a:custGeom>
                <a:avLst/>
                <a:gdLst>
                  <a:gd name="connsiteX0" fmla="*/ 0 w 25276"/>
                  <a:gd name="connsiteY0" fmla="*/ 22972 h 22971"/>
                  <a:gd name="connsiteX1" fmla="*/ 1144 w 25276"/>
                  <a:gd name="connsiteY1" fmla="*/ 20322 h 22971"/>
                  <a:gd name="connsiteX2" fmla="*/ 6683 w 25276"/>
                  <a:gd name="connsiteY2" fmla="*/ 9425 h 22971"/>
                  <a:gd name="connsiteX3" fmla="*/ 15894 w 25276"/>
                  <a:gd name="connsiteY3" fmla="*/ 876 h 22971"/>
                  <a:gd name="connsiteX4" fmla="*/ 22637 w 25276"/>
                  <a:gd name="connsiteY4" fmla="*/ 876 h 22971"/>
                  <a:gd name="connsiteX5" fmla="*/ 25106 w 25276"/>
                  <a:gd name="connsiteY5" fmla="*/ 7619 h 22971"/>
                  <a:gd name="connsiteX6" fmla="*/ 18543 w 25276"/>
                  <a:gd name="connsiteY6" fmla="*/ 17794 h 22971"/>
                  <a:gd name="connsiteX7" fmla="*/ 2830 w 25276"/>
                  <a:gd name="connsiteY7" fmla="*/ 22731 h 22971"/>
                  <a:gd name="connsiteX8" fmla="*/ 19868 w 25276"/>
                  <a:gd name="connsiteY8" fmla="*/ 2803 h 22971"/>
                  <a:gd name="connsiteX9" fmla="*/ 17219 w 25276"/>
                  <a:gd name="connsiteY9" fmla="*/ 3585 h 22971"/>
                  <a:gd name="connsiteX10" fmla="*/ 9151 w 25276"/>
                  <a:gd name="connsiteY10" fmla="*/ 11111 h 22971"/>
                  <a:gd name="connsiteX11" fmla="*/ 5057 w 25276"/>
                  <a:gd name="connsiteY11" fmla="*/ 18877 h 22971"/>
                  <a:gd name="connsiteX12" fmla="*/ 16797 w 25276"/>
                  <a:gd name="connsiteY12" fmla="*/ 15024 h 22971"/>
                  <a:gd name="connsiteX13" fmla="*/ 22156 w 25276"/>
                  <a:gd name="connsiteY13" fmla="*/ 6897 h 22971"/>
                  <a:gd name="connsiteX14" fmla="*/ 21072 w 25276"/>
                  <a:gd name="connsiteY14" fmla="*/ 3164 h 22971"/>
                  <a:gd name="connsiteX15" fmla="*/ 19928 w 25276"/>
                  <a:gd name="connsiteY15" fmla="*/ 2803 h 22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5276" h="22971">
                    <a:moveTo>
                      <a:pt x="0" y="22972"/>
                    </a:moveTo>
                    <a:lnTo>
                      <a:pt x="1144" y="20322"/>
                    </a:lnTo>
                    <a:cubicBezTo>
                      <a:pt x="2673" y="16541"/>
                      <a:pt x="4528" y="12893"/>
                      <a:pt x="6683" y="9425"/>
                    </a:cubicBezTo>
                    <a:cubicBezTo>
                      <a:pt x="8929" y="5801"/>
                      <a:pt x="12113" y="2845"/>
                      <a:pt x="15894" y="876"/>
                    </a:cubicBezTo>
                    <a:cubicBezTo>
                      <a:pt x="17989" y="-292"/>
                      <a:pt x="20542" y="-292"/>
                      <a:pt x="22637" y="876"/>
                    </a:cubicBezTo>
                    <a:cubicBezTo>
                      <a:pt x="24726" y="2435"/>
                      <a:pt x="25696" y="5078"/>
                      <a:pt x="25106" y="7619"/>
                    </a:cubicBezTo>
                    <a:cubicBezTo>
                      <a:pt x="24383" y="11761"/>
                      <a:pt x="22017" y="15428"/>
                      <a:pt x="18543" y="17794"/>
                    </a:cubicBezTo>
                    <a:cubicBezTo>
                      <a:pt x="13594" y="20244"/>
                      <a:pt x="8290" y="21906"/>
                      <a:pt x="2830" y="22731"/>
                    </a:cubicBezTo>
                    <a:close/>
                    <a:moveTo>
                      <a:pt x="19868" y="2803"/>
                    </a:moveTo>
                    <a:cubicBezTo>
                      <a:pt x="18935" y="2857"/>
                      <a:pt x="18032" y="3122"/>
                      <a:pt x="17219" y="3585"/>
                    </a:cubicBezTo>
                    <a:cubicBezTo>
                      <a:pt x="13896" y="5313"/>
                      <a:pt x="11108" y="7920"/>
                      <a:pt x="9151" y="11111"/>
                    </a:cubicBezTo>
                    <a:cubicBezTo>
                      <a:pt x="7598" y="13597"/>
                      <a:pt x="6231" y="16192"/>
                      <a:pt x="5057" y="18877"/>
                    </a:cubicBezTo>
                    <a:cubicBezTo>
                      <a:pt x="9139" y="18167"/>
                      <a:pt x="13089" y="16873"/>
                      <a:pt x="16797" y="15024"/>
                    </a:cubicBezTo>
                    <a:cubicBezTo>
                      <a:pt x="19603" y="13146"/>
                      <a:pt x="21529" y="10214"/>
                      <a:pt x="22156" y="6897"/>
                    </a:cubicBezTo>
                    <a:cubicBezTo>
                      <a:pt x="22156" y="5572"/>
                      <a:pt x="22156" y="3826"/>
                      <a:pt x="21072" y="3164"/>
                    </a:cubicBezTo>
                    <a:cubicBezTo>
                      <a:pt x="20735" y="2941"/>
                      <a:pt x="20337" y="2815"/>
                      <a:pt x="19928" y="2803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9" name="子陵职场PPT10-59"/>
              <p:cNvSpPr/>
              <p:nvPr/>
            </p:nvSpPr>
            <p:spPr>
              <a:xfrm>
                <a:off x="9981785" y="2183298"/>
                <a:ext cx="16055" cy="30394"/>
              </a:xfrm>
              <a:custGeom>
                <a:avLst/>
                <a:gdLst>
                  <a:gd name="connsiteX0" fmla="*/ 15256 w 16055"/>
                  <a:gd name="connsiteY0" fmla="*/ 30395 h 30394"/>
                  <a:gd name="connsiteX1" fmla="*/ 13089 w 16055"/>
                  <a:gd name="connsiteY1" fmla="*/ 28588 h 30394"/>
                  <a:gd name="connsiteX2" fmla="*/ 1710 w 16055"/>
                  <a:gd name="connsiteY2" fmla="*/ 16547 h 30394"/>
                  <a:gd name="connsiteX3" fmla="*/ 807 w 16055"/>
                  <a:gd name="connsiteY3" fmla="*/ 4506 h 30394"/>
                  <a:gd name="connsiteX4" fmla="*/ 8146 w 16055"/>
                  <a:gd name="connsiteY4" fmla="*/ 195 h 30394"/>
                  <a:gd name="connsiteX5" fmla="*/ 12005 w 16055"/>
                  <a:gd name="connsiteY5" fmla="*/ 3302 h 30394"/>
                  <a:gd name="connsiteX6" fmla="*/ 15978 w 16055"/>
                  <a:gd name="connsiteY6" fmla="*/ 15343 h 30394"/>
                  <a:gd name="connsiteX7" fmla="*/ 15557 w 16055"/>
                  <a:gd name="connsiteY7" fmla="*/ 27384 h 30394"/>
                  <a:gd name="connsiteX8" fmla="*/ 6466 w 16055"/>
                  <a:gd name="connsiteY8" fmla="*/ 2881 h 30394"/>
                  <a:gd name="connsiteX9" fmla="*/ 6466 w 16055"/>
                  <a:gd name="connsiteY9" fmla="*/ 2881 h 30394"/>
                  <a:gd name="connsiteX10" fmla="*/ 3697 w 16055"/>
                  <a:gd name="connsiteY10" fmla="*/ 5650 h 30394"/>
                  <a:gd name="connsiteX11" fmla="*/ 4479 w 16055"/>
                  <a:gd name="connsiteY11" fmla="*/ 15343 h 30394"/>
                  <a:gd name="connsiteX12" fmla="*/ 12848 w 16055"/>
                  <a:gd name="connsiteY12" fmla="*/ 24374 h 30394"/>
                  <a:gd name="connsiteX13" fmla="*/ 12848 w 16055"/>
                  <a:gd name="connsiteY13" fmla="*/ 15584 h 30394"/>
                  <a:gd name="connsiteX14" fmla="*/ 9416 w 16055"/>
                  <a:gd name="connsiteY14" fmla="*/ 5108 h 30394"/>
                  <a:gd name="connsiteX15" fmla="*/ 6466 w 16055"/>
                  <a:gd name="connsiteY15" fmla="*/ 2881 h 30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055" h="30394">
                    <a:moveTo>
                      <a:pt x="15256" y="30395"/>
                    </a:moveTo>
                    <a:lnTo>
                      <a:pt x="13089" y="28588"/>
                    </a:lnTo>
                    <a:cubicBezTo>
                      <a:pt x="8682" y="25205"/>
                      <a:pt x="4840" y="21141"/>
                      <a:pt x="1710" y="16547"/>
                    </a:cubicBezTo>
                    <a:cubicBezTo>
                      <a:pt x="-199" y="12821"/>
                      <a:pt x="-524" y="8480"/>
                      <a:pt x="807" y="4506"/>
                    </a:cubicBezTo>
                    <a:cubicBezTo>
                      <a:pt x="1644" y="1285"/>
                      <a:pt x="4931" y="-641"/>
                      <a:pt x="8146" y="195"/>
                    </a:cubicBezTo>
                    <a:cubicBezTo>
                      <a:pt x="9820" y="629"/>
                      <a:pt x="11222" y="1761"/>
                      <a:pt x="12005" y="3302"/>
                    </a:cubicBezTo>
                    <a:cubicBezTo>
                      <a:pt x="14371" y="6896"/>
                      <a:pt x="15738" y="11051"/>
                      <a:pt x="15978" y="15343"/>
                    </a:cubicBezTo>
                    <a:cubicBezTo>
                      <a:pt x="16159" y="19359"/>
                      <a:pt x="16021" y="23387"/>
                      <a:pt x="15557" y="27384"/>
                    </a:cubicBezTo>
                    <a:close/>
                    <a:moveTo>
                      <a:pt x="6466" y="2881"/>
                    </a:moveTo>
                    <a:lnTo>
                      <a:pt x="6466" y="2881"/>
                    </a:lnTo>
                    <a:cubicBezTo>
                      <a:pt x="5142" y="2881"/>
                      <a:pt x="4178" y="4386"/>
                      <a:pt x="3697" y="5650"/>
                    </a:cubicBezTo>
                    <a:cubicBezTo>
                      <a:pt x="2643" y="8853"/>
                      <a:pt x="2926" y="12351"/>
                      <a:pt x="4479" y="15343"/>
                    </a:cubicBezTo>
                    <a:cubicBezTo>
                      <a:pt x="6785" y="18769"/>
                      <a:pt x="9609" y="21815"/>
                      <a:pt x="12848" y="24374"/>
                    </a:cubicBezTo>
                    <a:cubicBezTo>
                      <a:pt x="13089" y="21448"/>
                      <a:pt x="13089" y="18510"/>
                      <a:pt x="12848" y="15584"/>
                    </a:cubicBezTo>
                    <a:cubicBezTo>
                      <a:pt x="12649" y="11851"/>
                      <a:pt x="11463" y="8239"/>
                      <a:pt x="9416" y="5108"/>
                    </a:cubicBezTo>
                    <a:cubicBezTo>
                      <a:pt x="9055" y="4446"/>
                      <a:pt x="7851" y="2881"/>
                      <a:pt x="6466" y="2881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0" name="子陵职场PPT10-60"/>
              <p:cNvSpPr/>
              <p:nvPr/>
            </p:nvSpPr>
            <p:spPr>
              <a:xfrm>
                <a:off x="9372268" y="1639813"/>
                <a:ext cx="493103" cy="839988"/>
              </a:xfrm>
              <a:custGeom>
                <a:avLst/>
                <a:gdLst>
                  <a:gd name="connsiteX0" fmla="*/ 277447 w 493103"/>
                  <a:gd name="connsiteY0" fmla="*/ 0 h 839988"/>
                  <a:gd name="connsiteX1" fmla="*/ 283889 w 493103"/>
                  <a:gd name="connsiteY1" fmla="*/ 122097 h 839988"/>
                  <a:gd name="connsiteX2" fmla="*/ 203876 w 493103"/>
                  <a:gd name="connsiteY2" fmla="*/ 411084 h 839988"/>
                  <a:gd name="connsiteX3" fmla="*/ 140 w 493103"/>
                  <a:gd name="connsiteY3" fmla="*/ 777495 h 839988"/>
                  <a:gd name="connsiteX4" fmla="*/ 108510 w 493103"/>
                  <a:gd name="connsiteY4" fmla="*/ 839989 h 839988"/>
                  <a:gd name="connsiteX5" fmla="*/ 341927 w 493103"/>
                  <a:gd name="connsiteY5" fmla="*/ 481645 h 839988"/>
                  <a:gd name="connsiteX6" fmla="*/ 493104 w 493103"/>
                  <a:gd name="connsiteY6" fmla="*/ 117341 h 839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93103" h="839988">
                    <a:moveTo>
                      <a:pt x="277447" y="0"/>
                    </a:moveTo>
                    <a:cubicBezTo>
                      <a:pt x="277447" y="0"/>
                      <a:pt x="263539" y="65082"/>
                      <a:pt x="283889" y="122097"/>
                    </a:cubicBezTo>
                    <a:lnTo>
                      <a:pt x="203876" y="411084"/>
                    </a:lnTo>
                    <a:cubicBezTo>
                      <a:pt x="203876" y="411084"/>
                      <a:pt x="-6182" y="775930"/>
                      <a:pt x="140" y="777495"/>
                    </a:cubicBezTo>
                    <a:cubicBezTo>
                      <a:pt x="6461" y="779061"/>
                      <a:pt x="108510" y="839989"/>
                      <a:pt x="108510" y="839989"/>
                    </a:cubicBezTo>
                    <a:cubicBezTo>
                      <a:pt x="108510" y="839989"/>
                      <a:pt x="312366" y="523729"/>
                      <a:pt x="341927" y="481645"/>
                    </a:cubicBezTo>
                    <a:cubicBezTo>
                      <a:pt x="371488" y="439561"/>
                      <a:pt x="493104" y="117341"/>
                      <a:pt x="493104" y="117341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1" name="子陵职场PPT10-61"/>
              <p:cNvSpPr/>
              <p:nvPr/>
            </p:nvSpPr>
            <p:spPr>
              <a:xfrm>
                <a:off x="9658444" y="1666424"/>
                <a:ext cx="236728" cy="159484"/>
              </a:xfrm>
              <a:custGeom>
                <a:avLst/>
                <a:gdLst>
                  <a:gd name="connsiteX0" fmla="*/ 70320 w 236728"/>
                  <a:gd name="connsiteY0" fmla="*/ 0 h 159484"/>
                  <a:gd name="connsiteX1" fmla="*/ 33655 w 236728"/>
                  <a:gd name="connsiteY1" fmla="*/ 57075 h 159484"/>
                  <a:gd name="connsiteX2" fmla="*/ 0 w 236728"/>
                  <a:gd name="connsiteY2" fmla="*/ 48044 h 159484"/>
                  <a:gd name="connsiteX3" fmla="*/ 182724 w 236728"/>
                  <a:gd name="connsiteY3" fmla="*/ 159485 h 159484"/>
                  <a:gd name="connsiteX4" fmla="*/ 203435 w 236728"/>
                  <a:gd name="connsiteY4" fmla="*/ 102952 h 159484"/>
                  <a:gd name="connsiteX5" fmla="*/ 236729 w 236728"/>
                  <a:gd name="connsiteY5" fmla="*/ 28176 h 159484"/>
                  <a:gd name="connsiteX6" fmla="*/ 70320 w 236728"/>
                  <a:gd name="connsiteY6" fmla="*/ 0 h 159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6728" h="159484">
                    <a:moveTo>
                      <a:pt x="70320" y="0"/>
                    </a:moveTo>
                    <a:cubicBezTo>
                      <a:pt x="66407" y="11680"/>
                      <a:pt x="37990" y="43709"/>
                      <a:pt x="33655" y="57075"/>
                    </a:cubicBezTo>
                    <a:cubicBezTo>
                      <a:pt x="32391" y="60988"/>
                      <a:pt x="1324" y="43950"/>
                      <a:pt x="0" y="48044"/>
                    </a:cubicBezTo>
                    <a:cubicBezTo>
                      <a:pt x="25045" y="83084"/>
                      <a:pt x="119207" y="130285"/>
                      <a:pt x="182724" y="159485"/>
                    </a:cubicBezTo>
                    <a:cubicBezTo>
                      <a:pt x="192718" y="134861"/>
                      <a:pt x="195367" y="124084"/>
                      <a:pt x="203435" y="102952"/>
                    </a:cubicBezTo>
                    <a:cubicBezTo>
                      <a:pt x="215958" y="71283"/>
                      <a:pt x="229624" y="46419"/>
                      <a:pt x="236729" y="28176"/>
                    </a:cubicBezTo>
                    <a:cubicBezTo>
                      <a:pt x="180015" y="16015"/>
                      <a:pt x="117341" y="6442"/>
                      <a:pt x="70320" y="0"/>
                    </a:cubicBezTo>
                    <a:close/>
                  </a:path>
                </a:pathLst>
              </a:custGeom>
              <a:solidFill>
                <a:srgbClr val="000000">
                  <a:alpha val="3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2" name="子陵职场PPT10-62"/>
              <p:cNvSpPr/>
              <p:nvPr/>
            </p:nvSpPr>
            <p:spPr>
              <a:xfrm>
                <a:off x="9649767" y="1515247"/>
                <a:ext cx="604199" cy="624573"/>
              </a:xfrm>
              <a:custGeom>
                <a:avLst/>
                <a:gdLst>
                  <a:gd name="connsiteX0" fmla="*/ 574430 w 604199"/>
                  <a:gd name="connsiteY0" fmla="*/ 210118 h 624573"/>
                  <a:gd name="connsiteX1" fmla="*/ 279844 w 604199"/>
                  <a:gd name="connsiteY1" fmla="*/ 114270 h 624573"/>
                  <a:gd name="connsiteX2" fmla="*/ 288875 w 604199"/>
                  <a:gd name="connsiteY2" fmla="*/ 50031 h 624573"/>
                  <a:gd name="connsiteX3" fmla="*/ 35289 w 604199"/>
                  <a:gd name="connsiteY3" fmla="*/ 0 h 624573"/>
                  <a:gd name="connsiteX4" fmla="*/ 5186 w 604199"/>
                  <a:gd name="connsiteY4" fmla="*/ 88864 h 624573"/>
                  <a:gd name="connsiteX5" fmla="*/ 156482 w 604199"/>
                  <a:gd name="connsiteY5" fmla="*/ 262075 h 624573"/>
                  <a:gd name="connsiteX6" fmla="*/ 438245 w 604199"/>
                  <a:gd name="connsiteY6" fmla="*/ 312287 h 624573"/>
                  <a:gd name="connsiteX7" fmla="*/ 289417 w 604199"/>
                  <a:gd name="connsiteY7" fmla="*/ 584416 h 624573"/>
                  <a:gd name="connsiteX8" fmla="*/ 393693 w 604199"/>
                  <a:gd name="connsiteY8" fmla="*/ 624573 h 624573"/>
                  <a:gd name="connsiteX9" fmla="*/ 593154 w 604199"/>
                  <a:gd name="connsiteY9" fmla="*/ 312287 h 624573"/>
                  <a:gd name="connsiteX10" fmla="*/ 574430 w 604199"/>
                  <a:gd name="connsiteY10" fmla="*/ 210118 h 624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04199" h="624573">
                    <a:moveTo>
                      <a:pt x="574430" y="210118"/>
                    </a:moveTo>
                    <a:cubicBezTo>
                      <a:pt x="495621" y="169840"/>
                      <a:pt x="279844" y="114270"/>
                      <a:pt x="279844" y="114270"/>
                    </a:cubicBezTo>
                    <a:lnTo>
                      <a:pt x="288875" y="50031"/>
                    </a:lnTo>
                    <a:lnTo>
                      <a:pt x="35289" y="0"/>
                    </a:lnTo>
                    <a:cubicBezTo>
                      <a:pt x="22970" y="28796"/>
                      <a:pt x="12904" y="58508"/>
                      <a:pt x="5186" y="88864"/>
                    </a:cubicBezTo>
                    <a:cubicBezTo>
                      <a:pt x="-30155" y="241605"/>
                      <a:pt x="125597" y="260088"/>
                      <a:pt x="156482" y="262075"/>
                    </a:cubicBezTo>
                    <a:lnTo>
                      <a:pt x="438245" y="312287"/>
                    </a:lnTo>
                    <a:lnTo>
                      <a:pt x="289417" y="584416"/>
                    </a:lnTo>
                    <a:lnTo>
                      <a:pt x="393693" y="624573"/>
                    </a:lnTo>
                    <a:cubicBezTo>
                      <a:pt x="393693" y="624573"/>
                      <a:pt x="528553" y="421259"/>
                      <a:pt x="593154" y="312287"/>
                    </a:cubicBezTo>
                    <a:cubicBezTo>
                      <a:pt x="618139" y="269721"/>
                      <a:pt x="595863" y="221075"/>
                      <a:pt x="574430" y="210118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3" name="子陵职场PPT10-63"/>
              <p:cNvSpPr/>
              <p:nvPr/>
            </p:nvSpPr>
            <p:spPr>
              <a:xfrm>
                <a:off x="9773256" y="1540654"/>
                <a:ext cx="112223" cy="38170"/>
              </a:xfrm>
              <a:custGeom>
                <a:avLst/>
                <a:gdLst>
                  <a:gd name="connsiteX0" fmla="*/ 108370 w 112223"/>
                  <a:gd name="connsiteY0" fmla="*/ 38170 h 38170"/>
                  <a:gd name="connsiteX1" fmla="*/ 0 w 112223"/>
                  <a:gd name="connsiteY1" fmla="*/ 17219 h 38170"/>
                  <a:gd name="connsiteX2" fmla="*/ 4214 w 112223"/>
                  <a:gd name="connsiteY2" fmla="*/ 0 h 38170"/>
                  <a:gd name="connsiteX3" fmla="*/ 112223 w 112223"/>
                  <a:gd name="connsiteY3" fmla="*/ 20952 h 38170"/>
                  <a:gd name="connsiteX4" fmla="*/ 108370 w 112223"/>
                  <a:gd name="connsiteY4" fmla="*/ 38170 h 38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2223" h="38170">
                    <a:moveTo>
                      <a:pt x="108370" y="38170"/>
                    </a:moveTo>
                    <a:lnTo>
                      <a:pt x="0" y="17219"/>
                    </a:lnTo>
                    <a:lnTo>
                      <a:pt x="4214" y="0"/>
                    </a:lnTo>
                    <a:lnTo>
                      <a:pt x="112223" y="20952"/>
                    </a:lnTo>
                    <a:lnTo>
                      <a:pt x="108370" y="3817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4" name="子陵职场PPT10-64"/>
              <p:cNvSpPr/>
              <p:nvPr/>
            </p:nvSpPr>
            <p:spPr>
              <a:xfrm>
                <a:off x="9890176" y="1563231"/>
                <a:ext cx="47502" cy="26430"/>
              </a:xfrm>
              <a:custGeom>
                <a:avLst/>
                <a:gdLst>
                  <a:gd name="connsiteX0" fmla="*/ 3492 w 47502"/>
                  <a:gd name="connsiteY0" fmla="*/ 0 h 26430"/>
                  <a:gd name="connsiteX1" fmla="*/ 47502 w 47502"/>
                  <a:gd name="connsiteY1" fmla="*/ 8850 h 26430"/>
                  <a:gd name="connsiteX2" fmla="*/ 45034 w 47502"/>
                  <a:gd name="connsiteY2" fmla="*/ 26430 h 26430"/>
                  <a:gd name="connsiteX3" fmla="*/ 0 w 47502"/>
                  <a:gd name="connsiteY3" fmla="*/ 17219 h 26430"/>
                  <a:gd name="connsiteX4" fmla="*/ 3492 w 47502"/>
                  <a:gd name="connsiteY4" fmla="*/ 0 h 26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502" h="26430">
                    <a:moveTo>
                      <a:pt x="3492" y="0"/>
                    </a:moveTo>
                    <a:lnTo>
                      <a:pt x="47502" y="8850"/>
                    </a:lnTo>
                    <a:lnTo>
                      <a:pt x="45034" y="26430"/>
                    </a:lnTo>
                    <a:lnTo>
                      <a:pt x="0" y="17219"/>
                    </a:lnTo>
                    <a:lnTo>
                      <a:pt x="3492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5" name="子陵职场PPT10-65"/>
              <p:cNvSpPr/>
              <p:nvPr/>
            </p:nvSpPr>
            <p:spPr>
              <a:xfrm>
                <a:off x="9690594" y="1524579"/>
                <a:ext cx="78628" cy="31547"/>
              </a:xfrm>
              <a:custGeom>
                <a:avLst/>
                <a:gdLst>
                  <a:gd name="connsiteX0" fmla="*/ 4094 w 78628"/>
                  <a:gd name="connsiteY0" fmla="*/ 0 h 31547"/>
                  <a:gd name="connsiteX1" fmla="*/ 78629 w 78628"/>
                  <a:gd name="connsiteY1" fmla="*/ 14449 h 31547"/>
                  <a:gd name="connsiteX2" fmla="*/ 74234 w 78628"/>
                  <a:gd name="connsiteY2" fmla="*/ 31548 h 31547"/>
                  <a:gd name="connsiteX3" fmla="*/ 0 w 78628"/>
                  <a:gd name="connsiteY3" fmla="*/ 17219 h 31547"/>
                  <a:gd name="connsiteX4" fmla="*/ 4094 w 78628"/>
                  <a:gd name="connsiteY4" fmla="*/ 0 h 31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628" h="31547">
                    <a:moveTo>
                      <a:pt x="4094" y="0"/>
                    </a:moveTo>
                    <a:lnTo>
                      <a:pt x="78629" y="14449"/>
                    </a:lnTo>
                    <a:lnTo>
                      <a:pt x="74234" y="31548"/>
                    </a:lnTo>
                    <a:lnTo>
                      <a:pt x="0" y="17219"/>
                    </a:lnTo>
                    <a:lnTo>
                      <a:pt x="4094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6" name="子陵职场PPT10-66"/>
              <p:cNvSpPr/>
              <p:nvPr/>
            </p:nvSpPr>
            <p:spPr>
              <a:xfrm>
                <a:off x="9675844" y="1521930"/>
                <a:ext cx="11378" cy="18121"/>
              </a:xfrm>
              <a:custGeom>
                <a:avLst/>
                <a:gdLst>
                  <a:gd name="connsiteX0" fmla="*/ 7104 w 11378"/>
                  <a:gd name="connsiteY0" fmla="*/ 18122 h 18121"/>
                  <a:gd name="connsiteX1" fmla="*/ 0 w 11378"/>
                  <a:gd name="connsiteY1" fmla="*/ 16316 h 18121"/>
                  <a:gd name="connsiteX2" fmla="*/ 6442 w 11378"/>
                  <a:gd name="connsiteY2" fmla="*/ 0 h 18121"/>
                  <a:gd name="connsiteX3" fmla="*/ 11379 w 11378"/>
                  <a:gd name="connsiteY3" fmla="*/ 903 h 18121"/>
                  <a:gd name="connsiteX4" fmla="*/ 7104 w 11378"/>
                  <a:gd name="connsiteY4" fmla="*/ 18122 h 18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78" h="18121">
                    <a:moveTo>
                      <a:pt x="7104" y="18122"/>
                    </a:moveTo>
                    <a:lnTo>
                      <a:pt x="0" y="16316"/>
                    </a:lnTo>
                    <a:lnTo>
                      <a:pt x="6442" y="0"/>
                    </a:lnTo>
                    <a:lnTo>
                      <a:pt x="11379" y="903"/>
                    </a:lnTo>
                    <a:lnTo>
                      <a:pt x="7104" y="18122"/>
                    </a:lnTo>
                    <a:close/>
                  </a:path>
                </a:pathLst>
              </a:custGeom>
              <a:solidFill>
                <a:srgbClr val="FFFFFF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7" name="子陵职场PPT10-67"/>
              <p:cNvSpPr/>
              <p:nvPr/>
            </p:nvSpPr>
            <p:spPr>
              <a:xfrm>
                <a:off x="9802276" y="1591889"/>
                <a:ext cx="129020" cy="37026"/>
              </a:xfrm>
              <a:custGeom>
                <a:avLst/>
                <a:gdLst>
                  <a:gd name="connsiteX0" fmla="*/ 127516 w 129020"/>
                  <a:gd name="connsiteY0" fmla="*/ 37027 h 37026"/>
                  <a:gd name="connsiteX1" fmla="*/ 0 w 129020"/>
                  <a:gd name="connsiteY1" fmla="*/ 0 h 37026"/>
                  <a:gd name="connsiteX2" fmla="*/ 129021 w 129020"/>
                  <a:gd name="connsiteY2" fmla="*/ 26189 h 37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9020" h="37026">
                    <a:moveTo>
                      <a:pt x="127516" y="37027"/>
                    </a:moveTo>
                    <a:lnTo>
                      <a:pt x="0" y="0"/>
                    </a:lnTo>
                    <a:cubicBezTo>
                      <a:pt x="2589" y="783"/>
                      <a:pt x="83264" y="18062"/>
                      <a:pt x="129021" y="26189"/>
                    </a:cubicBezTo>
                    <a:close/>
                  </a:path>
                </a:pathLst>
              </a:custGeom>
              <a:solidFill>
                <a:srgbClr val="000000">
                  <a:alpha val="3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8" name="子陵职场PPT10-68"/>
              <p:cNvSpPr/>
              <p:nvPr/>
            </p:nvSpPr>
            <p:spPr>
              <a:xfrm>
                <a:off x="10073261" y="1802549"/>
                <a:ext cx="83926" cy="50030"/>
              </a:xfrm>
              <a:custGeom>
                <a:avLst/>
                <a:gdLst>
                  <a:gd name="connsiteX0" fmla="*/ 15352 w 83926"/>
                  <a:gd name="connsiteY0" fmla="*/ 21915 h 50030"/>
                  <a:gd name="connsiteX1" fmla="*/ 83927 w 83926"/>
                  <a:gd name="connsiteY1" fmla="*/ 0 h 50030"/>
                  <a:gd name="connsiteX2" fmla="*/ 0 w 83926"/>
                  <a:gd name="connsiteY2" fmla="*/ 50031 h 50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3926" h="50030">
                    <a:moveTo>
                      <a:pt x="15352" y="21915"/>
                    </a:moveTo>
                    <a:lnTo>
                      <a:pt x="83927" y="0"/>
                    </a:lnTo>
                    <a:cubicBezTo>
                      <a:pt x="83927" y="0"/>
                      <a:pt x="36545" y="43709"/>
                      <a:pt x="0" y="50031"/>
                    </a:cubicBezTo>
                    <a:close/>
                  </a:path>
                </a:pathLst>
              </a:custGeom>
              <a:solidFill>
                <a:srgbClr val="000000">
                  <a:alpha val="3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9" name="子陵职场PPT10-69"/>
              <p:cNvSpPr/>
              <p:nvPr/>
            </p:nvSpPr>
            <p:spPr>
              <a:xfrm>
                <a:off x="9423462" y="1144622"/>
                <a:ext cx="307722" cy="389590"/>
              </a:xfrm>
              <a:custGeom>
                <a:avLst/>
                <a:gdLst>
                  <a:gd name="connsiteX0" fmla="*/ 258222 w 307722"/>
                  <a:gd name="connsiteY0" fmla="*/ 0 h 389590"/>
                  <a:gd name="connsiteX1" fmla="*/ 68273 w 307722"/>
                  <a:gd name="connsiteY1" fmla="*/ 142507 h 389590"/>
                  <a:gd name="connsiteX2" fmla="*/ 0 w 307722"/>
                  <a:gd name="connsiteY2" fmla="*/ 374419 h 389590"/>
                  <a:gd name="connsiteX3" fmla="*/ 60868 w 307722"/>
                  <a:gd name="connsiteY3" fmla="*/ 389591 h 389590"/>
                  <a:gd name="connsiteX4" fmla="*/ 135101 w 307722"/>
                  <a:gd name="connsiteY4" fmla="*/ 193983 h 389590"/>
                  <a:gd name="connsiteX5" fmla="*/ 273574 w 307722"/>
                  <a:gd name="connsiteY5" fmla="*/ 123361 h 389590"/>
                  <a:gd name="connsiteX6" fmla="*/ 307711 w 307722"/>
                  <a:gd name="connsiteY6" fmla="*/ 57135 h 389590"/>
                  <a:gd name="connsiteX7" fmla="*/ 258222 w 307722"/>
                  <a:gd name="connsiteY7" fmla="*/ 0 h 389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7722" h="389590">
                    <a:moveTo>
                      <a:pt x="258222" y="0"/>
                    </a:moveTo>
                    <a:cubicBezTo>
                      <a:pt x="253345" y="0"/>
                      <a:pt x="91091" y="114933"/>
                      <a:pt x="68273" y="142507"/>
                    </a:cubicBezTo>
                    <a:cubicBezTo>
                      <a:pt x="45455" y="170081"/>
                      <a:pt x="0" y="374419"/>
                      <a:pt x="0" y="374419"/>
                    </a:cubicBezTo>
                    <a:lnTo>
                      <a:pt x="60868" y="389591"/>
                    </a:lnTo>
                    <a:lnTo>
                      <a:pt x="135101" y="193983"/>
                    </a:lnTo>
                    <a:lnTo>
                      <a:pt x="273574" y="123361"/>
                    </a:lnTo>
                    <a:cubicBezTo>
                      <a:pt x="273574" y="123361"/>
                      <a:pt x="306808" y="60025"/>
                      <a:pt x="307711" y="57135"/>
                    </a:cubicBezTo>
                    <a:cubicBezTo>
                      <a:pt x="308614" y="54245"/>
                      <a:pt x="258222" y="0"/>
                      <a:pt x="258222" y="0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0" name="子陵职场PPT10-70"/>
              <p:cNvSpPr/>
              <p:nvPr/>
            </p:nvSpPr>
            <p:spPr>
              <a:xfrm>
                <a:off x="9423462" y="1144622"/>
                <a:ext cx="307722" cy="389590"/>
              </a:xfrm>
              <a:custGeom>
                <a:avLst/>
                <a:gdLst>
                  <a:gd name="connsiteX0" fmla="*/ 258222 w 307722"/>
                  <a:gd name="connsiteY0" fmla="*/ 0 h 389590"/>
                  <a:gd name="connsiteX1" fmla="*/ 68273 w 307722"/>
                  <a:gd name="connsiteY1" fmla="*/ 142507 h 389590"/>
                  <a:gd name="connsiteX2" fmla="*/ 0 w 307722"/>
                  <a:gd name="connsiteY2" fmla="*/ 374419 h 389590"/>
                  <a:gd name="connsiteX3" fmla="*/ 60868 w 307722"/>
                  <a:gd name="connsiteY3" fmla="*/ 389591 h 389590"/>
                  <a:gd name="connsiteX4" fmla="*/ 135101 w 307722"/>
                  <a:gd name="connsiteY4" fmla="*/ 193983 h 389590"/>
                  <a:gd name="connsiteX5" fmla="*/ 273574 w 307722"/>
                  <a:gd name="connsiteY5" fmla="*/ 123361 h 389590"/>
                  <a:gd name="connsiteX6" fmla="*/ 307711 w 307722"/>
                  <a:gd name="connsiteY6" fmla="*/ 57135 h 389590"/>
                  <a:gd name="connsiteX7" fmla="*/ 258222 w 307722"/>
                  <a:gd name="connsiteY7" fmla="*/ 0 h 389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7722" h="389590">
                    <a:moveTo>
                      <a:pt x="258222" y="0"/>
                    </a:moveTo>
                    <a:cubicBezTo>
                      <a:pt x="253345" y="0"/>
                      <a:pt x="91091" y="114933"/>
                      <a:pt x="68273" y="142507"/>
                    </a:cubicBezTo>
                    <a:cubicBezTo>
                      <a:pt x="45455" y="170081"/>
                      <a:pt x="0" y="374419"/>
                      <a:pt x="0" y="374419"/>
                    </a:cubicBezTo>
                    <a:lnTo>
                      <a:pt x="60868" y="389591"/>
                    </a:lnTo>
                    <a:lnTo>
                      <a:pt x="135101" y="193983"/>
                    </a:lnTo>
                    <a:lnTo>
                      <a:pt x="273574" y="123361"/>
                    </a:lnTo>
                    <a:cubicBezTo>
                      <a:pt x="273574" y="123361"/>
                      <a:pt x="306808" y="60025"/>
                      <a:pt x="307711" y="57135"/>
                    </a:cubicBezTo>
                    <a:cubicBezTo>
                      <a:pt x="308614" y="54245"/>
                      <a:pt x="258222" y="0"/>
                      <a:pt x="258222" y="0"/>
                    </a:cubicBez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1" name="子陵职场PPT10-71"/>
              <p:cNvSpPr/>
              <p:nvPr/>
            </p:nvSpPr>
            <p:spPr>
              <a:xfrm>
                <a:off x="9924373" y="1114579"/>
                <a:ext cx="346904" cy="431915"/>
              </a:xfrm>
              <a:custGeom>
                <a:avLst/>
                <a:gdLst>
                  <a:gd name="connsiteX0" fmla="*/ 346905 w 346904"/>
                  <a:gd name="connsiteY0" fmla="*/ 379235 h 431915"/>
                  <a:gd name="connsiteX1" fmla="*/ 156475 w 346904"/>
                  <a:gd name="connsiteY1" fmla="*/ 247686 h 431915"/>
                  <a:gd name="connsiteX2" fmla="*/ 73812 w 346904"/>
                  <a:gd name="connsiteY2" fmla="*/ 39374 h 431915"/>
                  <a:gd name="connsiteX3" fmla="*/ 0 w 346904"/>
                  <a:gd name="connsiteY3" fmla="*/ 0 h 431915"/>
                  <a:gd name="connsiteX4" fmla="*/ 29380 w 346904"/>
                  <a:gd name="connsiteY4" fmla="*/ 153705 h 431915"/>
                  <a:gd name="connsiteX5" fmla="*/ 62734 w 346904"/>
                  <a:gd name="connsiteY5" fmla="*/ 259245 h 431915"/>
                  <a:gd name="connsiteX6" fmla="*/ 127275 w 346904"/>
                  <a:gd name="connsiteY6" fmla="*/ 353648 h 431915"/>
                  <a:gd name="connsiteX7" fmla="*/ 315779 w 346904"/>
                  <a:gd name="connsiteY7" fmla="*/ 431915 h 431915"/>
                  <a:gd name="connsiteX8" fmla="*/ 346905 w 346904"/>
                  <a:gd name="connsiteY8" fmla="*/ 379235 h 431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6904" h="431915">
                    <a:moveTo>
                      <a:pt x="346905" y="379235"/>
                    </a:moveTo>
                    <a:lnTo>
                      <a:pt x="156475" y="247686"/>
                    </a:lnTo>
                    <a:cubicBezTo>
                      <a:pt x="156475" y="247686"/>
                      <a:pt x="93379" y="67792"/>
                      <a:pt x="73812" y="39374"/>
                    </a:cubicBezTo>
                    <a:cubicBezTo>
                      <a:pt x="48405" y="2468"/>
                      <a:pt x="0" y="0"/>
                      <a:pt x="0" y="0"/>
                    </a:cubicBezTo>
                    <a:lnTo>
                      <a:pt x="29380" y="153705"/>
                    </a:lnTo>
                    <a:cubicBezTo>
                      <a:pt x="29380" y="153705"/>
                      <a:pt x="46419" y="215115"/>
                      <a:pt x="62734" y="259245"/>
                    </a:cubicBezTo>
                    <a:cubicBezTo>
                      <a:pt x="79532" y="304520"/>
                      <a:pt x="86034" y="329144"/>
                      <a:pt x="127275" y="353648"/>
                    </a:cubicBezTo>
                    <a:cubicBezTo>
                      <a:pt x="163037" y="374900"/>
                      <a:pt x="315779" y="431915"/>
                      <a:pt x="315779" y="431915"/>
                    </a:cubicBezTo>
                    <a:cubicBezTo>
                      <a:pt x="313130" y="430771"/>
                      <a:pt x="346905" y="379235"/>
                      <a:pt x="346905" y="379235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2" name="子陵职场PPT10-72"/>
              <p:cNvSpPr/>
              <p:nvPr/>
            </p:nvSpPr>
            <p:spPr>
              <a:xfrm>
                <a:off x="9924373" y="1114579"/>
                <a:ext cx="346904" cy="431915"/>
              </a:xfrm>
              <a:custGeom>
                <a:avLst/>
                <a:gdLst>
                  <a:gd name="connsiteX0" fmla="*/ 346905 w 346904"/>
                  <a:gd name="connsiteY0" fmla="*/ 379235 h 431915"/>
                  <a:gd name="connsiteX1" fmla="*/ 156475 w 346904"/>
                  <a:gd name="connsiteY1" fmla="*/ 247686 h 431915"/>
                  <a:gd name="connsiteX2" fmla="*/ 73812 w 346904"/>
                  <a:gd name="connsiteY2" fmla="*/ 39374 h 431915"/>
                  <a:gd name="connsiteX3" fmla="*/ 0 w 346904"/>
                  <a:gd name="connsiteY3" fmla="*/ 0 h 431915"/>
                  <a:gd name="connsiteX4" fmla="*/ 29380 w 346904"/>
                  <a:gd name="connsiteY4" fmla="*/ 153705 h 431915"/>
                  <a:gd name="connsiteX5" fmla="*/ 62734 w 346904"/>
                  <a:gd name="connsiteY5" fmla="*/ 259245 h 431915"/>
                  <a:gd name="connsiteX6" fmla="*/ 127275 w 346904"/>
                  <a:gd name="connsiteY6" fmla="*/ 353648 h 431915"/>
                  <a:gd name="connsiteX7" fmla="*/ 315779 w 346904"/>
                  <a:gd name="connsiteY7" fmla="*/ 431915 h 431915"/>
                  <a:gd name="connsiteX8" fmla="*/ 346905 w 346904"/>
                  <a:gd name="connsiteY8" fmla="*/ 379235 h 431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6904" h="431915">
                    <a:moveTo>
                      <a:pt x="346905" y="379235"/>
                    </a:moveTo>
                    <a:lnTo>
                      <a:pt x="156475" y="247686"/>
                    </a:lnTo>
                    <a:cubicBezTo>
                      <a:pt x="156475" y="247686"/>
                      <a:pt x="93379" y="67792"/>
                      <a:pt x="73812" y="39374"/>
                    </a:cubicBezTo>
                    <a:cubicBezTo>
                      <a:pt x="48405" y="2468"/>
                      <a:pt x="0" y="0"/>
                      <a:pt x="0" y="0"/>
                    </a:cubicBezTo>
                    <a:lnTo>
                      <a:pt x="29380" y="153705"/>
                    </a:lnTo>
                    <a:cubicBezTo>
                      <a:pt x="29380" y="153705"/>
                      <a:pt x="46419" y="215115"/>
                      <a:pt x="62734" y="259245"/>
                    </a:cubicBezTo>
                    <a:cubicBezTo>
                      <a:pt x="79532" y="304520"/>
                      <a:pt x="86034" y="329144"/>
                      <a:pt x="127275" y="353648"/>
                    </a:cubicBezTo>
                    <a:cubicBezTo>
                      <a:pt x="163037" y="374900"/>
                      <a:pt x="315779" y="431915"/>
                      <a:pt x="315779" y="431915"/>
                    </a:cubicBezTo>
                    <a:cubicBezTo>
                      <a:pt x="313130" y="430771"/>
                      <a:pt x="346905" y="379235"/>
                      <a:pt x="346905" y="379235"/>
                    </a:cubicBez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3" name="子陵职场PPT10-73"/>
              <p:cNvSpPr/>
              <p:nvPr/>
            </p:nvSpPr>
            <p:spPr>
              <a:xfrm>
                <a:off x="9661937" y="1097601"/>
                <a:ext cx="310710" cy="464980"/>
              </a:xfrm>
              <a:custGeom>
                <a:avLst/>
                <a:gdLst>
                  <a:gd name="connsiteX0" fmla="*/ 9331 w 310710"/>
                  <a:gd name="connsiteY0" fmla="*/ 414817 h 464980"/>
                  <a:gd name="connsiteX1" fmla="*/ 1022 w 310710"/>
                  <a:gd name="connsiteY1" fmla="*/ 402234 h 464980"/>
                  <a:gd name="connsiteX2" fmla="*/ 19746 w 310710"/>
                  <a:gd name="connsiteY2" fmla="*/ 379717 h 464980"/>
                  <a:gd name="connsiteX3" fmla="*/ 30343 w 310710"/>
                  <a:gd name="connsiteY3" fmla="*/ 303918 h 464980"/>
                  <a:gd name="connsiteX4" fmla="*/ 19746 w 310710"/>
                  <a:gd name="connsiteY4" fmla="*/ 47021 h 464980"/>
                  <a:gd name="connsiteX5" fmla="*/ 67188 w 310710"/>
                  <a:gd name="connsiteY5" fmla="*/ 34979 h 464980"/>
                  <a:gd name="connsiteX6" fmla="*/ 119387 w 310710"/>
                  <a:gd name="connsiteY6" fmla="*/ 22938 h 464980"/>
                  <a:gd name="connsiteX7" fmla="*/ 141663 w 310710"/>
                  <a:gd name="connsiteY7" fmla="*/ 2830 h 464980"/>
                  <a:gd name="connsiteX8" fmla="*/ 201868 w 310710"/>
                  <a:gd name="connsiteY8" fmla="*/ 0 h 464980"/>
                  <a:gd name="connsiteX9" fmla="*/ 231429 w 310710"/>
                  <a:gd name="connsiteY9" fmla="*/ 16376 h 464980"/>
                  <a:gd name="connsiteX10" fmla="*/ 262495 w 310710"/>
                  <a:gd name="connsiteY10" fmla="*/ 16376 h 464980"/>
                  <a:gd name="connsiteX11" fmla="*/ 308252 w 310710"/>
                  <a:gd name="connsiteY11" fmla="*/ 266530 h 464980"/>
                  <a:gd name="connsiteX12" fmla="*/ 279413 w 310710"/>
                  <a:gd name="connsiteY12" fmla="*/ 454492 h 464980"/>
                  <a:gd name="connsiteX13" fmla="*/ 262736 w 310710"/>
                  <a:gd name="connsiteY13" fmla="*/ 464306 h 464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10710" h="464980">
                    <a:moveTo>
                      <a:pt x="9331" y="414817"/>
                    </a:moveTo>
                    <a:cubicBezTo>
                      <a:pt x="9331" y="414817"/>
                      <a:pt x="-3674" y="413974"/>
                      <a:pt x="1022" y="402234"/>
                    </a:cubicBezTo>
                    <a:cubicBezTo>
                      <a:pt x="5514" y="393432"/>
                      <a:pt x="11914" y="385737"/>
                      <a:pt x="19746" y="379717"/>
                    </a:cubicBezTo>
                    <a:lnTo>
                      <a:pt x="30343" y="303918"/>
                    </a:lnTo>
                    <a:lnTo>
                      <a:pt x="19746" y="47021"/>
                    </a:lnTo>
                    <a:lnTo>
                      <a:pt x="67188" y="34979"/>
                    </a:lnTo>
                    <a:lnTo>
                      <a:pt x="119387" y="22938"/>
                    </a:lnTo>
                    <a:lnTo>
                      <a:pt x="141663" y="2830"/>
                    </a:lnTo>
                    <a:lnTo>
                      <a:pt x="201868" y="0"/>
                    </a:lnTo>
                    <a:lnTo>
                      <a:pt x="231429" y="16376"/>
                    </a:lnTo>
                    <a:lnTo>
                      <a:pt x="262495" y="16376"/>
                    </a:lnTo>
                    <a:cubicBezTo>
                      <a:pt x="262495" y="16858"/>
                      <a:pt x="323544" y="155692"/>
                      <a:pt x="308252" y="266530"/>
                    </a:cubicBezTo>
                    <a:cubicBezTo>
                      <a:pt x="292959" y="377369"/>
                      <a:pt x="282002" y="447147"/>
                      <a:pt x="279413" y="454492"/>
                    </a:cubicBezTo>
                    <a:cubicBezTo>
                      <a:pt x="274175" y="468821"/>
                      <a:pt x="262736" y="464306"/>
                      <a:pt x="262736" y="464306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4" name="子陵职场PPT10-74"/>
              <p:cNvSpPr/>
              <p:nvPr/>
            </p:nvSpPr>
            <p:spPr>
              <a:xfrm>
                <a:off x="9661937" y="1097601"/>
                <a:ext cx="310890" cy="464980"/>
              </a:xfrm>
              <a:custGeom>
                <a:avLst/>
                <a:gdLst>
                  <a:gd name="connsiteX0" fmla="*/ 9331 w 310890"/>
                  <a:gd name="connsiteY0" fmla="*/ 414817 h 464980"/>
                  <a:gd name="connsiteX1" fmla="*/ 1022 w 310890"/>
                  <a:gd name="connsiteY1" fmla="*/ 402234 h 464980"/>
                  <a:gd name="connsiteX2" fmla="*/ 19746 w 310890"/>
                  <a:gd name="connsiteY2" fmla="*/ 379717 h 464980"/>
                  <a:gd name="connsiteX3" fmla="*/ 30343 w 310890"/>
                  <a:gd name="connsiteY3" fmla="*/ 303918 h 464980"/>
                  <a:gd name="connsiteX4" fmla="*/ 25044 w 310890"/>
                  <a:gd name="connsiteY4" fmla="*/ 175620 h 464980"/>
                  <a:gd name="connsiteX5" fmla="*/ 19746 w 310890"/>
                  <a:gd name="connsiteY5" fmla="*/ 47021 h 464980"/>
                  <a:gd name="connsiteX6" fmla="*/ 67188 w 310890"/>
                  <a:gd name="connsiteY6" fmla="*/ 34979 h 464980"/>
                  <a:gd name="connsiteX7" fmla="*/ 119387 w 310890"/>
                  <a:gd name="connsiteY7" fmla="*/ 22938 h 464980"/>
                  <a:gd name="connsiteX8" fmla="*/ 141663 w 310890"/>
                  <a:gd name="connsiteY8" fmla="*/ 2830 h 464980"/>
                  <a:gd name="connsiteX9" fmla="*/ 200303 w 310890"/>
                  <a:gd name="connsiteY9" fmla="*/ 0 h 464980"/>
                  <a:gd name="connsiteX10" fmla="*/ 231610 w 310890"/>
                  <a:gd name="connsiteY10" fmla="*/ 16376 h 464980"/>
                  <a:gd name="connsiteX11" fmla="*/ 262676 w 310890"/>
                  <a:gd name="connsiteY11" fmla="*/ 16376 h 464980"/>
                  <a:gd name="connsiteX12" fmla="*/ 308432 w 310890"/>
                  <a:gd name="connsiteY12" fmla="*/ 266530 h 464980"/>
                  <a:gd name="connsiteX13" fmla="*/ 279594 w 310890"/>
                  <a:gd name="connsiteY13" fmla="*/ 454492 h 464980"/>
                  <a:gd name="connsiteX14" fmla="*/ 262917 w 310890"/>
                  <a:gd name="connsiteY14" fmla="*/ 464306 h 464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10890" h="464980">
                    <a:moveTo>
                      <a:pt x="9331" y="414817"/>
                    </a:moveTo>
                    <a:cubicBezTo>
                      <a:pt x="9331" y="414817"/>
                      <a:pt x="-3674" y="413974"/>
                      <a:pt x="1022" y="402234"/>
                    </a:cubicBezTo>
                    <a:cubicBezTo>
                      <a:pt x="5514" y="393432"/>
                      <a:pt x="11914" y="385737"/>
                      <a:pt x="19746" y="379717"/>
                    </a:cubicBezTo>
                    <a:lnTo>
                      <a:pt x="30343" y="303918"/>
                    </a:lnTo>
                    <a:lnTo>
                      <a:pt x="25044" y="175620"/>
                    </a:lnTo>
                    <a:lnTo>
                      <a:pt x="19746" y="47021"/>
                    </a:lnTo>
                    <a:lnTo>
                      <a:pt x="67188" y="34979"/>
                    </a:lnTo>
                    <a:lnTo>
                      <a:pt x="119387" y="22938"/>
                    </a:lnTo>
                    <a:lnTo>
                      <a:pt x="141663" y="2830"/>
                    </a:lnTo>
                    <a:lnTo>
                      <a:pt x="200303" y="0"/>
                    </a:lnTo>
                    <a:lnTo>
                      <a:pt x="231610" y="16376"/>
                    </a:lnTo>
                    <a:lnTo>
                      <a:pt x="262676" y="16376"/>
                    </a:lnTo>
                    <a:cubicBezTo>
                      <a:pt x="262676" y="16858"/>
                      <a:pt x="323725" y="155692"/>
                      <a:pt x="308432" y="266530"/>
                    </a:cubicBezTo>
                    <a:cubicBezTo>
                      <a:pt x="293140" y="377369"/>
                      <a:pt x="282183" y="447147"/>
                      <a:pt x="279594" y="454492"/>
                    </a:cubicBezTo>
                    <a:cubicBezTo>
                      <a:pt x="274356" y="468821"/>
                      <a:pt x="262917" y="464306"/>
                      <a:pt x="262917" y="464306"/>
                    </a:cubicBez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5" name="子陵职场PPT10-75"/>
              <p:cNvSpPr/>
              <p:nvPr/>
            </p:nvSpPr>
            <p:spPr>
              <a:xfrm>
                <a:off x="9833277" y="1165139"/>
                <a:ext cx="14937" cy="375404"/>
              </a:xfrm>
              <a:custGeom>
                <a:avLst/>
                <a:gdLst>
                  <a:gd name="connsiteX0" fmla="*/ 1390 w 14937"/>
                  <a:gd name="connsiteY0" fmla="*/ 375395 h 375404"/>
                  <a:gd name="connsiteX1" fmla="*/ 1390 w 14937"/>
                  <a:gd name="connsiteY1" fmla="*/ 375395 h 375404"/>
                  <a:gd name="connsiteX2" fmla="*/ 5 w 14937"/>
                  <a:gd name="connsiteY2" fmla="*/ 373781 h 375404"/>
                  <a:gd name="connsiteX3" fmla="*/ 5 w 14937"/>
                  <a:gd name="connsiteY3" fmla="*/ 373769 h 375404"/>
                  <a:gd name="connsiteX4" fmla="*/ 7591 w 14937"/>
                  <a:gd name="connsiteY4" fmla="*/ 1578 h 375404"/>
                  <a:gd name="connsiteX5" fmla="*/ 8976 w 14937"/>
                  <a:gd name="connsiteY5" fmla="*/ 13 h 375404"/>
                  <a:gd name="connsiteX6" fmla="*/ 10529 w 14937"/>
                  <a:gd name="connsiteY6" fmla="*/ 1205 h 375404"/>
                  <a:gd name="connsiteX7" fmla="*/ 10541 w 14937"/>
                  <a:gd name="connsiteY7" fmla="*/ 1397 h 375404"/>
                  <a:gd name="connsiteX8" fmla="*/ 3015 w 14937"/>
                  <a:gd name="connsiteY8" fmla="*/ 374070 h 375404"/>
                  <a:gd name="connsiteX9" fmla="*/ 1468 w 14937"/>
                  <a:gd name="connsiteY9" fmla="*/ 375401 h 375404"/>
                  <a:gd name="connsiteX10" fmla="*/ 1390 w 14937"/>
                  <a:gd name="connsiteY10" fmla="*/ 375395 h 375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37" h="375404">
                    <a:moveTo>
                      <a:pt x="1390" y="375395"/>
                    </a:moveTo>
                    <a:lnTo>
                      <a:pt x="1390" y="375395"/>
                    </a:lnTo>
                    <a:cubicBezTo>
                      <a:pt x="559" y="375328"/>
                      <a:pt x="-61" y="374606"/>
                      <a:pt x="5" y="373781"/>
                    </a:cubicBezTo>
                    <a:cubicBezTo>
                      <a:pt x="5" y="373775"/>
                      <a:pt x="5" y="373775"/>
                      <a:pt x="5" y="373769"/>
                    </a:cubicBezTo>
                    <a:cubicBezTo>
                      <a:pt x="12763" y="250125"/>
                      <a:pt x="15303" y="125638"/>
                      <a:pt x="7591" y="1578"/>
                    </a:cubicBezTo>
                    <a:cubicBezTo>
                      <a:pt x="7555" y="771"/>
                      <a:pt x="8169" y="79"/>
                      <a:pt x="8976" y="13"/>
                    </a:cubicBezTo>
                    <a:cubicBezTo>
                      <a:pt x="9734" y="-90"/>
                      <a:pt x="10427" y="446"/>
                      <a:pt x="10529" y="1205"/>
                    </a:cubicBezTo>
                    <a:cubicBezTo>
                      <a:pt x="10535" y="1271"/>
                      <a:pt x="10541" y="1331"/>
                      <a:pt x="10541" y="1397"/>
                    </a:cubicBezTo>
                    <a:cubicBezTo>
                      <a:pt x="18301" y="125619"/>
                      <a:pt x="15785" y="250263"/>
                      <a:pt x="3015" y="374070"/>
                    </a:cubicBezTo>
                    <a:cubicBezTo>
                      <a:pt x="2955" y="374865"/>
                      <a:pt x="2263" y="375461"/>
                      <a:pt x="1468" y="375401"/>
                    </a:cubicBezTo>
                    <a:cubicBezTo>
                      <a:pt x="1438" y="375401"/>
                      <a:pt x="1414" y="375401"/>
                      <a:pt x="1390" y="375395"/>
                    </a:cubicBezTo>
                    <a:close/>
                  </a:path>
                </a:pathLst>
              </a:custGeom>
              <a:solidFill>
                <a:srgbClr val="263238">
                  <a:alpha val="1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6" name="子陵职场PPT10-76"/>
              <p:cNvSpPr/>
              <p:nvPr/>
            </p:nvSpPr>
            <p:spPr>
              <a:xfrm>
                <a:off x="9702033" y="1195255"/>
                <a:ext cx="156233" cy="155089"/>
              </a:xfrm>
              <a:custGeom>
                <a:avLst/>
                <a:gdLst>
                  <a:gd name="connsiteX0" fmla="*/ 0 w 156233"/>
                  <a:gd name="connsiteY0" fmla="*/ 115113 h 155089"/>
                  <a:gd name="connsiteX1" fmla="*/ 1686 w 156233"/>
                  <a:gd name="connsiteY1" fmla="*/ 155090 h 155089"/>
                  <a:gd name="connsiteX2" fmla="*/ 127335 w 156233"/>
                  <a:gd name="connsiteY2" fmla="*/ 51777 h 155089"/>
                  <a:gd name="connsiteX3" fmla="*/ 156234 w 156233"/>
                  <a:gd name="connsiteY3" fmla="*/ 0 h 155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233" h="155089">
                    <a:moveTo>
                      <a:pt x="0" y="115113"/>
                    </a:moveTo>
                    <a:lnTo>
                      <a:pt x="1686" y="155090"/>
                    </a:lnTo>
                    <a:cubicBezTo>
                      <a:pt x="1686" y="155090"/>
                      <a:pt x="106564" y="77665"/>
                      <a:pt x="127335" y="51777"/>
                    </a:cubicBezTo>
                    <a:cubicBezTo>
                      <a:pt x="154187" y="18423"/>
                      <a:pt x="156234" y="0"/>
                      <a:pt x="156234" y="0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7" name="子陵职场PPT10-77"/>
              <p:cNvSpPr/>
              <p:nvPr/>
            </p:nvSpPr>
            <p:spPr>
              <a:xfrm>
                <a:off x="9490892" y="1155398"/>
                <a:ext cx="387242" cy="251779"/>
              </a:xfrm>
              <a:custGeom>
                <a:avLst/>
                <a:gdLst>
                  <a:gd name="connsiteX0" fmla="*/ 342269 w 387242"/>
                  <a:gd name="connsiteY0" fmla="*/ 22457 h 251779"/>
                  <a:gd name="connsiteX1" fmla="*/ 354671 w 387242"/>
                  <a:gd name="connsiteY1" fmla="*/ 41903 h 251779"/>
                  <a:gd name="connsiteX2" fmla="*/ 10175 w 387242"/>
                  <a:gd name="connsiteY2" fmla="*/ 184651 h 251779"/>
                  <a:gd name="connsiteX3" fmla="*/ 0 w 387242"/>
                  <a:gd name="connsiteY3" fmla="*/ 241304 h 251779"/>
                  <a:gd name="connsiteX4" fmla="*/ 57256 w 387242"/>
                  <a:gd name="connsiteY4" fmla="*/ 251780 h 251779"/>
                  <a:gd name="connsiteX5" fmla="*/ 369482 w 387242"/>
                  <a:gd name="connsiteY5" fmla="*/ 43107 h 251779"/>
                  <a:gd name="connsiteX6" fmla="*/ 387243 w 387242"/>
                  <a:gd name="connsiteY6" fmla="*/ 16496 h 251779"/>
                  <a:gd name="connsiteX7" fmla="*/ 368278 w 387242"/>
                  <a:gd name="connsiteY7" fmla="*/ 0 h 251779"/>
                  <a:gd name="connsiteX8" fmla="*/ 362257 w 387242"/>
                  <a:gd name="connsiteY8" fmla="*/ 3853 h 251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7242" h="251779">
                    <a:moveTo>
                      <a:pt x="342269" y="22457"/>
                    </a:moveTo>
                    <a:lnTo>
                      <a:pt x="354671" y="41903"/>
                    </a:lnTo>
                    <a:cubicBezTo>
                      <a:pt x="354671" y="41903"/>
                      <a:pt x="176463" y="173513"/>
                      <a:pt x="10175" y="184651"/>
                    </a:cubicBezTo>
                    <a:lnTo>
                      <a:pt x="0" y="241304"/>
                    </a:lnTo>
                    <a:lnTo>
                      <a:pt x="57256" y="251780"/>
                    </a:lnTo>
                    <a:cubicBezTo>
                      <a:pt x="57256" y="251780"/>
                      <a:pt x="310119" y="154427"/>
                      <a:pt x="369482" y="43107"/>
                    </a:cubicBezTo>
                    <a:lnTo>
                      <a:pt x="387243" y="16496"/>
                    </a:lnTo>
                    <a:lnTo>
                      <a:pt x="368278" y="0"/>
                    </a:lnTo>
                    <a:lnTo>
                      <a:pt x="362257" y="3853"/>
                    </a:ln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8" name="子陵职场PPT10-78"/>
              <p:cNvSpPr/>
              <p:nvPr/>
            </p:nvSpPr>
            <p:spPr>
              <a:xfrm>
                <a:off x="9972778" y="1212172"/>
                <a:ext cx="14363" cy="143650"/>
              </a:xfrm>
              <a:custGeom>
                <a:avLst/>
                <a:gdLst>
                  <a:gd name="connsiteX0" fmla="*/ 0 w 14363"/>
                  <a:gd name="connsiteY0" fmla="*/ 118424 h 143650"/>
                  <a:gd name="connsiteX1" fmla="*/ 6623 w 14363"/>
                  <a:gd name="connsiteY1" fmla="*/ 0 h 143650"/>
                  <a:gd name="connsiteX2" fmla="*/ 14148 w 14363"/>
                  <a:gd name="connsiteY2" fmla="*/ 61771 h 143650"/>
                  <a:gd name="connsiteX3" fmla="*/ 7646 w 14363"/>
                  <a:gd name="connsiteY3" fmla="*/ 143651 h 14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3" h="143650">
                    <a:moveTo>
                      <a:pt x="0" y="118424"/>
                    </a:moveTo>
                    <a:cubicBezTo>
                      <a:pt x="0" y="118424"/>
                      <a:pt x="5539" y="40157"/>
                      <a:pt x="6623" y="0"/>
                    </a:cubicBezTo>
                    <a:cubicBezTo>
                      <a:pt x="10241" y="20440"/>
                      <a:pt x="12757" y="41060"/>
                      <a:pt x="14148" y="61771"/>
                    </a:cubicBezTo>
                    <a:cubicBezTo>
                      <a:pt x="15774" y="88683"/>
                      <a:pt x="7646" y="143651"/>
                      <a:pt x="7646" y="143651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9" name="子陵职场PPT10-79"/>
              <p:cNvSpPr/>
              <p:nvPr/>
            </p:nvSpPr>
            <p:spPr>
              <a:xfrm>
                <a:off x="9784154" y="1124031"/>
                <a:ext cx="72126" cy="62854"/>
              </a:xfrm>
              <a:custGeom>
                <a:avLst/>
                <a:gdLst>
                  <a:gd name="connsiteX0" fmla="*/ 0 w 72126"/>
                  <a:gd name="connsiteY0" fmla="*/ 0 h 62854"/>
                  <a:gd name="connsiteX1" fmla="*/ 41000 w 72126"/>
                  <a:gd name="connsiteY1" fmla="*/ 53703 h 62854"/>
                  <a:gd name="connsiteX2" fmla="*/ 72126 w 72126"/>
                  <a:gd name="connsiteY2" fmla="*/ 31969 h 62854"/>
                  <a:gd name="connsiteX3" fmla="*/ 44913 w 72126"/>
                  <a:gd name="connsiteY3" fmla="*/ 62072 h 62854"/>
                  <a:gd name="connsiteX4" fmla="*/ 36906 w 72126"/>
                  <a:gd name="connsiteY4" fmla="*/ 62855 h 62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126" h="62854">
                    <a:moveTo>
                      <a:pt x="0" y="0"/>
                    </a:moveTo>
                    <a:cubicBezTo>
                      <a:pt x="2408" y="4515"/>
                      <a:pt x="41000" y="53703"/>
                      <a:pt x="41000" y="53703"/>
                    </a:cubicBezTo>
                    <a:lnTo>
                      <a:pt x="72126" y="31969"/>
                    </a:lnTo>
                    <a:cubicBezTo>
                      <a:pt x="72126" y="31969"/>
                      <a:pt x="45094" y="61651"/>
                      <a:pt x="44913" y="62072"/>
                    </a:cubicBezTo>
                    <a:lnTo>
                      <a:pt x="36906" y="62855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0" name="子陵职场PPT10-80"/>
              <p:cNvSpPr/>
              <p:nvPr/>
            </p:nvSpPr>
            <p:spPr>
              <a:xfrm>
                <a:off x="9859170" y="1118252"/>
                <a:ext cx="37831" cy="58279"/>
              </a:xfrm>
              <a:custGeom>
                <a:avLst/>
                <a:gdLst>
                  <a:gd name="connsiteX0" fmla="*/ 0 w 37831"/>
                  <a:gd name="connsiteY0" fmla="*/ 37147 h 58279"/>
                  <a:gd name="connsiteX1" fmla="*/ 23239 w 37831"/>
                  <a:gd name="connsiteY1" fmla="*/ 47322 h 58279"/>
                  <a:gd name="connsiteX2" fmla="*/ 33956 w 37831"/>
                  <a:gd name="connsiteY2" fmla="*/ 17219 h 58279"/>
                  <a:gd name="connsiteX3" fmla="*/ 33956 w 37831"/>
                  <a:gd name="connsiteY3" fmla="*/ 0 h 58279"/>
                  <a:gd name="connsiteX4" fmla="*/ 37087 w 37831"/>
                  <a:gd name="connsiteY4" fmla="*/ 0 h 58279"/>
                  <a:gd name="connsiteX5" fmla="*/ 35100 w 37831"/>
                  <a:gd name="connsiteY5" fmla="*/ 30946 h 58279"/>
                  <a:gd name="connsiteX6" fmla="*/ 24383 w 37831"/>
                  <a:gd name="connsiteY6" fmla="*/ 58279 h 58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831" h="58279">
                    <a:moveTo>
                      <a:pt x="0" y="37147"/>
                    </a:moveTo>
                    <a:lnTo>
                      <a:pt x="23239" y="47322"/>
                    </a:lnTo>
                    <a:cubicBezTo>
                      <a:pt x="27604" y="37586"/>
                      <a:pt x="31186" y="27520"/>
                      <a:pt x="33956" y="17219"/>
                    </a:cubicBezTo>
                    <a:cubicBezTo>
                      <a:pt x="34438" y="10837"/>
                      <a:pt x="33956" y="0"/>
                      <a:pt x="33956" y="0"/>
                    </a:cubicBezTo>
                    <a:lnTo>
                      <a:pt x="37087" y="0"/>
                    </a:lnTo>
                    <a:cubicBezTo>
                      <a:pt x="38538" y="10343"/>
                      <a:pt x="37863" y="20873"/>
                      <a:pt x="35100" y="30946"/>
                    </a:cubicBezTo>
                    <a:cubicBezTo>
                      <a:pt x="30223" y="44853"/>
                      <a:pt x="24383" y="58279"/>
                      <a:pt x="24383" y="58279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1" name="子陵职场PPT10-81"/>
              <p:cNvSpPr/>
              <p:nvPr/>
            </p:nvSpPr>
            <p:spPr>
              <a:xfrm>
                <a:off x="10068264" y="1362145"/>
                <a:ext cx="26691" cy="40217"/>
              </a:xfrm>
              <a:custGeom>
                <a:avLst/>
                <a:gdLst>
                  <a:gd name="connsiteX0" fmla="*/ 12583 w 26691"/>
                  <a:gd name="connsiteY0" fmla="*/ 0 h 40217"/>
                  <a:gd name="connsiteX1" fmla="*/ 0 w 26691"/>
                  <a:gd name="connsiteY1" fmla="*/ 40217 h 40217"/>
                  <a:gd name="connsiteX2" fmla="*/ 20590 w 26691"/>
                  <a:gd name="connsiteY2" fmla="*/ 26250 h 40217"/>
                  <a:gd name="connsiteX3" fmla="*/ 26611 w 26691"/>
                  <a:gd name="connsiteY3" fmla="*/ 9874 h 40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91" h="40217">
                    <a:moveTo>
                      <a:pt x="12583" y="0"/>
                    </a:moveTo>
                    <a:cubicBezTo>
                      <a:pt x="14329" y="12523"/>
                      <a:pt x="6562" y="29441"/>
                      <a:pt x="0" y="40217"/>
                    </a:cubicBezTo>
                    <a:cubicBezTo>
                      <a:pt x="7887" y="37267"/>
                      <a:pt x="16797" y="33715"/>
                      <a:pt x="20590" y="26250"/>
                    </a:cubicBezTo>
                    <a:cubicBezTo>
                      <a:pt x="24383" y="18784"/>
                      <a:pt x="27213" y="18242"/>
                      <a:pt x="26611" y="9874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2" name="子陵职场PPT10-82"/>
              <p:cNvSpPr/>
              <p:nvPr/>
            </p:nvSpPr>
            <p:spPr>
              <a:xfrm>
                <a:off x="9732641" y="824870"/>
                <a:ext cx="238126" cy="172248"/>
              </a:xfrm>
              <a:custGeom>
                <a:avLst/>
                <a:gdLst>
                  <a:gd name="connsiteX0" fmla="*/ 51512 w 238126"/>
                  <a:gd name="connsiteY0" fmla="*/ 172248 h 172248"/>
                  <a:gd name="connsiteX1" fmla="*/ 37 w 238126"/>
                  <a:gd name="connsiteY1" fmla="*/ 116377 h 172248"/>
                  <a:gd name="connsiteX2" fmla="*/ 10091 w 238126"/>
                  <a:gd name="connsiteY2" fmla="*/ 105962 h 172248"/>
                  <a:gd name="connsiteX3" fmla="*/ 8104 w 238126"/>
                  <a:gd name="connsiteY3" fmla="*/ 64962 h 172248"/>
                  <a:gd name="connsiteX4" fmla="*/ 26828 w 238126"/>
                  <a:gd name="connsiteY4" fmla="*/ 64059 h 172248"/>
                  <a:gd name="connsiteX5" fmla="*/ 32247 w 238126"/>
                  <a:gd name="connsiteY5" fmla="*/ 26611 h 172248"/>
                  <a:gd name="connsiteX6" fmla="*/ 47599 w 238126"/>
                  <a:gd name="connsiteY6" fmla="*/ 32631 h 172248"/>
                  <a:gd name="connsiteX7" fmla="*/ 90586 w 238126"/>
                  <a:gd name="connsiteY7" fmla="*/ 0 h 172248"/>
                  <a:gd name="connsiteX8" fmla="*/ 107443 w 238126"/>
                  <a:gd name="connsiteY8" fmla="*/ 17159 h 172248"/>
                  <a:gd name="connsiteX9" fmla="*/ 107443 w 238126"/>
                  <a:gd name="connsiteY9" fmla="*/ 18363 h 172248"/>
                  <a:gd name="connsiteX10" fmla="*/ 178426 w 238126"/>
                  <a:gd name="connsiteY10" fmla="*/ 7526 h 172248"/>
                  <a:gd name="connsiteX11" fmla="*/ 172706 w 238126"/>
                  <a:gd name="connsiteY11" fmla="*/ 35762 h 172248"/>
                  <a:gd name="connsiteX12" fmla="*/ 230022 w 238126"/>
                  <a:gd name="connsiteY12" fmla="*/ 47803 h 172248"/>
                  <a:gd name="connsiteX13" fmla="*/ 217319 w 238126"/>
                  <a:gd name="connsiteY13" fmla="*/ 73752 h 172248"/>
                  <a:gd name="connsiteX14" fmla="*/ 231587 w 238126"/>
                  <a:gd name="connsiteY14" fmla="*/ 81518 h 172248"/>
                  <a:gd name="connsiteX15" fmla="*/ 233586 w 238126"/>
                  <a:gd name="connsiteY15" fmla="*/ 108008 h 172248"/>
                  <a:gd name="connsiteX16" fmla="*/ 221232 w 238126"/>
                  <a:gd name="connsiteY16" fmla="*/ 114451 h 172248"/>
                  <a:gd name="connsiteX17" fmla="*/ 220811 w 238126"/>
                  <a:gd name="connsiteY17" fmla="*/ 114451 h 172248"/>
                  <a:gd name="connsiteX18" fmla="*/ 211900 w 238126"/>
                  <a:gd name="connsiteY18" fmla="*/ 113668 h 172248"/>
                  <a:gd name="connsiteX19" fmla="*/ 203411 w 238126"/>
                  <a:gd name="connsiteY19" fmla="*/ 136787 h 172248"/>
                  <a:gd name="connsiteX20" fmla="*/ 176921 w 238126"/>
                  <a:gd name="connsiteY20" fmla="*/ 123000 h 172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38126" h="172248">
                    <a:moveTo>
                      <a:pt x="51512" y="172248"/>
                    </a:moveTo>
                    <a:cubicBezTo>
                      <a:pt x="51512" y="172248"/>
                      <a:pt x="-1589" y="130947"/>
                      <a:pt x="37" y="116377"/>
                    </a:cubicBezTo>
                    <a:cubicBezTo>
                      <a:pt x="1662" y="101808"/>
                      <a:pt x="10091" y="105962"/>
                      <a:pt x="10091" y="105962"/>
                    </a:cubicBezTo>
                    <a:cubicBezTo>
                      <a:pt x="10091" y="105962"/>
                      <a:pt x="-9115" y="71645"/>
                      <a:pt x="8104" y="64962"/>
                    </a:cubicBezTo>
                    <a:cubicBezTo>
                      <a:pt x="25323" y="58279"/>
                      <a:pt x="26828" y="64059"/>
                      <a:pt x="26828" y="64059"/>
                    </a:cubicBezTo>
                    <a:cubicBezTo>
                      <a:pt x="26828" y="64059"/>
                      <a:pt x="18761" y="35762"/>
                      <a:pt x="32247" y="26611"/>
                    </a:cubicBezTo>
                    <a:cubicBezTo>
                      <a:pt x="42542" y="19567"/>
                      <a:pt x="47599" y="32631"/>
                      <a:pt x="47599" y="32631"/>
                    </a:cubicBezTo>
                    <a:cubicBezTo>
                      <a:pt x="47599" y="32631"/>
                      <a:pt x="66443" y="542"/>
                      <a:pt x="90586" y="0"/>
                    </a:cubicBezTo>
                    <a:cubicBezTo>
                      <a:pt x="102627" y="421"/>
                      <a:pt x="108648" y="7887"/>
                      <a:pt x="107443" y="17159"/>
                    </a:cubicBezTo>
                    <a:lnTo>
                      <a:pt x="107443" y="18363"/>
                    </a:lnTo>
                    <a:cubicBezTo>
                      <a:pt x="107443" y="18363"/>
                      <a:pt x="155247" y="-4877"/>
                      <a:pt x="178426" y="7526"/>
                    </a:cubicBezTo>
                    <a:cubicBezTo>
                      <a:pt x="201605" y="19928"/>
                      <a:pt x="172706" y="35762"/>
                      <a:pt x="172706" y="35762"/>
                    </a:cubicBezTo>
                    <a:cubicBezTo>
                      <a:pt x="172706" y="35762"/>
                      <a:pt x="219968" y="28838"/>
                      <a:pt x="230022" y="47803"/>
                    </a:cubicBezTo>
                    <a:cubicBezTo>
                      <a:pt x="238029" y="62674"/>
                      <a:pt x="217319" y="73752"/>
                      <a:pt x="217319" y="73752"/>
                    </a:cubicBezTo>
                    <a:cubicBezTo>
                      <a:pt x="222508" y="75453"/>
                      <a:pt x="227343" y="78085"/>
                      <a:pt x="231587" y="81518"/>
                    </a:cubicBezTo>
                    <a:cubicBezTo>
                      <a:pt x="239456" y="88282"/>
                      <a:pt x="240347" y="100141"/>
                      <a:pt x="233586" y="108008"/>
                    </a:cubicBezTo>
                    <a:cubicBezTo>
                      <a:pt x="230444" y="111660"/>
                      <a:pt x="226024" y="113966"/>
                      <a:pt x="221232" y="114451"/>
                    </a:cubicBezTo>
                    <a:lnTo>
                      <a:pt x="220811" y="114451"/>
                    </a:lnTo>
                    <a:cubicBezTo>
                      <a:pt x="218342" y="114451"/>
                      <a:pt x="213827" y="115354"/>
                      <a:pt x="211900" y="113668"/>
                    </a:cubicBezTo>
                    <a:cubicBezTo>
                      <a:pt x="211900" y="113668"/>
                      <a:pt x="220750" y="130526"/>
                      <a:pt x="203411" y="136787"/>
                    </a:cubicBezTo>
                    <a:cubicBezTo>
                      <a:pt x="186072" y="143049"/>
                      <a:pt x="176921" y="123000"/>
                      <a:pt x="176921" y="123000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3" name="子陵职场PPT10-83"/>
              <p:cNvSpPr/>
              <p:nvPr/>
            </p:nvSpPr>
            <p:spPr>
              <a:xfrm>
                <a:off x="9781565" y="999526"/>
                <a:ext cx="96328" cy="156113"/>
              </a:xfrm>
              <a:custGeom>
                <a:avLst/>
                <a:gdLst>
                  <a:gd name="connsiteX0" fmla="*/ 23360 w 96328"/>
                  <a:gd name="connsiteY0" fmla="*/ 108611 h 156113"/>
                  <a:gd name="connsiteX1" fmla="*/ 5298 w 96328"/>
                  <a:gd name="connsiteY1" fmla="*/ 24323 h 156113"/>
                  <a:gd name="connsiteX2" fmla="*/ 8429 w 96328"/>
                  <a:gd name="connsiteY2" fmla="*/ 22637 h 156113"/>
                  <a:gd name="connsiteX3" fmla="*/ 0 w 96328"/>
                  <a:gd name="connsiteY3" fmla="*/ 0 h 156113"/>
                  <a:gd name="connsiteX4" fmla="*/ 84288 w 96328"/>
                  <a:gd name="connsiteY4" fmla="*/ 47322 h 156113"/>
                  <a:gd name="connsiteX5" fmla="*/ 96329 w 96328"/>
                  <a:gd name="connsiteY5" fmla="*/ 119087 h 156113"/>
                  <a:gd name="connsiteX6" fmla="*/ 76461 w 96328"/>
                  <a:gd name="connsiteY6" fmla="*/ 156113 h 156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6328" h="156113">
                    <a:moveTo>
                      <a:pt x="23360" y="108611"/>
                    </a:moveTo>
                    <a:cubicBezTo>
                      <a:pt x="23360" y="108611"/>
                      <a:pt x="25166" y="83746"/>
                      <a:pt x="5298" y="24323"/>
                    </a:cubicBezTo>
                    <a:cubicBezTo>
                      <a:pt x="5298" y="24323"/>
                      <a:pt x="8429" y="22697"/>
                      <a:pt x="8429" y="22637"/>
                    </a:cubicBezTo>
                    <a:cubicBezTo>
                      <a:pt x="5599" y="14329"/>
                      <a:pt x="2709" y="6683"/>
                      <a:pt x="0" y="0"/>
                    </a:cubicBezTo>
                    <a:lnTo>
                      <a:pt x="84288" y="47322"/>
                    </a:lnTo>
                    <a:cubicBezTo>
                      <a:pt x="83144" y="66648"/>
                      <a:pt x="91693" y="103554"/>
                      <a:pt x="96329" y="119087"/>
                    </a:cubicBezTo>
                    <a:lnTo>
                      <a:pt x="76461" y="156113"/>
                    </a:lnTo>
                    <a:close/>
                  </a:path>
                </a:pathLst>
              </a:custGeom>
              <a:solidFill>
                <a:srgbClr val="E9B376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4" name="子陵职场PPT10-84"/>
              <p:cNvSpPr/>
              <p:nvPr/>
            </p:nvSpPr>
            <p:spPr>
              <a:xfrm>
                <a:off x="9820638" y="1064970"/>
                <a:ext cx="51776" cy="31427"/>
              </a:xfrm>
              <a:custGeom>
                <a:avLst/>
                <a:gdLst>
                  <a:gd name="connsiteX0" fmla="*/ 47863 w 51776"/>
                  <a:gd name="connsiteY0" fmla="*/ 8609 h 31427"/>
                  <a:gd name="connsiteX1" fmla="*/ 0 w 51776"/>
                  <a:gd name="connsiteY1" fmla="*/ 0 h 31427"/>
                  <a:gd name="connsiteX2" fmla="*/ 51777 w 51776"/>
                  <a:gd name="connsiteY2" fmla="*/ 31427 h 31427"/>
                  <a:gd name="connsiteX3" fmla="*/ 47863 w 51776"/>
                  <a:gd name="connsiteY3" fmla="*/ 8609 h 31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776" h="31427">
                    <a:moveTo>
                      <a:pt x="47863" y="8609"/>
                    </a:moveTo>
                    <a:lnTo>
                      <a:pt x="0" y="0"/>
                    </a:lnTo>
                    <a:cubicBezTo>
                      <a:pt x="4937" y="14570"/>
                      <a:pt x="18724" y="31427"/>
                      <a:pt x="51777" y="31427"/>
                    </a:cubicBezTo>
                    <a:cubicBezTo>
                      <a:pt x="49850" y="23944"/>
                      <a:pt x="48538" y="16310"/>
                      <a:pt x="47863" y="8609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5" name="子陵职场PPT10-85"/>
              <p:cNvSpPr/>
              <p:nvPr/>
            </p:nvSpPr>
            <p:spPr>
              <a:xfrm>
                <a:off x="9887878" y="894163"/>
                <a:ext cx="36948" cy="61476"/>
              </a:xfrm>
              <a:custGeom>
                <a:avLst/>
                <a:gdLst>
                  <a:gd name="connsiteX0" fmla="*/ 28728 w 36948"/>
                  <a:gd name="connsiteY0" fmla="*/ 7709 h 61476"/>
                  <a:gd name="connsiteX1" fmla="*/ 13797 w 36948"/>
                  <a:gd name="connsiteY1" fmla="*/ 60630 h 61476"/>
                  <a:gd name="connsiteX2" fmla="*/ 28728 w 36948"/>
                  <a:gd name="connsiteY2" fmla="*/ 7709 h 61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948" h="61476">
                    <a:moveTo>
                      <a:pt x="28728" y="7709"/>
                    </a:moveTo>
                    <a:cubicBezTo>
                      <a:pt x="39264" y="26313"/>
                      <a:pt x="44502" y="67915"/>
                      <a:pt x="13797" y="60630"/>
                    </a:cubicBezTo>
                    <a:cubicBezTo>
                      <a:pt x="-16908" y="53345"/>
                      <a:pt x="10667" y="-24320"/>
                      <a:pt x="28728" y="7709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6" name="子陵职场PPT10-86"/>
              <p:cNvSpPr/>
              <p:nvPr/>
            </p:nvSpPr>
            <p:spPr>
              <a:xfrm>
                <a:off x="9778010" y="875268"/>
                <a:ext cx="154823" cy="205986"/>
              </a:xfrm>
              <a:custGeom>
                <a:avLst/>
                <a:gdLst>
                  <a:gd name="connsiteX0" fmla="*/ 966 w 154823"/>
                  <a:gd name="connsiteY0" fmla="*/ 84041 h 205986"/>
                  <a:gd name="connsiteX1" fmla="*/ 40943 w 154823"/>
                  <a:gd name="connsiteY1" fmla="*/ 189702 h 205986"/>
                  <a:gd name="connsiteX2" fmla="*/ 153106 w 154823"/>
                  <a:gd name="connsiteY2" fmla="*/ 143825 h 205986"/>
                  <a:gd name="connsiteX3" fmla="*/ 93201 w 154823"/>
                  <a:gd name="connsiteY3" fmla="*/ 3125 h 205986"/>
                  <a:gd name="connsiteX4" fmla="*/ 3103 w 154823"/>
                  <a:gd name="connsiteY4" fmla="*/ 51311 h 205986"/>
                  <a:gd name="connsiteX5" fmla="*/ 966 w 154823"/>
                  <a:gd name="connsiteY5" fmla="*/ 84041 h 205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4823" h="205986">
                    <a:moveTo>
                      <a:pt x="966" y="84041"/>
                    </a:moveTo>
                    <a:cubicBezTo>
                      <a:pt x="8793" y="135998"/>
                      <a:pt x="12164" y="165439"/>
                      <a:pt x="40943" y="189702"/>
                    </a:cubicBezTo>
                    <a:cubicBezTo>
                      <a:pt x="84230" y="226186"/>
                      <a:pt x="145219" y="197228"/>
                      <a:pt x="153106" y="143825"/>
                    </a:cubicBezTo>
                    <a:cubicBezTo>
                      <a:pt x="160210" y="95661"/>
                      <a:pt x="146242" y="18898"/>
                      <a:pt x="93201" y="3125"/>
                    </a:cubicBezTo>
                    <a:cubicBezTo>
                      <a:pt x="55013" y="-8448"/>
                      <a:pt x="14681" y="13126"/>
                      <a:pt x="3103" y="51311"/>
                    </a:cubicBezTo>
                    <a:cubicBezTo>
                      <a:pt x="-106" y="61913"/>
                      <a:pt x="-840" y="73111"/>
                      <a:pt x="966" y="84041"/>
                    </a:cubicBezTo>
                    <a:close/>
                  </a:path>
                </a:pathLst>
              </a:custGeom>
              <a:solidFill>
                <a:srgbClr val="E9B376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7" name="子陵职场PPT10-87"/>
              <p:cNvSpPr/>
              <p:nvPr/>
            </p:nvSpPr>
            <p:spPr>
              <a:xfrm>
                <a:off x="9855109" y="957480"/>
                <a:ext cx="12803" cy="19370"/>
              </a:xfrm>
              <a:custGeom>
                <a:avLst/>
                <a:gdLst>
                  <a:gd name="connsiteX0" fmla="*/ 87 w 12803"/>
                  <a:gd name="connsiteY0" fmla="*/ 10318 h 19370"/>
                  <a:gd name="connsiteX1" fmla="*/ 7252 w 12803"/>
                  <a:gd name="connsiteY1" fmla="*/ 19348 h 19370"/>
                  <a:gd name="connsiteX2" fmla="*/ 12730 w 12803"/>
                  <a:gd name="connsiteY2" fmla="*/ 9053 h 19370"/>
                  <a:gd name="connsiteX3" fmla="*/ 5566 w 12803"/>
                  <a:gd name="connsiteY3" fmla="*/ 22 h 19370"/>
                  <a:gd name="connsiteX4" fmla="*/ 87 w 12803"/>
                  <a:gd name="connsiteY4" fmla="*/ 10318 h 19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03" h="19370">
                    <a:moveTo>
                      <a:pt x="87" y="10318"/>
                    </a:moveTo>
                    <a:cubicBezTo>
                      <a:pt x="569" y="15676"/>
                      <a:pt x="3760" y="19710"/>
                      <a:pt x="7252" y="19348"/>
                    </a:cubicBezTo>
                    <a:cubicBezTo>
                      <a:pt x="10744" y="18987"/>
                      <a:pt x="13272" y="14412"/>
                      <a:pt x="12730" y="9053"/>
                    </a:cubicBezTo>
                    <a:cubicBezTo>
                      <a:pt x="12189" y="3695"/>
                      <a:pt x="9058" y="-339"/>
                      <a:pt x="5566" y="22"/>
                    </a:cubicBezTo>
                    <a:cubicBezTo>
                      <a:pt x="2074" y="384"/>
                      <a:pt x="-515" y="4959"/>
                      <a:pt x="87" y="10318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8" name="子陵职场PPT10-88"/>
              <p:cNvSpPr/>
              <p:nvPr/>
            </p:nvSpPr>
            <p:spPr>
              <a:xfrm>
                <a:off x="9907515" y="953694"/>
                <a:ext cx="12836" cy="19424"/>
              </a:xfrm>
              <a:custGeom>
                <a:avLst/>
                <a:gdLst>
                  <a:gd name="connsiteX0" fmla="*/ 60 w 12836"/>
                  <a:gd name="connsiteY0" fmla="*/ 10311 h 19424"/>
                  <a:gd name="connsiteX1" fmla="*/ 7285 w 12836"/>
                  <a:gd name="connsiteY1" fmla="*/ 19402 h 19424"/>
                  <a:gd name="connsiteX2" fmla="*/ 12763 w 12836"/>
                  <a:gd name="connsiteY2" fmla="*/ 9107 h 19424"/>
                  <a:gd name="connsiteX3" fmla="*/ 5539 w 12836"/>
                  <a:gd name="connsiteY3" fmla="*/ 16 h 19424"/>
                  <a:gd name="connsiteX4" fmla="*/ 60 w 12836"/>
                  <a:gd name="connsiteY4" fmla="*/ 10311 h 19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36" h="19424">
                    <a:moveTo>
                      <a:pt x="60" y="10311"/>
                    </a:moveTo>
                    <a:cubicBezTo>
                      <a:pt x="542" y="15669"/>
                      <a:pt x="3793" y="19763"/>
                      <a:pt x="7285" y="19402"/>
                    </a:cubicBezTo>
                    <a:cubicBezTo>
                      <a:pt x="10777" y="19041"/>
                      <a:pt x="13305" y="14465"/>
                      <a:pt x="12763" y="9107"/>
                    </a:cubicBezTo>
                    <a:cubicBezTo>
                      <a:pt x="12222" y="3749"/>
                      <a:pt x="9031" y="-285"/>
                      <a:pt x="5539" y="16"/>
                    </a:cubicBezTo>
                    <a:cubicBezTo>
                      <a:pt x="2047" y="317"/>
                      <a:pt x="-422" y="5193"/>
                      <a:pt x="60" y="10311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9" name="子陵职场PPT10-89"/>
              <p:cNvSpPr/>
              <p:nvPr/>
            </p:nvSpPr>
            <p:spPr>
              <a:xfrm>
                <a:off x="9890296" y="962740"/>
                <a:ext cx="25647" cy="41061"/>
              </a:xfrm>
              <a:custGeom>
                <a:avLst/>
                <a:gdLst>
                  <a:gd name="connsiteX0" fmla="*/ 0 w 25647"/>
                  <a:gd name="connsiteY0" fmla="*/ 0 h 41061"/>
                  <a:gd name="connsiteX1" fmla="*/ 25648 w 25647"/>
                  <a:gd name="connsiteY1" fmla="*/ 35401 h 41061"/>
                  <a:gd name="connsiteX2" fmla="*/ 5659 w 25647"/>
                  <a:gd name="connsiteY2" fmla="*/ 40819 h 41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647" h="41061">
                    <a:moveTo>
                      <a:pt x="0" y="0"/>
                    </a:moveTo>
                    <a:cubicBezTo>
                      <a:pt x="0" y="0"/>
                      <a:pt x="19266" y="25106"/>
                      <a:pt x="25648" y="35401"/>
                    </a:cubicBezTo>
                    <a:cubicBezTo>
                      <a:pt x="18784" y="42806"/>
                      <a:pt x="5659" y="40819"/>
                      <a:pt x="5659" y="40819"/>
                    </a:cubicBezTo>
                    <a:close/>
                  </a:path>
                </a:pathLst>
              </a:custGeom>
              <a:solidFill>
                <a:srgbClr val="D58745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0" name="子陵职场PPT10-90"/>
              <p:cNvSpPr/>
              <p:nvPr/>
            </p:nvSpPr>
            <p:spPr>
              <a:xfrm>
                <a:off x="9838876" y="926694"/>
                <a:ext cx="24187" cy="12929"/>
              </a:xfrm>
              <a:custGeom>
                <a:avLst/>
                <a:gdLst>
                  <a:gd name="connsiteX0" fmla="*/ 2052 w 24187"/>
                  <a:gd name="connsiteY0" fmla="*/ 12867 h 12929"/>
                  <a:gd name="connsiteX1" fmla="*/ 4460 w 24187"/>
                  <a:gd name="connsiteY1" fmla="*/ 12085 h 12929"/>
                  <a:gd name="connsiteX2" fmla="*/ 21257 w 24187"/>
                  <a:gd name="connsiteY2" fmla="*/ 5040 h 12929"/>
                  <a:gd name="connsiteX3" fmla="*/ 24147 w 24187"/>
                  <a:gd name="connsiteY3" fmla="*/ 2933 h 12929"/>
                  <a:gd name="connsiteX4" fmla="*/ 22214 w 24187"/>
                  <a:gd name="connsiteY4" fmla="*/ 129 h 12929"/>
                  <a:gd name="connsiteX5" fmla="*/ 22040 w 24187"/>
                  <a:gd name="connsiteY5" fmla="*/ 104 h 12929"/>
                  <a:gd name="connsiteX6" fmla="*/ 727 w 24187"/>
                  <a:gd name="connsiteY6" fmla="*/ 8773 h 12929"/>
                  <a:gd name="connsiteX7" fmla="*/ 727 w 24187"/>
                  <a:gd name="connsiteY7" fmla="*/ 12325 h 12929"/>
                  <a:gd name="connsiteX8" fmla="*/ 2052 w 24187"/>
                  <a:gd name="connsiteY8" fmla="*/ 12867 h 12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187" h="12929">
                    <a:moveTo>
                      <a:pt x="2052" y="12867"/>
                    </a:moveTo>
                    <a:cubicBezTo>
                      <a:pt x="2937" y="13070"/>
                      <a:pt x="3864" y="12768"/>
                      <a:pt x="4460" y="12085"/>
                    </a:cubicBezTo>
                    <a:cubicBezTo>
                      <a:pt x="8644" y="7230"/>
                      <a:pt x="14863" y="4621"/>
                      <a:pt x="21257" y="5040"/>
                    </a:cubicBezTo>
                    <a:cubicBezTo>
                      <a:pt x="22630" y="5224"/>
                      <a:pt x="23900" y="4295"/>
                      <a:pt x="24147" y="2933"/>
                    </a:cubicBezTo>
                    <a:cubicBezTo>
                      <a:pt x="24388" y="1625"/>
                      <a:pt x="23521" y="370"/>
                      <a:pt x="22214" y="129"/>
                    </a:cubicBezTo>
                    <a:cubicBezTo>
                      <a:pt x="22154" y="119"/>
                      <a:pt x="22100" y="110"/>
                      <a:pt x="22040" y="104"/>
                    </a:cubicBezTo>
                    <a:cubicBezTo>
                      <a:pt x="13948" y="-634"/>
                      <a:pt x="6007" y="2598"/>
                      <a:pt x="727" y="8773"/>
                    </a:cubicBezTo>
                    <a:cubicBezTo>
                      <a:pt x="-242" y="9758"/>
                      <a:pt x="-242" y="11341"/>
                      <a:pt x="727" y="12325"/>
                    </a:cubicBezTo>
                    <a:cubicBezTo>
                      <a:pt x="1094" y="12647"/>
                      <a:pt x="1564" y="12837"/>
                      <a:pt x="2052" y="12867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1" name="子陵职场PPT10-91"/>
              <p:cNvSpPr/>
              <p:nvPr/>
            </p:nvSpPr>
            <p:spPr>
              <a:xfrm>
                <a:off x="9905550" y="929449"/>
                <a:ext cx="25039" cy="9792"/>
              </a:xfrm>
              <a:custGeom>
                <a:avLst/>
                <a:gdLst>
                  <a:gd name="connsiteX0" fmla="*/ 23398 w 25039"/>
                  <a:gd name="connsiteY0" fmla="*/ 9631 h 9792"/>
                  <a:gd name="connsiteX1" fmla="*/ 24542 w 25039"/>
                  <a:gd name="connsiteY1" fmla="*/ 8788 h 9792"/>
                  <a:gd name="connsiteX2" fmla="*/ 24060 w 25039"/>
                  <a:gd name="connsiteY2" fmla="*/ 5236 h 9792"/>
                  <a:gd name="connsiteX3" fmla="*/ 1664 w 25039"/>
                  <a:gd name="connsiteY3" fmla="*/ 1081 h 9792"/>
                  <a:gd name="connsiteX4" fmla="*/ 152 w 25039"/>
                  <a:gd name="connsiteY4" fmla="*/ 4324 h 9792"/>
                  <a:gd name="connsiteX5" fmla="*/ 159 w 25039"/>
                  <a:gd name="connsiteY5" fmla="*/ 4333 h 9792"/>
                  <a:gd name="connsiteX6" fmla="*/ 3331 w 25039"/>
                  <a:gd name="connsiteY6" fmla="*/ 5784 h 9792"/>
                  <a:gd name="connsiteX7" fmla="*/ 3349 w 25039"/>
                  <a:gd name="connsiteY7" fmla="*/ 5777 h 9792"/>
                  <a:gd name="connsiteX8" fmla="*/ 21050 w 25039"/>
                  <a:gd name="connsiteY8" fmla="*/ 9330 h 9792"/>
                  <a:gd name="connsiteX9" fmla="*/ 23398 w 25039"/>
                  <a:gd name="connsiteY9" fmla="*/ 9631 h 9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039" h="9792">
                    <a:moveTo>
                      <a:pt x="23398" y="9631"/>
                    </a:moveTo>
                    <a:cubicBezTo>
                      <a:pt x="23861" y="9482"/>
                      <a:pt x="24265" y="9186"/>
                      <a:pt x="24542" y="8788"/>
                    </a:cubicBezTo>
                    <a:cubicBezTo>
                      <a:pt x="25360" y="7666"/>
                      <a:pt x="25150" y="6099"/>
                      <a:pt x="24060" y="5236"/>
                    </a:cubicBezTo>
                    <a:cubicBezTo>
                      <a:pt x="17720" y="274"/>
                      <a:pt x="9358" y="-1277"/>
                      <a:pt x="1664" y="1081"/>
                    </a:cubicBezTo>
                    <a:cubicBezTo>
                      <a:pt x="351" y="1560"/>
                      <a:pt x="-323" y="3012"/>
                      <a:pt x="152" y="4324"/>
                    </a:cubicBezTo>
                    <a:cubicBezTo>
                      <a:pt x="159" y="4327"/>
                      <a:pt x="159" y="4330"/>
                      <a:pt x="159" y="4333"/>
                    </a:cubicBezTo>
                    <a:cubicBezTo>
                      <a:pt x="634" y="5610"/>
                      <a:pt x="2055" y="6260"/>
                      <a:pt x="3331" y="5784"/>
                    </a:cubicBezTo>
                    <a:cubicBezTo>
                      <a:pt x="3337" y="5782"/>
                      <a:pt x="3343" y="5779"/>
                      <a:pt x="3349" y="5777"/>
                    </a:cubicBezTo>
                    <a:cubicBezTo>
                      <a:pt x="9472" y="3964"/>
                      <a:pt x="16101" y="5293"/>
                      <a:pt x="21050" y="9330"/>
                    </a:cubicBezTo>
                    <a:cubicBezTo>
                      <a:pt x="21736" y="9812"/>
                      <a:pt x="22615" y="9926"/>
                      <a:pt x="23398" y="9631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2" name="子陵职场PPT10-92"/>
              <p:cNvSpPr/>
              <p:nvPr/>
            </p:nvSpPr>
            <p:spPr>
              <a:xfrm>
                <a:off x="8271789" y="404093"/>
                <a:ext cx="6020" cy="6020"/>
              </a:xfrm>
              <a:custGeom>
                <a:avLst/>
                <a:gdLst/>
                <a:ahLst/>
                <a:cxnLst/>
                <a:rect l="l" t="t" r="r" b="b"/>
                <a:pathLst>
                  <a:path w="6020" h="6020"/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3" name="子陵职场PPT10-93"/>
              <p:cNvSpPr/>
              <p:nvPr/>
            </p:nvSpPr>
            <p:spPr>
              <a:xfrm>
                <a:off x="9854997" y="1003680"/>
                <a:ext cx="40185" cy="35571"/>
              </a:xfrm>
              <a:custGeom>
                <a:avLst/>
                <a:gdLst>
                  <a:gd name="connsiteX0" fmla="*/ 34516 w 40185"/>
                  <a:gd name="connsiteY0" fmla="*/ 14931 h 35571"/>
                  <a:gd name="connsiteX1" fmla="*/ 2366 w 40185"/>
                  <a:gd name="connsiteY1" fmla="*/ 0 h 35571"/>
                  <a:gd name="connsiteX2" fmla="*/ 500 w 40185"/>
                  <a:gd name="connsiteY2" fmla="*/ 6021 h 35571"/>
                  <a:gd name="connsiteX3" fmla="*/ 861 w 40185"/>
                  <a:gd name="connsiteY3" fmla="*/ 16797 h 35571"/>
                  <a:gd name="connsiteX4" fmla="*/ 26870 w 40185"/>
                  <a:gd name="connsiteY4" fmla="*/ 35521 h 35571"/>
                  <a:gd name="connsiteX5" fmla="*/ 27171 w 40185"/>
                  <a:gd name="connsiteY5" fmla="*/ 35521 h 35571"/>
                  <a:gd name="connsiteX6" fmla="*/ 27171 w 40185"/>
                  <a:gd name="connsiteY6" fmla="*/ 35521 h 35571"/>
                  <a:gd name="connsiteX7" fmla="*/ 40176 w 40185"/>
                  <a:gd name="connsiteY7" fmla="*/ 16376 h 35571"/>
                  <a:gd name="connsiteX8" fmla="*/ 34516 w 40185"/>
                  <a:gd name="connsiteY8" fmla="*/ 14931 h 35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185" h="35571">
                    <a:moveTo>
                      <a:pt x="34516" y="14931"/>
                    </a:moveTo>
                    <a:cubicBezTo>
                      <a:pt x="25967" y="12583"/>
                      <a:pt x="10434" y="7586"/>
                      <a:pt x="2366" y="0"/>
                    </a:cubicBezTo>
                    <a:cubicBezTo>
                      <a:pt x="1493" y="1919"/>
                      <a:pt x="861" y="3944"/>
                      <a:pt x="500" y="6021"/>
                    </a:cubicBezTo>
                    <a:cubicBezTo>
                      <a:pt x="-271" y="9585"/>
                      <a:pt x="-150" y="13287"/>
                      <a:pt x="861" y="16797"/>
                    </a:cubicBezTo>
                    <a:cubicBezTo>
                      <a:pt x="3029" y="23962"/>
                      <a:pt x="9651" y="31488"/>
                      <a:pt x="26870" y="35521"/>
                    </a:cubicBezTo>
                    <a:lnTo>
                      <a:pt x="27171" y="35521"/>
                    </a:lnTo>
                    <a:lnTo>
                      <a:pt x="27171" y="35521"/>
                    </a:lnTo>
                    <a:cubicBezTo>
                      <a:pt x="27171" y="35521"/>
                      <a:pt x="36443" y="37508"/>
                      <a:pt x="40176" y="16376"/>
                    </a:cubicBezTo>
                    <a:cubicBezTo>
                      <a:pt x="40356" y="16376"/>
                      <a:pt x="38068" y="15894"/>
                      <a:pt x="34516" y="14931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4" name="子陵职场PPT10-94"/>
              <p:cNvSpPr/>
              <p:nvPr/>
            </p:nvSpPr>
            <p:spPr>
              <a:xfrm>
                <a:off x="9855497" y="1003801"/>
                <a:ext cx="34016" cy="20831"/>
              </a:xfrm>
              <a:custGeom>
                <a:avLst/>
                <a:gdLst>
                  <a:gd name="connsiteX0" fmla="*/ 34016 w 34016"/>
                  <a:gd name="connsiteY0" fmla="*/ 14811 h 20831"/>
                  <a:gd name="connsiteX1" fmla="*/ 31006 w 34016"/>
                  <a:gd name="connsiteY1" fmla="*/ 20831 h 20831"/>
                  <a:gd name="connsiteX2" fmla="*/ 0 w 34016"/>
                  <a:gd name="connsiteY2" fmla="*/ 6021 h 20831"/>
                  <a:gd name="connsiteX3" fmla="*/ 1866 w 34016"/>
                  <a:gd name="connsiteY3" fmla="*/ 0 h 20831"/>
                  <a:gd name="connsiteX4" fmla="*/ 34016 w 34016"/>
                  <a:gd name="connsiteY4" fmla="*/ 14811 h 20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016" h="20831">
                    <a:moveTo>
                      <a:pt x="34016" y="14811"/>
                    </a:moveTo>
                    <a:lnTo>
                      <a:pt x="31006" y="20831"/>
                    </a:lnTo>
                    <a:cubicBezTo>
                      <a:pt x="14811" y="16978"/>
                      <a:pt x="3914" y="12101"/>
                      <a:pt x="0" y="6021"/>
                    </a:cubicBezTo>
                    <a:cubicBezTo>
                      <a:pt x="361" y="3943"/>
                      <a:pt x="993" y="1919"/>
                      <a:pt x="1866" y="0"/>
                    </a:cubicBezTo>
                    <a:cubicBezTo>
                      <a:pt x="9753" y="7465"/>
                      <a:pt x="25467" y="12463"/>
                      <a:pt x="34016" y="148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5" name="子陵职场PPT10-95"/>
              <p:cNvSpPr/>
              <p:nvPr/>
            </p:nvSpPr>
            <p:spPr>
              <a:xfrm>
                <a:off x="9855858" y="1020357"/>
                <a:ext cx="26008" cy="18723"/>
              </a:xfrm>
              <a:custGeom>
                <a:avLst/>
                <a:gdLst>
                  <a:gd name="connsiteX0" fmla="*/ 26009 w 26008"/>
                  <a:gd name="connsiteY0" fmla="*/ 18724 h 18723"/>
                  <a:gd name="connsiteX1" fmla="*/ 0 w 26008"/>
                  <a:gd name="connsiteY1" fmla="*/ 0 h 18723"/>
                  <a:gd name="connsiteX2" fmla="*/ 18062 w 26008"/>
                  <a:gd name="connsiteY2" fmla="*/ 8248 h 18723"/>
                  <a:gd name="connsiteX3" fmla="*/ 26009 w 26008"/>
                  <a:gd name="connsiteY3" fmla="*/ 18724 h 18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008" h="18723">
                    <a:moveTo>
                      <a:pt x="26009" y="18724"/>
                    </a:moveTo>
                    <a:cubicBezTo>
                      <a:pt x="8790" y="14690"/>
                      <a:pt x="1927" y="7164"/>
                      <a:pt x="0" y="0"/>
                    </a:cubicBezTo>
                    <a:cubicBezTo>
                      <a:pt x="6454" y="1674"/>
                      <a:pt x="12571" y="4461"/>
                      <a:pt x="18062" y="8248"/>
                    </a:cubicBezTo>
                    <a:cubicBezTo>
                      <a:pt x="21728" y="10837"/>
                      <a:pt x="24504" y="14497"/>
                      <a:pt x="26009" y="18724"/>
                    </a:cubicBezTo>
                    <a:close/>
                  </a:path>
                </a:pathLst>
              </a:custGeom>
              <a:solidFill>
                <a:srgbClr val="DC5753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6" name="子陵职场PPT10-96"/>
              <p:cNvSpPr/>
              <p:nvPr/>
            </p:nvSpPr>
            <p:spPr>
              <a:xfrm>
                <a:off x="9763377" y="870468"/>
                <a:ext cx="166258" cy="128636"/>
              </a:xfrm>
              <a:custGeom>
                <a:avLst/>
                <a:gdLst>
                  <a:gd name="connsiteX0" fmla="*/ 32938 w 166258"/>
                  <a:gd name="connsiteY0" fmla="*/ 128637 h 128636"/>
                  <a:gd name="connsiteX1" fmla="*/ 44257 w 166258"/>
                  <a:gd name="connsiteY1" fmla="*/ 118462 h 128636"/>
                  <a:gd name="connsiteX2" fmla="*/ 45400 w 166258"/>
                  <a:gd name="connsiteY2" fmla="*/ 104374 h 128636"/>
                  <a:gd name="connsiteX3" fmla="*/ 42691 w 166258"/>
                  <a:gd name="connsiteY3" fmla="*/ 89684 h 128636"/>
                  <a:gd name="connsiteX4" fmla="*/ 55274 w 166258"/>
                  <a:gd name="connsiteY4" fmla="*/ 83242 h 128636"/>
                  <a:gd name="connsiteX5" fmla="*/ 57381 w 166258"/>
                  <a:gd name="connsiteY5" fmla="*/ 60304 h 128636"/>
                  <a:gd name="connsiteX6" fmla="*/ 73697 w 166258"/>
                  <a:gd name="connsiteY6" fmla="*/ 54283 h 128636"/>
                  <a:gd name="connsiteX7" fmla="*/ 73215 w 166258"/>
                  <a:gd name="connsiteY7" fmla="*/ 37606 h 128636"/>
                  <a:gd name="connsiteX8" fmla="*/ 130892 w 166258"/>
                  <a:gd name="connsiteY8" fmla="*/ 31585 h 128636"/>
                  <a:gd name="connsiteX9" fmla="*/ 133060 w 166258"/>
                  <a:gd name="connsiteY9" fmla="*/ 38991 h 128636"/>
                  <a:gd name="connsiteX10" fmla="*/ 161417 w 166258"/>
                  <a:gd name="connsiteY10" fmla="*/ 54704 h 128636"/>
                  <a:gd name="connsiteX11" fmla="*/ 165872 w 166258"/>
                  <a:gd name="connsiteY11" fmla="*/ 53500 h 128636"/>
                  <a:gd name="connsiteX12" fmla="*/ 166173 w 166258"/>
                  <a:gd name="connsiteY12" fmla="*/ 50972 h 128636"/>
                  <a:gd name="connsiteX13" fmla="*/ 150339 w 166258"/>
                  <a:gd name="connsiteY13" fmla="*/ 24301 h 128636"/>
                  <a:gd name="connsiteX14" fmla="*/ 121922 w 166258"/>
                  <a:gd name="connsiteY14" fmla="*/ 10333 h 128636"/>
                  <a:gd name="connsiteX15" fmla="*/ 70205 w 166258"/>
                  <a:gd name="connsiteY15" fmla="*/ 98 h 128636"/>
                  <a:gd name="connsiteX16" fmla="*/ 19091 w 166258"/>
                  <a:gd name="connsiteY16" fmla="*/ 11116 h 128636"/>
                  <a:gd name="connsiteX17" fmla="*/ 10000 w 166258"/>
                  <a:gd name="connsiteY17" fmla="*/ 18160 h 128636"/>
                  <a:gd name="connsiteX18" fmla="*/ 5785 w 166258"/>
                  <a:gd name="connsiteY18" fmla="*/ 28214 h 128636"/>
                  <a:gd name="connsiteX19" fmla="*/ 1210 w 166258"/>
                  <a:gd name="connsiteY19" fmla="*/ 94440 h 128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66258" h="128636">
                    <a:moveTo>
                      <a:pt x="32938" y="128637"/>
                    </a:moveTo>
                    <a:cubicBezTo>
                      <a:pt x="37598" y="126388"/>
                      <a:pt x="41523" y="122859"/>
                      <a:pt x="44257" y="118462"/>
                    </a:cubicBezTo>
                    <a:cubicBezTo>
                      <a:pt x="46039" y="113986"/>
                      <a:pt x="46436" y="109079"/>
                      <a:pt x="45400" y="104374"/>
                    </a:cubicBezTo>
                    <a:cubicBezTo>
                      <a:pt x="44768" y="99431"/>
                      <a:pt x="43865" y="94527"/>
                      <a:pt x="42691" y="89684"/>
                    </a:cubicBezTo>
                    <a:cubicBezTo>
                      <a:pt x="47447" y="91851"/>
                      <a:pt x="52926" y="87878"/>
                      <a:pt x="55274" y="83242"/>
                    </a:cubicBezTo>
                    <a:cubicBezTo>
                      <a:pt x="58182" y="75961"/>
                      <a:pt x="58911" y="67992"/>
                      <a:pt x="57381" y="60304"/>
                    </a:cubicBezTo>
                    <a:cubicBezTo>
                      <a:pt x="63510" y="61393"/>
                      <a:pt x="69748" y="59090"/>
                      <a:pt x="73697" y="54283"/>
                    </a:cubicBezTo>
                    <a:cubicBezTo>
                      <a:pt x="77568" y="49332"/>
                      <a:pt x="77370" y="42326"/>
                      <a:pt x="73215" y="37606"/>
                    </a:cubicBezTo>
                    <a:cubicBezTo>
                      <a:pt x="92650" y="39381"/>
                      <a:pt x="112247" y="37336"/>
                      <a:pt x="130892" y="31585"/>
                    </a:cubicBezTo>
                    <a:cubicBezTo>
                      <a:pt x="129688" y="33994"/>
                      <a:pt x="131314" y="36884"/>
                      <a:pt x="133060" y="38991"/>
                    </a:cubicBezTo>
                    <a:cubicBezTo>
                      <a:pt x="140255" y="47541"/>
                      <a:pt x="150351" y="53135"/>
                      <a:pt x="161417" y="54704"/>
                    </a:cubicBezTo>
                    <a:cubicBezTo>
                      <a:pt x="163042" y="54704"/>
                      <a:pt x="165029" y="54704"/>
                      <a:pt x="165872" y="53500"/>
                    </a:cubicBezTo>
                    <a:cubicBezTo>
                      <a:pt x="166245" y="52713"/>
                      <a:pt x="166354" y="51825"/>
                      <a:pt x="166173" y="50972"/>
                    </a:cubicBezTo>
                    <a:cubicBezTo>
                      <a:pt x="164590" y="40351"/>
                      <a:pt x="158906" y="30775"/>
                      <a:pt x="150339" y="24301"/>
                    </a:cubicBezTo>
                    <a:cubicBezTo>
                      <a:pt x="141735" y="18054"/>
                      <a:pt x="132121" y="13329"/>
                      <a:pt x="121922" y="10333"/>
                    </a:cubicBezTo>
                    <a:cubicBezTo>
                      <a:pt x="105299" y="4329"/>
                      <a:pt x="87863" y="878"/>
                      <a:pt x="70205" y="98"/>
                    </a:cubicBezTo>
                    <a:cubicBezTo>
                      <a:pt x="52505" y="-673"/>
                      <a:pt x="34901" y="3121"/>
                      <a:pt x="19091" y="11116"/>
                    </a:cubicBezTo>
                    <a:cubicBezTo>
                      <a:pt x="15563" y="12742"/>
                      <a:pt x="12456" y="15151"/>
                      <a:pt x="10000" y="18160"/>
                    </a:cubicBezTo>
                    <a:cubicBezTo>
                      <a:pt x="7928" y="21191"/>
                      <a:pt x="6496" y="24612"/>
                      <a:pt x="5785" y="28214"/>
                    </a:cubicBezTo>
                    <a:cubicBezTo>
                      <a:pt x="180" y="49817"/>
                      <a:pt x="-1367" y="72272"/>
                      <a:pt x="1210" y="94440"/>
                    </a:cubicBezTo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7" name="子陵职场PPT10-97"/>
              <p:cNvSpPr/>
              <p:nvPr/>
            </p:nvSpPr>
            <p:spPr>
              <a:xfrm>
                <a:off x="9760140" y="972120"/>
                <a:ext cx="53046" cy="60755"/>
              </a:xfrm>
              <a:custGeom>
                <a:avLst/>
                <a:gdLst>
                  <a:gd name="connsiteX0" fmla="*/ 2038 w 53046"/>
                  <a:gd name="connsiteY0" fmla="*/ 32584 h 60755"/>
                  <a:gd name="connsiteX1" fmla="*/ 29131 w 53046"/>
                  <a:gd name="connsiteY1" fmla="*/ 59195 h 60755"/>
                  <a:gd name="connsiteX2" fmla="*/ 52551 w 53046"/>
                  <a:gd name="connsiteY2" fmla="*/ 35113 h 60755"/>
                  <a:gd name="connsiteX3" fmla="*/ 21124 w 53046"/>
                  <a:gd name="connsiteY3" fmla="*/ 13 h 60755"/>
                  <a:gd name="connsiteX4" fmla="*/ 2038 w 53046"/>
                  <a:gd name="connsiteY4" fmla="*/ 32584 h 60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46" h="60755">
                    <a:moveTo>
                      <a:pt x="2038" y="32584"/>
                    </a:moveTo>
                    <a:cubicBezTo>
                      <a:pt x="7162" y="44709"/>
                      <a:pt x="16915" y="54294"/>
                      <a:pt x="29131" y="59195"/>
                    </a:cubicBezTo>
                    <a:cubicBezTo>
                      <a:pt x="45447" y="65577"/>
                      <a:pt x="55441" y="51368"/>
                      <a:pt x="52551" y="35113"/>
                    </a:cubicBezTo>
                    <a:cubicBezTo>
                      <a:pt x="49902" y="20422"/>
                      <a:pt x="38222" y="-589"/>
                      <a:pt x="21124" y="13"/>
                    </a:cubicBezTo>
                    <a:cubicBezTo>
                      <a:pt x="4025" y="615"/>
                      <a:pt x="-4103" y="17593"/>
                      <a:pt x="2038" y="32584"/>
                    </a:cubicBezTo>
                    <a:close/>
                  </a:path>
                </a:pathLst>
              </a:custGeom>
              <a:solidFill>
                <a:srgbClr val="E9B376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8" name="子陵职场PPT10-98"/>
              <p:cNvSpPr/>
              <p:nvPr/>
            </p:nvSpPr>
            <p:spPr>
              <a:xfrm>
                <a:off x="9771325" y="983272"/>
                <a:ext cx="27965" cy="20950"/>
              </a:xfrm>
              <a:custGeom>
                <a:avLst/>
                <a:gdLst>
                  <a:gd name="connsiteX0" fmla="*/ 26736 w 27965"/>
                  <a:gd name="connsiteY0" fmla="*/ 20950 h 20950"/>
                  <a:gd name="connsiteX1" fmla="*/ 25291 w 27965"/>
                  <a:gd name="connsiteY1" fmla="*/ 19746 h 20950"/>
                  <a:gd name="connsiteX2" fmla="*/ 19632 w 27965"/>
                  <a:gd name="connsiteY2" fmla="*/ 8427 h 20950"/>
                  <a:gd name="connsiteX3" fmla="*/ 11022 w 27965"/>
                  <a:gd name="connsiteY3" fmla="*/ 3129 h 20950"/>
                  <a:gd name="connsiteX4" fmla="*/ 2834 w 27965"/>
                  <a:gd name="connsiteY4" fmla="*/ 6621 h 20950"/>
                  <a:gd name="connsiteX5" fmla="*/ 902 w 27965"/>
                  <a:gd name="connsiteY5" fmla="*/ 7286 h 20950"/>
                  <a:gd name="connsiteX6" fmla="*/ 787 w 27965"/>
                  <a:gd name="connsiteY6" fmla="*/ 7223 h 20950"/>
                  <a:gd name="connsiteX7" fmla="*/ 179 w 27965"/>
                  <a:gd name="connsiteY7" fmla="*/ 5183 h 20950"/>
                  <a:gd name="connsiteX8" fmla="*/ 185 w 27965"/>
                  <a:gd name="connsiteY8" fmla="*/ 5176 h 20950"/>
                  <a:gd name="connsiteX9" fmla="*/ 11504 w 27965"/>
                  <a:gd name="connsiteY9" fmla="*/ 179 h 20950"/>
                  <a:gd name="connsiteX10" fmla="*/ 21919 w 27965"/>
                  <a:gd name="connsiteY10" fmla="*/ 6200 h 20950"/>
                  <a:gd name="connsiteX11" fmla="*/ 27940 w 27965"/>
                  <a:gd name="connsiteY11" fmla="*/ 18903 h 20950"/>
                  <a:gd name="connsiteX12" fmla="*/ 26736 w 27965"/>
                  <a:gd name="connsiteY12" fmla="*/ 20709 h 20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965" h="20950">
                    <a:moveTo>
                      <a:pt x="26736" y="20950"/>
                    </a:moveTo>
                    <a:cubicBezTo>
                      <a:pt x="26031" y="20936"/>
                      <a:pt x="25429" y="20436"/>
                      <a:pt x="25291" y="19746"/>
                    </a:cubicBezTo>
                    <a:cubicBezTo>
                      <a:pt x="24412" y="15549"/>
                      <a:pt x="22461" y="11649"/>
                      <a:pt x="19632" y="8427"/>
                    </a:cubicBezTo>
                    <a:cubicBezTo>
                      <a:pt x="17458" y="5722"/>
                      <a:pt x="14418" y="3850"/>
                      <a:pt x="11022" y="3129"/>
                    </a:cubicBezTo>
                    <a:cubicBezTo>
                      <a:pt x="7837" y="2529"/>
                      <a:pt x="4604" y="3908"/>
                      <a:pt x="2834" y="6621"/>
                    </a:cubicBezTo>
                    <a:cubicBezTo>
                      <a:pt x="2485" y="7338"/>
                      <a:pt x="1618" y="7636"/>
                      <a:pt x="902" y="7286"/>
                    </a:cubicBezTo>
                    <a:cubicBezTo>
                      <a:pt x="865" y="7267"/>
                      <a:pt x="823" y="7246"/>
                      <a:pt x="787" y="7223"/>
                    </a:cubicBezTo>
                    <a:cubicBezTo>
                      <a:pt x="59" y="6827"/>
                      <a:pt x="-212" y="5913"/>
                      <a:pt x="179" y="5183"/>
                    </a:cubicBezTo>
                    <a:cubicBezTo>
                      <a:pt x="185" y="5181"/>
                      <a:pt x="185" y="5179"/>
                      <a:pt x="185" y="5176"/>
                    </a:cubicBezTo>
                    <a:cubicBezTo>
                      <a:pt x="2575" y="1350"/>
                      <a:pt x="7061" y="-631"/>
                      <a:pt x="11504" y="179"/>
                    </a:cubicBezTo>
                    <a:cubicBezTo>
                      <a:pt x="15562" y="937"/>
                      <a:pt x="19240" y="3062"/>
                      <a:pt x="21919" y="6200"/>
                    </a:cubicBezTo>
                    <a:cubicBezTo>
                      <a:pt x="24966" y="9858"/>
                      <a:pt x="27037" y="14228"/>
                      <a:pt x="27940" y="18903"/>
                    </a:cubicBezTo>
                    <a:cubicBezTo>
                      <a:pt x="28090" y="19731"/>
                      <a:pt x="27555" y="20529"/>
                      <a:pt x="26736" y="20709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289" name="图形 7"/>
            <p:cNvGrpSpPr/>
            <p:nvPr/>
          </p:nvGrpSpPr>
          <p:grpSpPr>
            <a:xfrm>
              <a:off x="9117075" y="2163186"/>
              <a:ext cx="1457116" cy="1016386"/>
              <a:chOff x="9117075" y="2163186"/>
              <a:chExt cx="1457116" cy="1016386"/>
            </a:xfrm>
          </p:grpSpPr>
          <p:sp>
            <p:nvSpPr>
              <p:cNvPr id="2290" name="子陵职场PPT10-99"/>
              <p:cNvSpPr/>
              <p:nvPr/>
            </p:nvSpPr>
            <p:spPr>
              <a:xfrm>
                <a:off x="9117075" y="2163186"/>
                <a:ext cx="1457116" cy="1016386"/>
              </a:xfrm>
              <a:custGeom>
                <a:avLst/>
                <a:gdLst>
                  <a:gd name="connsiteX0" fmla="*/ 1446199 w 1457116"/>
                  <a:gd name="connsiteY0" fmla="*/ 94638 h 1016386"/>
                  <a:gd name="connsiteX1" fmla="*/ 1225787 w 1457116"/>
                  <a:gd name="connsiteY1" fmla="*/ 428779 h 1016386"/>
                  <a:gd name="connsiteX2" fmla="*/ 960882 w 1457116"/>
                  <a:gd name="connsiteY2" fmla="*/ 656236 h 1016386"/>
                  <a:gd name="connsiteX3" fmla="*/ 536793 w 1457116"/>
                  <a:gd name="connsiteY3" fmla="*/ 816202 h 1016386"/>
                  <a:gd name="connsiteX4" fmla="*/ 439441 w 1457116"/>
                  <a:gd name="connsiteY4" fmla="*/ 932459 h 1016386"/>
                  <a:gd name="connsiteX5" fmla="*/ 455155 w 1457116"/>
                  <a:gd name="connsiteY5" fmla="*/ 1016386 h 1016386"/>
                  <a:gd name="connsiteX6" fmla="*/ 0 w 1457116"/>
                  <a:gd name="connsiteY6" fmla="*/ 1016386 h 1016386"/>
                  <a:gd name="connsiteX7" fmla="*/ 33836 w 1457116"/>
                  <a:gd name="connsiteY7" fmla="*/ 587903 h 1016386"/>
                  <a:gd name="connsiteX8" fmla="*/ 258222 w 1457116"/>
                  <a:gd name="connsiteY8" fmla="*/ 386515 h 1016386"/>
                  <a:gd name="connsiteX9" fmla="*/ 873644 w 1457116"/>
                  <a:gd name="connsiteY9" fmla="*/ 281938 h 1016386"/>
                  <a:gd name="connsiteX10" fmla="*/ 915487 w 1457116"/>
                  <a:gd name="connsiteY10" fmla="*/ 307766 h 1016386"/>
                  <a:gd name="connsiteX11" fmla="*/ 934813 w 1457116"/>
                  <a:gd name="connsiteY11" fmla="*/ 305598 h 1016386"/>
                  <a:gd name="connsiteX12" fmla="*/ 1211759 w 1457116"/>
                  <a:gd name="connsiteY12" fmla="*/ 56528 h 1016386"/>
                  <a:gd name="connsiteX13" fmla="*/ 1314469 w 1457116"/>
                  <a:gd name="connsiteY13" fmla="*/ 40814 h 1016386"/>
                  <a:gd name="connsiteX14" fmla="*/ 1432051 w 1457116"/>
                  <a:gd name="connsiteY14" fmla="*/ 8604 h 1016386"/>
                  <a:gd name="connsiteX15" fmla="*/ 1446199 w 1457116"/>
                  <a:gd name="connsiteY15" fmla="*/ 94638 h 1016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57116" h="1016386">
                    <a:moveTo>
                      <a:pt x="1446199" y="94638"/>
                    </a:moveTo>
                    <a:lnTo>
                      <a:pt x="1225787" y="428779"/>
                    </a:lnTo>
                    <a:cubicBezTo>
                      <a:pt x="1146556" y="531129"/>
                      <a:pt x="1080450" y="621437"/>
                      <a:pt x="960882" y="656236"/>
                    </a:cubicBezTo>
                    <a:lnTo>
                      <a:pt x="536793" y="816202"/>
                    </a:lnTo>
                    <a:cubicBezTo>
                      <a:pt x="486233" y="835245"/>
                      <a:pt x="449309" y="879340"/>
                      <a:pt x="439441" y="932459"/>
                    </a:cubicBezTo>
                    <a:lnTo>
                      <a:pt x="455155" y="1016386"/>
                    </a:lnTo>
                    <a:lnTo>
                      <a:pt x="0" y="1016386"/>
                    </a:lnTo>
                    <a:cubicBezTo>
                      <a:pt x="0" y="1016386"/>
                      <a:pt x="6021" y="687182"/>
                      <a:pt x="33836" y="587903"/>
                    </a:cubicBezTo>
                    <a:cubicBezTo>
                      <a:pt x="59905" y="494885"/>
                      <a:pt x="124866" y="413306"/>
                      <a:pt x="258222" y="386515"/>
                    </a:cubicBezTo>
                    <a:cubicBezTo>
                      <a:pt x="369121" y="364058"/>
                      <a:pt x="791704" y="284587"/>
                      <a:pt x="873644" y="281938"/>
                    </a:cubicBezTo>
                    <a:cubicBezTo>
                      <a:pt x="908503" y="280854"/>
                      <a:pt x="917112" y="305057"/>
                      <a:pt x="915487" y="307766"/>
                    </a:cubicBezTo>
                    <a:lnTo>
                      <a:pt x="934813" y="305598"/>
                    </a:lnTo>
                    <a:cubicBezTo>
                      <a:pt x="934813" y="305598"/>
                      <a:pt x="1162089" y="105054"/>
                      <a:pt x="1211759" y="56528"/>
                    </a:cubicBezTo>
                    <a:cubicBezTo>
                      <a:pt x="1250230" y="18959"/>
                      <a:pt x="1314469" y="40814"/>
                      <a:pt x="1314469" y="40814"/>
                    </a:cubicBezTo>
                    <a:cubicBezTo>
                      <a:pt x="1314469" y="40814"/>
                      <a:pt x="1383044" y="-22522"/>
                      <a:pt x="1432051" y="8604"/>
                    </a:cubicBezTo>
                    <a:cubicBezTo>
                      <a:pt x="1432171" y="8363"/>
                      <a:pt x="1477265" y="40573"/>
                      <a:pt x="1446199" y="9463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91" name="子陵职场PPT10-100"/>
              <p:cNvSpPr/>
              <p:nvPr/>
            </p:nvSpPr>
            <p:spPr>
              <a:xfrm>
                <a:off x="9639841" y="2468543"/>
                <a:ext cx="408292" cy="294887"/>
              </a:xfrm>
              <a:custGeom>
                <a:avLst/>
                <a:gdLst>
                  <a:gd name="connsiteX0" fmla="*/ 392721 w 408292"/>
                  <a:gd name="connsiteY0" fmla="*/ 2167 h 294887"/>
                  <a:gd name="connsiteX1" fmla="*/ 276223 w 408292"/>
                  <a:gd name="connsiteY1" fmla="*/ 161351 h 294887"/>
                  <a:gd name="connsiteX2" fmla="*/ 6021 w 408292"/>
                  <a:gd name="connsiteY2" fmla="*/ 260871 h 294887"/>
                  <a:gd name="connsiteX3" fmla="*/ 0 w 408292"/>
                  <a:gd name="connsiteY3" fmla="*/ 294887 h 294887"/>
                  <a:gd name="connsiteX4" fmla="*/ 32511 w 408292"/>
                  <a:gd name="connsiteY4" fmla="*/ 268758 h 294887"/>
                  <a:gd name="connsiteX5" fmla="*/ 297416 w 408292"/>
                  <a:gd name="connsiteY5" fmla="*/ 163037 h 294887"/>
                  <a:gd name="connsiteX6" fmla="*/ 400127 w 408292"/>
                  <a:gd name="connsiteY6" fmla="*/ 80194 h 294887"/>
                  <a:gd name="connsiteX7" fmla="*/ 404401 w 408292"/>
                  <a:gd name="connsiteY7" fmla="*/ 11499 h 294887"/>
                  <a:gd name="connsiteX8" fmla="*/ 401993 w 408292"/>
                  <a:gd name="connsiteY8" fmla="*/ 0 h 294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8292" h="294887">
                    <a:moveTo>
                      <a:pt x="392721" y="2167"/>
                    </a:moveTo>
                    <a:cubicBezTo>
                      <a:pt x="419453" y="78508"/>
                      <a:pt x="353287" y="125709"/>
                      <a:pt x="276223" y="161351"/>
                    </a:cubicBezTo>
                    <a:cubicBezTo>
                      <a:pt x="199160" y="196993"/>
                      <a:pt x="6021" y="260871"/>
                      <a:pt x="6021" y="260871"/>
                    </a:cubicBezTo>
                    <a:lnTo>
                      <a:pt x="0" y="294887"/>
                    </a:lnTo>
                    <a:lnTo>
                      <a:pt x="32511" y="268758"/>
                    </a:lnTo>
                    <a:cubicBezTo>
                      <a:pt x="32511" y="268758"/>
                      <a:pt x="191334" y="212466"/>
                      <a:pt x="297416" y="163037"/>
                    </a:cubicBezTo>
                    <a:cubicBezTo>
                      <a:pt x="364846" y="131670"/>
                      <a:pt x="388928" y="106203"/>
                      <a:pt x="400127" y="80194"/>
                    </a:cubicBezTo>
                    <a:cubicBezTo>
                      <a:pt x="409278" y="58436"/>
                      <a:pt x="410789" y="34221"/>
                      <a:pt x="404401" y="11499"/>
                    </a:cubicBezTo>
                    <a:lnTo>
                      <a:pt x="401993" y="0"/>
                    </a:lnTo>
                    <a:close/>
                  </a:path>
                </a:pathLst>
              </a:custGeom>
              <a:solidFill>
                <a:srgbClr val="000000">
                  <a:alpha val="3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92" name="子陵职场PPT10-101"/>
              <p:cNvSpPr/>
              <p:nvPr/>
            </p:nvSpPr>
            <p:spPr>
              <a:xfrm>
                <a:off x="10171757" y="2203756"/>
                <a:ext cx="300395" cy="423308"/>
              </a:xfrm>
              <a:custGeom>
                <a:avLst/>
                <a:gdLst>
                  <a:gd name="connsiteX0" fmla="*/ 259908 w 300395"/>
                  <a:gd name="connsiteY0" fmla="*/ 3 h 423308"/>
                  <a:gd name="connsiteX1" fmla="*/ 268216 w 300395"/>
                  <a:gd name="connsiteY1" fmla="*/ 81220 h 423308"/>
                  <a:gd name="connsiteX2" fmla="*/ 0 w 300395"/>
                  <a:gd name="connsiteY2" fmla="*/ 423309 h 423308"/>
                  <a:gd name="connsiteX3" fmla="*/ 30464 w 300395"/>
                  <a:gd name="connsiteY3" fmla="*/ 398323 h 423308"/>
                  <a:gd name="connsiteX4" fmla="*/ 292961 w 300395"/>
                  <a:gd name="connsiteY4" fmla="*/ 81702 h 423308"/>
                  <a:gd name="connsiteX5" fmla="*/ 259908 w 300395"/>
                  <a:gd name="connsiteY5" fmla="*/ 3 h 423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0395" h="423308">
                    <a:moveTo>
                      <a:pt x="259908" y="3"/>
                    </a:moveTo>
                    <a:cubicBezTo>
                      <a:pt x="259908" y="3"/>
                      <a:pt x="302955" y="39257"/>
                      <a:pt x="268216" y="81220"/>
                    </a:cubicBezTo>
                    <a:cubicBezTo>
                      <a:pt x="238956" y="116561"/>
                      <a:pt x="0" y="423309"/>
                      <a:pt x="0" y="423309"/>
                    </a:cubicBezTo>
                    <a:lnTo>
                      <a:pt x="30464" y="398323"/>
                    </a:lnTo>
                    <a:cubicBezTo>
                      <a:pt x="30464" y="398323"/>
                      <a:pt x="277307" y="107169"/>
                      <a:pt x="292961" y="81702"/>
                    </a:cubicBezTo>
                    <a:cubicBezTo>
                      <a:pt x="316019" y="43652"/>
                      <a:pt x="279896" y="-418"/>
                      <a:pt x="259908" y="3"/>
                    </a:cubicBezTo>
                    <a:close/>
                  </a:path>
                </a:pathLst>
              </a:custGeom>
              <a:solidFill>
                <a:srgbClr val="000000">
                  <a:alpha val="3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2" name="子陵职场PPT11"/>
          <p:cNvGrpSpPr/>
          <p:nvPr/>
        </p:nvGrpSpPr>
        <p:grpSpPr>
          <a:xfrm>
            <a:off x="592455" y="3963035"/>
            <a:ext cx="1922780" cy="2515235"/>
            <a:chOff x="961" y="6235"/>
            <a:chExt cx="3028" cy="3961"/>
          </a:xfrm>
        </p:grpSpPr>
        <p:sp>
          <p:nvSpPr>
            <p:cNvPr id="43" name="子陵职场PPT11-1"/>
            <p:cNvSpPr/>
            <p:nvPr/>
          </p:nvSpPr>
          <p:spPr>
            <a:xfrm>
              <a:off x="1121" y="6235"/>
              <a:ext cx="2699" cy="330"/>
            </a:xfrm>
            <a:prstGeom prst="trapezoid">
              <a:avLst>
                <a:gd name="adj" fmla="val 179007"/>
              </a:avLst>
            </a:prstGeom>
            <a:gradFill>
              <a:gsLst>
                <a:gs pos="0">
                  <a:schemeClr val="accent1">
                    <a:alpha val="29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162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HarmonyOS Sans SC" panose="00000500000000000000" charset="-122"/>
              </a:endParaRPr>
            </a:p>
          </p:txBody>
        </p:sp>
        <p:sp>
          <p:nvSpPr>
            <p:cNvPr id="44" name="子陵职场PPT11-2"/>
            <p:cNvSpPr/>
            <p:nvPr/>
          </p:nvSpPr>
          <p:spPr bwMode="auto">
            <a:xfrm>
              <a:off x="961" y="6525"/>
              <a:ext cx="3028" cy="3671"/>
            </a:xfrm>
            <a:prstGeom prst="round2SameRect">
              <a:avLst>
                <a:gd name="adj1" fmla="val 9874"/>
                <a:gd name="adj2" fmla="val 0"/>
              </a:avLst>
            </a:prstGeom>
            <a:gradFill>
              <a:gsLst>
                <a:gs pos="0">
                  <a:schemeClr val="accent1">
                    <a:alpha val="100000"/>
                    <a:lumMod val="68000"/>
                    <a:lumOff val="32000"/>
                  </a:schemeClr>
                </a:gs>
                <a:gs pos="92000">
                  <a:schemeClr val="accent1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non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914400">
                <a:buClrTx/>
                <a:buSzTx/>
                <a:buFontTx/>
              </a:pPr>
              <a:endParaRPr lang="en-US" altLang="zh-CN" sz="2400" b="1" dirty="0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46" name="子陵职场PPT11-3"/>
            <p:cNvSpPr/>
            <p:nvPr/>
          </p:nvSpPr>
          <p:spPr>
            <a:xfrm>
              <a:off x="1057" y="6663"/>
              <a:ext cx="2822" cy="3430"/>
            </a:xfrm>
            <a:prstGeom prst="round2SameRect">
              <a:avLst>
                <a:gd name="adj1" fmla="val 7512"/>
                <a:gd name="adj2" fmla="val 0"/>
              </a:avLst>
            </a:prstGeom>
            <a:gradFill>
              <a:gsLst>
                <a:gs pos="81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grpSp>
        <p:nvGrpSpPr>
          <p:cNvPr id="49" name="子陵职场PPT12"/>
          <p:cNvGrpSpPr/>
          <p:nvPr/>
        </p:nvGrpSpPr>
        <p:grpSpPr>
          <a:xfrm>
            <a:off x="2791460" y="3799205"/>
            <a:ext cx="1922780" cy="2515235"/>
            <a:chOff x="961" y="6235"/>
            <a:chExt cx="3028" cy="3961"/>
          </a:xfrm>
        </p:grpSpPr>
        <p:sp>
          <p:nvSpPr>
            <p:cNvPr id="50" name="子陵职场PPT12-1"/>
            <p:cNvSpPr/>
            <p:nvPr/>
          </p:nvSpPr>
          <p:spPr>
            <a:xfrm>
              <a:off x="1121" y="6235"/>
              <a:ext cx="2699" cy="330"/>
            </a:xfrm>
            <a:prstGeom prst="trapezoid">
              <a:avLst>
                <a:gd name="adj" fmla="val 179007"/>
              </a:avLst>
            </a:prstGeom>
            <a:gradFill>
              <a:gsLst>
                <a:gs pos="0">
                  <a:schemeClr val="accent2">
                    <a:alpha val="29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62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HarmonyOS Sans SC" panose="00000500000000000000" charset="-122"/>
              </a:endParaRPr>
            </a:p>
          </p:txBody>
        </p:sp>
        <p:sp>
          <p:nvSpPr>
            <p:cNvPr id="51" name="子陵职场PPT12-2"/>
            <p:cNvSpPr/>
            <p:nvPr/>
          </p:nvSpPr>
          <p:spPr bwMode="auto">
            <a:xfrm>
              <a:off x="961" y="6525"/>
              <a:ext cx="3028" cy="3671"/>
            </a:xfrm>
            <a:prstGeom prst="round2SameRect">
              <a:avLst>
                <a:gd name="adj1" fmla="val 9874"/>
                <a:gd name="adj2" fmla="val 0"/>
              </a:avLst>
            </a:prstGeom>
            <a:gradFill>
              <a:gsLst>
                <a:gs pos="0">
                  <a:schemeClr val="accent2">
                    <a:lumMod val="68000"/>
                    <a:lumOff val="3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non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914400">
                <a:buClrTx/>
                <a:buSzTx/>
                <a:buFontTx/>
              </a:pPr>
              <a:endParaRPr lang="en-US" altLang="zh-CN" sz="2400" b="1" dirty="0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53" name="子陵职场PPT12-3"/>
            <p:cNvSpPr/>
            <p:nvPr/>
          </p:nvSpPr>
          <p:spPr>
            <a:xfrm>
              <a:off x="1057" y="6663"/>
              <a:ext cx="2822" cy="3430"/>
            </a:xfrm>
            <a:prstGeom prst="round2SameRect">
              <a:avLst>
                <a:gd name="adj1" fmla="val 7512"/>
                <a:gd name="adj2" fmla="val 0"/>
              </a:avLst>
            </a:prstGeom>
            <a:gradFill>
              <a:gsLst>
                <a:gs pos="92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grpSp>
        <p:nvGrpSpPr>
          <p:cNvPr id="56" name="子陵职场PPT13"/>
          <p:cNvGrpSpPr/>
          <p:nvPr/>
        </p:nvGrpSpPr>
        <p:grpSpPr>
          <a:xfrm>
            <a:off x="7189470" y="3088005"/>
            <a:ext cx="1922780" cy="2515235"/>
            <a:chOff x="961" y="6235"/>
            <a:chExt cx="3028" cy="3961"/>
          </a:xfrm>
        </p:grpSpPr>
        <p:sp>
          <p:nvSpPr>
            <p:cNvPr id="57" name="子陵职场PPT13-1"/>
            <p:cNvSpPr/>
            <p:nvPr/>
          </p:nvSpPr>
          <p:spPr>
            <a:xfrm>
              <a:off x="1121" y="6235"/>
              <a:ext cx="2699" cy="330"/>
            </a:xfrm>
            <a:prstGeom prst="trapezoid">
              <a:avLst>
                <a:gd name="adj" fmla="val 179007"/>
              </a:avLst>
            </a:prstGeom>
            <a:gradFill>
              <a:gsLst>
                <a:gs pos="0">
                  <a:schemeClr val="accent2">
                    <a:alpha val="29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62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HarmonyOS Sans SC" panose="00000500000000000000" charset="-122"/>
              </a:endParaRPr>
            </a:p>
          </p:txBody>
        </p:sp>
        <p:sp>
          <p:nvSpPr>
            <p:cNvPr id="58" name="子陵职场PPT13-2"/>
            <p:cNvSpPr/>
            <p:nvPr/>
          </p:nvSpPr>
          <p:spPr bwMode="auto">
            <a:xfrm>
              <a:off x="961" y="6525"/>
              <a:ext cx="3028" cy="3671"/>
            </a:xfrm>
            <a:prstGeom prst="round2SameRect">
              <a:avLst>
                <a:gd name="adj1" fmla="val 9874"/>
                <a:gd name="adj2" fmla="val 0"/>
              </a:avLst>
            </a:prstGeom>
            <a:gradFill>
              <a:gsLst>
                <a:gs pos="0">
                  <a:schemeClr val="accent2">
                    <a:lumMod val="68000"/>
                    <a:lumOff val="3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non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914400">
                <a:buClrTx/>
                <a:buSzTx/>
                <a:buFontTx/>
              </a:pPr>
              <a:endParaRPr lang="en-US" altLang="zh-CN" sz="2400" b="1" dirty="0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59" name="子陵职场PPT13-3"/>
            <p:cNvSpPr/>
            <p:nvPr/>
          </p:nvSpPr>
          <p:spPr>
            <a:xfrm>
              <a:off x="1057" y="6663"/>
              <a:ext cx="2822" cy="3430"/>
            </a:xfrm>
            <a:prstGeom prst="round2SameRect">
              <a:avLst>
                <a:gd name="adj1" fmla="val 7512"/>
                <a:gd name="adj2" fmla="val 0"/>
              </a:avLst>
            </a:prstGeom>
            <a:gradFill>
              <a:gsLst>
                <a:gs pos="92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sp>
        <p:nvSpPr>
          <p:cNvPr id="75" name="子陵职场PPT15"/>
          <p:cNvSpPr/>
          <p:nvPr/>
        </p:nvSpPr>
        <p:spPr>
          <a:xfrm flipV="1">
            <a:off x="1127760" y="1297940"/>
            <a:ext cx="5670550" cy="195580"/>
          </a:xfrm>
          <a:custGeom>
            <a:avLst/>
            <a:gdLst>
              <a:gd name="connsiteX0" fmla="*/ 0 w 8930"/>
              <a:gd name="connsiteY0" fmla="*/ 0 h 308"/>
              <a:gd name="connsiteX1" fmla="*/ 8926 w 8930"/>
              <a:gd name="connsiteY1" fmla="*/ 7 h 308"/>
              <a:gd name="connsiteX2" fmla="*/ 8930 w 8930"/>
              <a:gd name="connsiteY2" fmla="*/ 9 h 308"/>
              <a:gd name="connsiteX3" fmla="*/ 8413 w 8930"/>
              <a:gd name="connsiteY3" fmla="*/ 308 h 308"/>
              <a:gd name="connsiteX4" fmla="*/ 8413 w 8930"/>
              <a:gd name="connsiteY4" fmla="*/ 134 h 308"/>
              <a:gd name="connsiteX5" fmla="*/ 0 w 8930"/>
              <a:gd name="connsiteY5" fmla="*/ 109 h 308"/>
              <a:gd name="connsiteX6" fmla="*/ 0 w 8930"/>
              <a:gd name="connsiteY6" fmla="*/ 0 h 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30" h="308">
                <a:moveTo>
                  <a:pt x="0" y="0"/>
                </a:moveTo>
                <a:lnTo>
                  <a:pt x="8926" y="7"/>
                </a:lnTo>
                <a:lnTo>
                  <a:pt x="8930" y="9"/>
                </a:lnTo>
                <a:lnTo>
                  <a:pt x="8413" y="308"/>
                </a:lnTo>
                <a:lnTo>
                  <a:pt x="8413" y="134"/>
                </a:lnTo>
                <a:lnTo>
                  <a:pt x="0" y="10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90000">
                <a:schemeClr val="accent1"/>
              </a:gs>
              <a:gs pos="1000">
                <a:schemeClr val="accent1">
                  <a:alpha val="0"/>
                </a:schemeClr>
              </a:gs>
            </a:gsLst>
            <a:lin ang="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805" b="1" dirty="0">
              <a:solidFill>
                <a:schemeClr val="accent3">
                  <a:lumMod val="75000"/>
                </a:schemeClr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HarmonyOS Sans SC" panose="00000500000000000000" charset="-122"/>
            </a:endParaRPr>
          </a:p>
        </p:txBody>
      </p:sp>
      <p:grpSp>
        <p:nvGrpSpPr>
          <p:cNvPr id="1456" name="Google Shape;1456;p70"/>
          <p:cNvGrpSpPr/>
          <p:nvPr/>
        </p:nvGrpSpPr>
        <p:grpSpPr>
          <a:xfrm rot="0">
            <a:off x="509905" y="1710055"/>
            <a:ext cx="190500" cy="201930"/>
            <a:chOff x="4854075" y="2527625"/>
            <a:chExt cx="56000" cy="59050"/>
          </a:xfrm>
        </p:grpSpPr>
        <p:sp>
          <p:nvSpPr>
            <p:cNvPr id="1457" name="子陵职场PPT16-1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85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76200" dist="76200" dir="2700000" algn="tl" rotWithShape="0">
                <a:schemeClr val="accent1">
                  <a:lumMod val="60000"/>
                  <a:lumOff val="40000"/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none" lIns="91440" tIns="45720" rIns="91440" bIns="45720" numCol="1" spcCol="0" rtlCol="0" fromWordArt="0" anchor="ctr" anchorCtr="0" forceAA="0" compatLnSpc="1">
              <a:normAutofit fontScale="92500" lnSpcReduction="10000"/>
            </a:bodyPr>
            <a:lstStyle/>
            <a:p>
              <a:pPr lvl="0" algn="ctr">
                <a:buClrTx/>
                <a:buSzTx/>
                <a:buFontTx/>
              </a:pPr>
              <a:endParaRPr lang="en-US" altLang="zh-CN" sz="900" b="1" dirty="0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1458" name="子陵职场PPT16-2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85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76200" dist="76200" dir="2700000" algn="tl" rotWithShape="0">
                <a:schemeClr val="accent1">
                  <a:lumMod val="60000"/>
                  <a:lumOff val="40000"/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non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lvl="0" algn="ctr">
                <a:buClrTx/>
                <a:buSzTx/>
                <a:buFontTx/>
              </a:pPr>
              <a:endParaRPr lang="en-US" altLang="zh-CN" b="1" dirty="0">
                <a:solidFill>
                  <a:srgbClr val="FFFFFF"/>
                </a:solidFill>
                <a:sym typeface="+mn-ea"/>
              </a:endParaRPr>
            </a:p>
          </p:txBody>
        </p:sp>
      </p:grpSp>
      <p:grpSp>
        <p:nvGrpSpPr>
          <p:cNvPr id="69" name="Google Shape;1456;p70"/>
          <p:cNvGrpSpPr/>
          <p:nvPr/>
        </p:nvGrpSpPr>
        <p:grpSpPr>
          <a:xfrm rot="0">
            <a:off x="509905" y="2164080"/>
            <a:ext cx="190500" cy="201930"/>
            <a:chOff x="4854075" y="2527625"/>
            <a:chExt cx="56000" cy="59050"/>
          </a:xfrm>
        </p:grpSpPr>
        <p:sp>
          <p:nvSpPr>
            <p:cNvPr id="70" name="子陵职场PPT17-1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85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76200" dist="76200" dir="2700000" algn="tl" rotWithShape="0">
                <a:schemeClr val="accent1">
                  <a:lumMod val="60000"/>
                  <a:lumOff val="40000"/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none" lIns="91440" tIns="45720" rIns="91440" bIns="45720" numCol="1" spcCol="0" rtlCol="0" fromWordArt="0" anchor="ctr" anchorCtr="0" forceAA="0" compatLnSpc="1">
              <a:normAutofit fontScale="92500" lnSpcReduction="10000"/>
            </a:bodyPr>
            <a:lstStyle/>
            <a:p>
              <a:pPr lvl="0" algn="ctr">
                <a:buClrTx/>
                <a:buSzTx/>
                <a:buFontTx/>
              </a:pPr>
              <a:endParaRPr lang="en-US" altLang="zh-CN" sz="900" b="1" dirty="0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71" name="子陵职场PPT17-2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85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76200" dist="76200" dir="2700000" algn="tl" rotWithShape="0">
                <a:schemeClr val="accent1">
                  <a:lumMod val="60000"/>
                  <a:lumOff val="40000"/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non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lvl="0" algn="ctr">
                <a:buClrTx/>
                <a:buSzTx/>
                <a:buFontTx/>
              </a:pPr>
              <a:endParaRPr lang="en-US" altLang="zh-CN" b="1" dirty="0">
                <a:solidFill>
                  <a:srgbClr val="FFFFFF"/>
                </a:solidFill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子陵职场PPT2"/>
          <p:cNvSpPr/>
          <p:nvPr/>
        </p:nvSpPr>
        <p:spPr>
          <a:xfrm>
            <a:off x="4445" y="26035"/>
            <a:ext cx="12215495" cy="683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子陵职场PPT3"/>
          <p:cNvSpPr/>
          <p:nvPr/>
        </p:nvSpPr>
        <p:spPr>
          <a:xfrm rot="19620000">
            <a:off x="1550787" y="-655613"/>
            <a:ext cx="1036320" cy="461332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7265">
                <a:moveTo>
                  <a:pt x="0" y="0"/>
                </a:moveTo>
                <a:lnTo>
                  <a:pt x="1632" y="1060"/>
                </a:lnTo>
                <a:lnTo>
                  <a:pt x="1632" y="7265"/>
                </a:lnTo>
                <a:lnTo>
                  <a:pt x="0" y="726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34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子陵职场PPT4"/>
          <p:cNvSpPr/>
          <p:nvPr/>
        </p:nvSpPr>
        <p:spPr>
          <a:xfrm rot="5400000">
            <a:off x="-900430" y="4309745"/>
            <a:ext cx="3241040" cy="1478915"/>
          </a:xfrm>
          <a:prstGeom prst="triangle">
            <a:avLst/>
          </a:pr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" name="子陵职场PPT5"/>
          <p:cNvSpPr/>
          <p:nvPr/>
        </p:nvSpPr>
        <p:spPr>
          <a:xfrm rot="19620000">
            <a:off x="3345180" y="-610870"/>
            <a:ext cx="1036320" cy="40874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6506">
                <a:moveTo>
                  <a:pt x="0" y="0"/>
                </a:moveTo>
                <a:lnTo>
                  <a:pt x="1632" y="1060"/>
                </a:lnTo>
                <a:lnTo>
                  <a:pt x="1632" y="6506"/>
                </a:lnTo>
                <a:lnTo>
                  <a:pt x="0" y="650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34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1" name="子陵职场PPT6"/>
          <p:cNvSpPr/>
          <p:nvPr/>
        </p:nvSpPr>
        <p:spPr>
          <a:xfrm rot="19620000">
            <a:off x="10378211" y="-685347"/>
            <a:ext cx="1474195" cy="347221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22" h="5468">
                <a:moveTo>
                  <a:pt x="0" y="0"/>
                </a:moveTo>
                <a:lnTo>
                  <a:pt x="1002" y="651"/>
                </a:lnTo>
                <a:lnTo>
                  <a:pt x="2322" y="5252"/>
                </a:lnTo>
                <a:lnTo>
                  <a:pt x="1568" y="54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34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6" name="子陵职场PPT7"/>
          <p:cNvSpPr/>
          <p:nvPr/>
        </p:nvSpPr>
        <p:spPr>
          <a:xfrm>
            <a:off x="9123629" y="1904875"/>
            <a:ext cx="3126156" cy="4348937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23" h="6849">
                <a:moveTo>
                  <a:pt x="1534" y="0"/>
                </a:moveTo>
                <a:lnTo>
                  <a:pt x="4923" y="3764"/>
                </a:lnTo>
                <a:lnTo>
                  <a:pt x="4923" y="6849"/>
                </a:lnTo>
                <a:lnTo>
                  <a:pt x="0" y="1381"/>
                </a:lnTo>
                <a:lnTo>
                  <a:pt x="1534" y="0"/>
                </a:lnTo>
                <a:close/>
              </a:path>
            </a:pathLst>
          </a:cu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43" name="子陵职场PPT8"/>
          <p:cNvSpPr/>
          <p:nvPr/>
        </p:nvSpPr>
        <p:spPr>
          <a:xfrm>
            <a:off x="8418144" y="4523615"/>
            <a:ext cx="3071467" cy="23293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37" h="3668">
                <a:moveTo>
                  <a:pt x="1534" y="0"/>
                </a:moveTo>
                <a:lnTo>
                  <a:pt x="4837" y="3668"/>
                </a:lnTo>
                <a:lnTo>
                  <a:pt x="2059" y="3668"/>
                </a:lnTo>
                <a:lnTo>
                  <a:pt x="0" y="1381"/>
                </a:lnTo>
                <a:lnTo>
                  <a:pt x="1534" y="0"/>
                </a:lnTo>
                <a:close/>
              </a:path>
            </a:pathLst>
          </a:custGeom>
          <a:gradFill>
            <a:gsLst>
              <a:gs pos="36000">
                <a:srgbClr val="F7F7F7">
                  <a:alpha val="84000"/>
                </a:srgbClr>
              </a:gs>
              <a:gs pos="99000">
                <a:srgbClr val="F7F7F7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65" name="子陵职场PPT9"/>
          <p:cNvSpPr/>
          <p:nvPr/>
        </p:nvSpPr>
        <p:spPr>
          <a:xfrm>
            <a:off x="6097270" y="5020945"/>
            <a:ext cx="6137275" cy="1845310"/>
          </a:xfrm>
          <a:custGeom>
            <a:avLst/>
            <a:gdLst>
              <a:gd name="connsiteX0" fmla="*/ 3938 w 12469"/>
              <a:gd name="connsiteY0" fmla="*/ 0 h 2906"/>
              <a:gd name="connsiteX1" fmla="*/ 12469 w 12469"/>
              <a:gd name="connsiteY1" fmla="*/ 0 h 2906"/>
              <a:gd name="connsiteX2" fmla="*/ 12469 w 12469"/>
              <a:gd name="connsiteY2" fmla="*/ 2906 h 2906"/>
              <a:gd name="connsiteX3" fmla="*/ 0 w 12469"/>
              <a:gd name="connsiteY3" fmla="*/ 2906 h 2906"/>
              <a:gd name="connsiteX4" fmla="*/ 3938 w 12469"/>
              <a:gd name="connsiteY4" fmla="*/ 0 h 2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9" h="2906">
                <a:moveTo>
                  <a:pt x="3938" y="0"/>
                </a:moveTo>
                <a:lnTo>
                  <a:pt x="12469" y="0"/>
                </a:lnTo>
                <a:lnTo>
                  <a:pt x="12469" y="2906"/>
                </a:lnTo>
                <a:lnTo>
                  <a:pt x="0" y="2906"/>
                </a:lnTo>
                <a:lnTo>
                  <a:pt x="3938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80000"/>
                  <a:lumOff val="20000"/>
                  <a:alpha val="100000"/>
                </a:schemeClr>
              </a:gs>
              <a:gs pos="9200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6" name="子陵职场PPT10"/>
          <p:cNvSpPr/>
          <p:nvPr/>
        </p:nvSpPr>
        <p:spPr bwMode="auto">
          <a:xfrm>
            <a:off x="2054860" y="4629150"/>
            <a:ext cx="10194925" cy="1505585"/>
          </a:xfrm>
          <a:custGeom>
            <a:avLst/>
            <a:gdLst>
              <a:gd name="connsiteX0" fmla="*/ 1701 w 16055"/>
              <a:gd name="connsiteY0" fmla="*/ 20 h 2371"/>
              <a:gd name="connsiteX1" fmla="*/ 16055 w 16055"/>
              <a:gd name="connsiteY1" fmla="*/ 0 h 2371"/>
              <a:gd name="connsiteX2" fmla="*/ 16055 w 16055"/>
              <a:gd name="connsiteY2" fmla="*/ 2371 h 2371"/>
              <a:gd name="connsiteX3" fmla="*/ 0 w 16055"/>
              <a:gd name="connsiteY3" fmla="*/ 2351 h 2371"/>
              <a:gd name="connsiteX4" fmla="*/ 1701 w 16055"/>
              <a:gd name="connsiteY4" fmla="*/ 20 h 2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55" h="2371">
                <a:moveTo>
                  <a:pt x="1701" y="20"/>
                </a:moveTo>
                <a:lnTo>
                  <a:pt x="16055" y="0"/>
                </a:lnTo>
                <a:lnTo>
                  <a:pt x="16055" y="2371"/>
                </a:lnTo>
                <a:lnTo>
                  <a:pt x="0" y="2351"/>
                </a:lnTo>
                <a:lnTo>
                  <a:pt x="1701" y="20"/>
                </a:lnTo>
                <a:close/>
              </a:path>
            </a:pathLst>
          </a:custGeom>
          <a:gradFill flip="none" rotWithShape="1">
            <a:gsLst>
              <a:gs pos="80000">
                <a:schemeClr val="accent3"/>
              </a:gs>
              <a:gs pos="20000">
                <a:schemeClr val="accent3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1049">
            <a:solidFill>
              <a:schemeClr val="bg1"/>
            </a:solidFill>
          </a:ln>
          <a:effectLst>
            <a:outerShdw blurRad="294640" dist="73660" dir="5400000" sx="99000" sy="99000" algn="t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6070" tIns="53035" rIns="106070" bIns="53035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90" b="1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sym typeface="+mn-ea"/>
            </a:endParaRPr>
          </a:p>
        </p:txBody>
      </p:sp>
      <p:grpSp>
        <p:nvGrpSpPr>
          <p:cNvPr id="56" name="子陵职场PPT11"/>
          <p:cNvGrpSpPr/>
          <p:nvPr/>
        </p:nvGrpSpPr>
        <p:grpSpPr>
          <a:xfrm>
            <a:off x="3204845" y="2286000"/>
            <a:ext cx="2892425" cy="667385"/>
            <a:chOff x="5850" y="9068"/>
            <a:chExt cx="4555" cy="1051"/>
          </a:xfrm>
        </p:grpSpPr>
        <p:sp>
          <p:nvSpPr>
            <p:cNvPr id="53" name="子陵职场PPT11-1"/>
            <p:cNvSpPr/>
            <p:nvPr/>
          </p:nvSpPr>
          <p:spPr>
            <a:xfrm>
              <a:off x="5850" y="9068"/>
              <a:ext cx="4555" cy="93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80000"/>
                    <a:lumOff val="20000"/>
                    <a:alpha val="100000"/>
                  </a:schemeClr>
                </a:gs>
                <a:gs pos="92000">
                  <a:schemeClr val="accent2">
                    <a:alpha val="10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2400">
                <a:sym typeface="+mn-ea"/>
              </a:endParaRPr>
            </a:p>
          </p:txBody>
        </p:sp>
        <p:sp>
          <p:nvSpPr>
            <p:cNvPr id="55" name="子陵职场PPT11-2"/>
            <p:cNvSpPr txBox="1"/>
            <p:nvPr/>
          </p:nvSpPr>
          <p:spPr>
            <a:xfrm>
              <a:off x="6231" y="9191"/>
              <a:ext cx="3675" cy="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  <a:buClrTx/>
                <a:buSzTx/>
                <a:buFontTx/>
              </a:pPr>
              <a:r>
                <a:rPr lang="en-US" sz="3600" b="1">
                  <a:solidFill>
                    <a:schemeClr val="bg1"/>
                  </a:solidFill>
                  <a:effectLst/>
                  <a:latin typeface="HarmonyOS Sans SC Black" panose="00000A00000000000000" charset="-122"/>
                  <a:ea typeface="HarmonyOS Sans SC Black" panose="00000A00000000000000" charset="-122"/>
                  <a:cs typeface="HarmonyOS Sans SC Black" panose="00000A00000000000000" charset="-122"/>
                  <a:sym typeface="+mn-ea"/>
                </a:rPr>
                <a:t>PART 03</a:t>
              </a:r>
              <a:endParaRPr lang="en-US" sz="3600" b="1">
                <a:solidFill>
                  <a:schemeClr val="bg1"/>
                </a:solidFill>
                <a:effectLst/>
                <a:latin typeface="HarmonyOS Sans SC Black" panose="00000A00000000000000" charset="-122"/>
                <a:ea typeface="HarmonyOS Sans SC Black" panose="00000A00000000000000" charset="-122"/>
                <a:cs typeface="HarmonyOS Sans SC Black" panose="00000A00000000000000" charset="-122"/>
                <a:sym typeface="+mn-ea"/>
              </a:endParaRPr>
            </a:p>
          </p:txBody>
        </p:sp>
      </p:grpSp>
      <p:sp>
        <p:nvSpPr>
          <p:cNvPr id="15" name="子陵职场PPT12"/>
          <p:cNvSpPr txBox="1"/>
          <p:nvPr>
            <p:custDataLst>
              <p:tags r:id="rId1"/>
            </p:custDataLst>
          </p:nvPr>
        </p:nvSpPr>
        <p:spPr>
          <a:xfrm>
            <a:off x="2440940" y="2864485"/>
            <a:ext cx="7710805" cy="1369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10000"/>
              </a:lnSpc>
              <a:buClrTx/>
              <a:buSzTx/>
              <a:buFontTx/>
            </a:pPr>
            <a:r>
              <a:rPr lang="en-US" altLang="zh-CN" sz="7200">
                <a:solidFill>
                  <a:srgbClr val="3D3838"/>
                </a:solidFill>
                <a:effectLst/>
                <a:latin typeface="+mj-ea"/>
                <a:ea typeface="+mj-ea"/>
                <a:sym typeface="+mn-ea"/>
              </a:rPr>
              <a:t>    </a:t>
            </a:r>
            <a:r>
              <a:rPr lang="zh-CN" sz="7200" b="1">
                <a:solidFill>
                  <a:srgbClr val="3D3838"/>
                </a:solidFill>
                <a:effectLst/>
                <a:latin typeface="+mj-ea"/>
                <a:ea typeface="+mj-ea"/>
                <a:sym typeface="+mn-ea"/>
              </a:rPr>
              <a:t>其他说明</a:t>
            </a:r>
            <a:endParaRPr lang="zh-CN" sz="7200" b="1">
              <a:solidFill>
                <a:srgbClr val="3D3838"/>
              </a:solidFill>
              <a:effectLst/>
              <a:latin typeface="+mj-ea"/>
              <a:ea typeface="+mj-ea"/>
              <a:sym typeface="+mn-ea"/>
            </a:endParaRPr>
          </a:p>
        </p:txBody>
      </p:sp>
      <p:sp>
        <p:nvSpPr>
          <p:cNvPr id="22" name="子陵职场PPT15"/>
          <p:cNvSpPr/>
          <p:nvPr/>
        </p:nvSpPr>
        <p:spPr>
          <a:xfrm rot="19620000">
            <a:off x="5778500" y="-137160"/>
            <a:ext cx="1036320" cy="26422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7265">
                <a:moveTo>
                  <a:pt x="0" y="0"/>
                </a:moveTo>
                <a:lnTo>
                  <a:pt x="1632" y="1060"/>
                </a:lnTo>
                <a:lnTo>
                  <a:pt x="1632" y="7265"/>
                </a:lnTo>
                <a:lnTo>
                  <a:pt x="0" y="726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子陵职场PPT16"/>
          <p:cNvSpPr/>
          <p:nvPr/>
        </p:nvSpPr>
        <p:spPr>
          <a:xfrm rot="19620000">
            <a:off x="7494905" y="-53340"/>
            <a:ext cx="1036320" cy="193611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6506">
                <a:moveTo>
                  <a:pt x="0" y="0"/>
                </a:moveTo>
                <a:lnTo>
                  <a:pt x="1632" y="1060"/>
                </a:lnTo>
                <a:lnTo>
                  <a:pt x="1632" y="6506"/>
                </a:lnTo>
                <a:lnTo>
                  <a:pt x="0" y="650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5" name="子陵职场PPT17"/>
          <p:cNvGrpSpPr/>
          <p:nvPr/>
        </p:nvGrpSpPr>
        <p:grpSpPr>
          <a:xfrm flipH="1">
            <a:off x="-55880" y="-701040"/>
            <a:ext cx="10137775" cy="3804920"/>
            <a:chOff x="2725" y="-1104"/>
            <a:chExt cx="16566" cy="6265"/>
          </a:xfrm>
        </p:grpSpPr>
        <p:grpSp>
          <p:nvGrpSpPr>
            <p:cNvPr id="6" name="组合 5"/>
            <p:cNvGrpSpPr/>
            <p:nvPr/>
          </p:nvGrpSpPr>
          <p:grpSpPr>
            <a:xfrm>
              <a:off x="2725" y="-25"/>
              <a:ext cx="16566" cy="5186"/>
              <a:chOff x="9145" y="5726"/>
              <a:chExt cx="16566" cy="5186"/>
            </a:xfrm>
          </p:grpSpPr>
          <p:sp>
            <p:nvSpPr>
              <p:cNvPr id="7" name="子陵职场PPT17-1"/>
              <p:cNvSpPr/>
              <p:nvPr/>
            </p:nvSpPr>
            <p:spPr>
              <a:xfrm>
                <a:off x="17263" y="5726"/>
                <a:ext cx="8220" cy="3825"/>
              </a:xfrm>
              <a:custGeom>
                <a:avLst/>
                <a:gdLst>
                  <a:gd name="connsiteX0" fmla="*/ 0 w 7695"/>
                  <a:gd name="connsiteY0" fmla="*/ 0 h 3270"/>
                  <a:gd name="connsiteX1" fmla="*/ 7695 w 7695"/>
                  <a:gd name="connsiteY1" fmla="*/ 19 h 3270"/>
                  <a:gd name="connsiteX2" fmla="*/ 7695 w 7695"/>
                  <a:gd name="connsiteY2" fmla="*/ 3270 h 3270"/>
                  <a:gd name="connsiteX3" fmla="*/ 2565 w 7695"/>
                  <a:gd name="connsiteY3" fmla="*/ 2595 h 3270"/>
                  <a:gd name="connsiteX4" fmla="*/ 0 w 7695"/>
                  <a:gd name="connsiteY4" fmla="*/ 0 h 3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95" h="3270">
                    <a:moveTo>
                      <a:pt x="0" y="0"/>
                    </a:moveTo>
                    <a:lnTo>
                      <a:pt x="7695" y="19"/>
                    </a:lnTo>
                    <a:lnTo>
                      <a:pt x="7695" y="3270"/>
                    </a:lnTo>
                    <a:cubicBezTo>
                      <a:pt x="4110" y="3255"/>
                      <a:pt x="3285" y="3270"/>
                      <a:pt x="2565" y="259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>
                <a:outerShdw blurRad="63500" sx="102000" sy="102000" algn="ctr" rotWithShape="0">
                  <a:srgbClr val="3D3838">
                    <a:alpha val="10000"/>
                  </a:srgb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子陵职场PPT17-2"/>
              <p:cNvSpPr/>
              <p:nvPr/>
            </p:nvSpPr>
            <p:spPr>
              <a:xfrm>
                <a:off x="18016" y="5785"/>
                <a:ext cx="7638" cy="3211"/>
              </a:xfrm>
              <a:custGeom>
                <a:avLst/>
                <a:gdLst>
                  <a:gd name="connsiteX0" fmla="*/ 0 w 7695"/>
                  <a:gd name="connsiteY0" fmla="*/ 0 h 3270"/>
                  <a:gd name="connsiteX1" fmla="*/ 7695 w 7695"/>
                  <a:gd name="connsiteY1" fmla="*/ 19 h 3270"/>
                  <a:gd name="connsiteX2" fmla="*/ 7695 w 7695"/>
                  <a:gd name="connsiteY2" fmla="*/ 3270 h 3270"/>
                  <a:gd name="connsiteX3" fmla="*/ 2565 w 7695"/>
                  <a:gd name="connsiteY3" fmla="*/ 2595 h 3270"/>
                  <a:gd name="connsiteX4" fmla="*/ 0 w 7695"/>
                  <a:gd name="connsiteY4" fmla="*/ 0 h 3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95" h="3270">
                    <a:moveTo>
                      <a:pt x="0" y="0"/>
                    </a:moveTo>
                    <a:lnTo>
                      <a:pt x="7695" y="19"/>
                    </a:lnTo>
                    <a:lnTo>
                      <a:pt x="7695" y="3270"/>
                    </a:lnTo>
                    <a:cubicBezTo>
                      <a:pt x="4110" y="3255"/>
                      <a:pt x="3285" y="3270"/>
                      <a:pt x="2565" y="2595"/>
                    </a:cubicBez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子陵职场PPT17-3"/>
              <p:cNvSpPr/>
              <p:nvPr/>
            </p:nvSpPr>
            <p:spPr>
              <a:xfrm>
                <a:off x="9145" y="5726"/>
                <a:ext cx="16516" cy="5186"/>
              </a:xfrm>
              <a:custGeom>
                <a:avLst/>
                <a:gdLst>
                  <a:gd name="connsiteX0" fmla="*/ 0 w 16516"/>
                  <a:gd name="connsiteY0" fmla="*/ 0 h 5186"/>
                  <a:gd name="connsiteX1" fmla="*/ 16516 w 16516"/>
                  <a:gd name="connsiteY1" fmla="*/ 0 h 5186"/>
                  <a:gd name="connsiteX2" fmla="*/ 16508 w 16516"/>
                  <a:gd name="connsiteY2" fmla="*/ 5186 h 5186"/>
                  <a:gd name="connsiteX3" fmla="*/ 11775 w 16516"/>
                  <a:gd name="connsiteY3" fmla="*/ 934 h 5186"/>
                  <a:gd name="connsiteX4" fmla="*/ 0 w 16516"/>
                  <a:gd name="connsiteY4" fmla="*/ 0 h 5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16" h="5186">
                    <a:moveTo>
                      <a:pt x="0" y="0"/>
                    </a:moveTo>
                    <a:lnTo>
                      <a:pt x="16516" y="0"/>
                    </a:lnTo>
                    <a:lnTo>
                      <a:pt x="16508" y="5186"/>
                    </a:lnTo>
                    <a:cubicBezTo>
                      <a:pt x="14508" y="3320"/>
                      <a:pt x="13258" y="2084"/>
                      <a:pt x="11775" y="934"/>
                    </a:cubicBezTo>
                    <a:cubicBezTo>
                      <a:pt x="11125" y="334"/>
                      <a:pt x="491" y="1337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子陵职场PPT17-4"/>
              <p:cNvSpPr/>
              <p:nvPr/>
            </p:nvSpPr>
            <p:spPr>
              <a:xfrm rot="10800000">
                <a:off x="22695" y="5726"/>
                <a:ext cx="3016" cy="2633"/>
              </a:xfrm>
              <a:custGeom>
                <a:avLst/>
                <a:gdLst>
                  <a:gd name="connsiteX0" fmla="*/ 27 w 3016"/>
                  <a:gd name="connsiteY0" fmla="*/ 2623 h 2633"/>
                  <a:gd name="connsiteX1" fmla="*/ 0 w 3016"/>
                  <a:gd name="connsiteY1" fmla="*/ 0 h 2633"/>
                  <a:gd name="connsiteX2" fmla="*/ 3016 w 3016"/>
                  <a:gd name="connsiteY2" fmla="*/ 2633 h 2633"/>
                  <a:gd name="connsiteX3" fmla="*/ 27 w 3016"/>
                  <a:gd name="connsiteY3" fmla="*/ 2623 h 2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16" h="2633">
                    <a:moveTo>
                      <a:pt x="27" y="2623"/>
                    </a:moveTo>
                    <a:lnTo>
                      <a:pt x="0" y="0"/>
                    </a:lnTo>
                    <a:lnTo>
                      <a:pt x="3016" y="2633"/>
                    </a:lnTo>
                    <a:lnTo>
                      <a:pt x="27" y="262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80000"/>
                      <a:lumOff val="20000"/>
                      <a:alpha val="100000"/>
                    </a:schemeClr>
                  </a:gs>
                  <a:gs pos="92000">
                    <a:schemeClr val="accent2">
                      <a:alpha val="100000"/>
                    </a:scheme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</p:grpSp>
        <p:sp>
          <p:nvSpPr>
            <p:cNvPr id="14" name="子陵职场PPT17-5"/>
            <p:cNvSpPr/>
            <p:nvPr/>
          </p:nvSpPr>
          <p:spPr>
            <a:xfrm rot="19620000">
              <a:off x="16368" y="-1104"/>
              <a:ext cx="2322" cy="546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22" h="5468">
                  <a:moveTo>
                    <a:pt x="0" y="0"/>
                  </a:moveTo>
                  <a:lnTo>
                    <a:pt x="1002" y="651"/>
                  </a:lnTo>
                  <a:lnTo>
                    <a:pt x="2322" y="5252"/>
                  </a:lnTo>
                  <a:lnTo>
                    <a:pt x="1568" y="54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F7F7F7"/>
                </a:gs>
                <a:gs pos="99000">
                  <a:srgbClr val="F7F7F7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182745" y="5020945"/>
            <a:ext cx="6616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4000" b="1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砥砺前行</a:t>
            </a:r>
            <a:r>
              <a:rPr lang="en-US" altLang="zh-CN" sz="4000" b="1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   </a:t>
            </a:r>
            <a:r>
              <a:rPr lang="zh-CN" altLang="en-US" sz="4000" b="1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协作共赢</a:t>
            </a:r>
            <a:endParaRPr lang="zh-CN" altLang="en-US" sz="4000" b="1">
              <a:solidFill>
                <a:schemeClr val="bg1"/>
              </a:solidFill>
              <a:effectLst/>
              <a:latin typeface="+mj-ea"/>
              <a:ea typeface="+mj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21066"/>
          <a:stretch>
            <a:fillRect/>
          </a:stretch>
        </p:blipFill>
        <p:spPr>
          <a:xfrm>
            <a:off x="10219690" y="0"/>
            <a:ext cx="2023110" cy="748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>
          <a:xfrm>
            <a:off x="842010" y="241935"/>
            <a:ext cx="7874635" cy="589280"/>
          </a:xfrm>
        </p:spPr>
        <p:txBody>
          <a:bodyPr>
            <a:normAutofit/>
          </a:bodyPr>
          <a:lstStyle/>
          <a:p>
            <a:r>
              <a:rPr lang="en-US" altLang="zh-CN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对职能部门工作评价</a:t>
            </a:r>
            <a:r>
              <a:rPr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、</a:t>
            </a:r>
            <a:r>
              <a:rPr lang="en-US" altLang="zh-CN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建议</a:t>
            </a:r>
            <a:endParaRPr lang="en-US" altLang="zh-CN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  <a:sym typeface="+mn-ea"/>
            </a:endParaRPr>
          </a:p>
        </p:txBody>
      </p:sp>
      <p:cxnSp>
        <p:nvCxnSpPr>
          <p:cNvPr id="83" name="子陵职场PPT28"/>
          <p:cNvCxnSpPr/>
          <p:nvPr/>
        </p:nvCxnSpPr>
        <p:spPr>
          <a:xfrm>
            <a:off x="600710" y="1310958"/>
            <a:ext cx="2143760" cy="0"/>
          </a:xfrm>
          <a:prstGeom prst="line">
            <a:avLst/>
          </a:prstGeom>
          <a:ln w="25400">
            <a:gradFill flip="none" rotWithShape="1"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子陵职场PPT29"/>
          <p:cNvCxnSpPr/>
          <p:nvPr/>
        </p:nvCxnSpPr>
        <p:spPr>
          <a:xfrm flipH="1">
            <a:off x="9490710" y="1310958"/>
            <a:ext cx="2143760" cy="0"/>
          </a:xfrm>
          <a:prstGeom prst="line">
            <a:avLst/>
          </a:prstGeom>
          <a:ln w="25400">
            <a:gradFill flip="none" rotWithShape="1"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>
          <a:xfrm>
            <a:off x="842010" y="241935"/>
            <a:ext cx="8298180" cy="589280"/>
          </a:xfrm>
        </p:spPr>
        <p:txBody>
          <a:bodyPr>
            <a:normAutofit/>
          </a:bodyPr>
          <a:lstStyle/>
          <a:p>
            <a:r>
              <a:rPr lang="en-US" altLang="zh-CN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对营销</a:t>
            </a:r>
            <a:r>
              <a:rPr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、</a:t>
            </a:r>
            <a:r>
              <a:rPr lang="en-US" altLang="zh-CN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售前工作评价</a:t>
            </a:r>
            <a:r>
              <a:rPr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、</a:t>
            </a:r>
            <a:r>
              <a:rPr lang="en-US" altLang="zh-CN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建议</a:t>
            </a:r>
            <a:endParaRPr lang="en-US" altLang="zh-CN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  <a:sym typeface="+mn-ea"/>
            </a:endParaRPr>
          </a:p>
        </p:txBody>
      </p:sp>
      <p:cxnSp>
        <p:nvCxnSpPr>
          <p:cNvPr id="83" name="子陵职场PPT28"/>
          <p:cNvCxnSpPr/>
          <p:nvPr/>
        </p:nvCxnSpPr>
        <p:spPr>
          <a:xfrm>
            <a:off x="600710" y="1310958"/>
            <a:ext cx="2143760" cy="0"/>
          </a:xfrm>
          <a:prstGeom prst="line">
            <a:avLst/>
          </a:prstGeom>
          <a:ln w="25400">
            <a:gradFill flip="none" rotWithShape="1"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子陵职场PPT29"/>
          <p:cNvCxnSpPr/>
          <p:nvPr/>
        </p:nvCxnSpPr>
        <p:spPr>
          <a:xfrm flipH="1">
            <a:off x="9490710" y="1310958"/>
            <a:ext cx="2143760" cy="0"/>
          </a:xfrm>
          <a:prstGeom prst="line">
            <a:avLst/>
          </a:prstGeom>
          <a:ln w="25400">
            <a:gradFill flip="none" rotWithShape="1"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>
          <a:xfrm>
            <a:off x="842010" y="83185"/>
            <a:ext cx="8298180" cy="748030"/>
          </a:xfrm>
        </p:spPr>
        <p:txBody>
          <a:bodyPr>
            <a:normAutofit/>
          </a:bodyPr>
          <a:lstStyle/>
          <a:p>
            <a:r>
              <a:rPr lang="en-US" altLang="zh-CN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对</a:t>
            </a:r>
            <a:r>
              <a:rPr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产品、技术、研发、实施</a:t>
            </a:r>
            <a:r>
              <a:rPr lang="en-US" altLang="zh-CN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工作评价</a:t>
            </a:r>
            <a:r>
              <a:rPr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、</a:t>
            </a:r>
            <a:r>
              <a:rPr lang="en-US" altLang="zh-CN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建议</a:t>
            </a:r>
            <a:endParaRPr lang="en-US" altLang="zh-CN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  <a:sym typeface="+mn-ea"/>
            </a:endParaRPr>
          </a:p>
        </p:txBody>
      </p:sp>
      <p:cxnSp>
        <p:nvCxnSpPr>
          <p:cNvPr id="83" name="子陵职场PPT28"/>
          <p:cNvCxnSpPr/>
          <p:nvPr/>
        </p:nvCxnSpPr>
        <p:spPr>
          <a:xfrm>
            <a:off x="600710" y="1310958"/>
            <a:ext cx="2143760" cy="0"/>
          </a:xfrm>
          <a:prstGeom prst="line">
            <a:avLst/>
          </a:prstGeom>
          <a:ln w="25400">
            <a:gradFill flip="none" rotWithShape="1"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子陵职场PPT29"/>
          <p:cNvCxnSpPr/>
          <p:nvPr/>
        </p:nvCxnSpPr>
        <p:spPr>
          <a:xfrm flipH="1">
            <a:off x="9490710" y="1310958"/>
            <a:ext cx="2143760" cy="0"/>
          </a:xfrm>
          <a:prstGeom prst="line">
            <a:avLst/>
          </a:prstGeom>
          <a:ln w="25400">
            <a:gradFill flip="none" rotWithShape="1"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>
          <a:xfrm>
            <a:off x="842010" y="83185"/>
            <a:ext cx="8298180" cy="748030"/>
          </a:xfrm>
        </p:spPr>
        <p:txBody>
          <a:bodyPr>
            <a:normAutofit/>
          </a:bodyPr>
          <a:lstStyle/>
          <a:p>
            <a:r>
              <a:rPr lang="en-US" altLang="zh-CN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对</a:t>
            </a:r>
            <a:r>
              <a:rPr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公司总体的看法和评价</a:t>
            </a:r>
            <a:endParaRPr lang="en-US" altLang="zh-CN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  <a:sym typeface="+mn-ea"/>
            </a:endParaRPr>
          </a:p>
        </p:txBody>
      </p:sp>
      <p:cxnSp>
        <p:nvCxnSpPr>
          <p:cNvPr id="83" name="子陵职场PPT28"/>
          <p:cNvCxnSpPr/>
          <p:nvPr/>
        </p:nvCxnSpPr>
        <p:spPr>
          <a:xfrm>
            <a:off x="600710" y="1310958"/>
            <a:ext cx="2143760" cy="0"/>
          </a:xfrm>
          <a:prstGeom prst="line">
            <a:avLst/>
          </a:prstGeom>
          <a:ln w="25400">
            <a:gradFill flip="none" rotWithShape="1"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子陵职场PPT29"/>
          <p:cNvCxnSpPr/>
          <p:nvPr/>
        </p:nvCxnSpPr>
        <p:spPr>
          <a:xfrm flipH="1">
            <a:off x="9490710" y="1310958"/>
            <a:ext cx="2143760" cy="0"/>
          </a:xfrm>
          <a:prstGeom prst="line">
            <a:avLst/>
          </a:prstGeom>
          <a:ln w="25400">
            <a:gradFill flip="none" rotWithShape="1"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>
          <a:xfrm>
            <a:off x="842010" y="241935"/>
            <a:ext cx="5397500" cy="589280"/>
          </a:xfrm>
        </p:spPr>
        <p:txBody>
          <a:bodyPr>
            <a:normAutofit/>
          </a:bodyPr>
          <a:lstStyle/>
          <a:p>
            <a:r>
              <a:t>降本增效的措施</a:t>
            </a:r>
          </a:p>
        </p:txBody>
      </p:sp>
      <p:sp>
        <p:nvSpPr>
          <p:cNvPr id="52" name="子陵职场PPT2"/>
          <p:cNvSpPr/>
          <p:nvPr>
            <p:custDataLst>
              <p:tags r:id="rId1"/>
            </p:custDataLst>
          </p:nvPr>
        </p:nvSpPr>
        <p:spPr>
          <a:xfrm>
            <a:off x="9660793" y="3726175"/>
            <a:ext cx="1953271" cy="1274458"/>
          </a:xfrm>
          <a:custGeom>
            <a:avLst/>
            <a:gdLst>
              <a:gd name="connsiteX0" fmla="*/ 1953272 w 1953271"/>
              <a:gd name="connsiteY0" fmla="*/ 1195789 h 1274458"/>
              <a:gd name="connsiteX1" fmla="*/ 1953272 w 1953271"/>
              <a:gd name="connsiteY1" fmla="*/ 1274459 h 1274458"/>
              <a:gd name="connsiteX2" fmla="*/ 4174 w 1953271"/>
              <a:gd name="connsiteY2" fmla="*/ 86698 h 1274458"/>
              <a:gd name="connsiteX3" fmla="*/ 0 w 1953271"/>
              <a:gd name="connsiteY3" fmla="*/ 0 h 1274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3271" h="1274458">
                <a:moveTo>
                  <a:pt x="1953272" y="1195789"/>
                </a:moveTo>
                <a:lnTo>
                  <a:pt x="1953272" y="1274459"/>
                </a:lnTo>
                <a:lnTo>
                  <a:pt x="4174" y="8669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10800000" scaled="1"/>
          </a:gradFill>
          <a:ln w="3209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53" name="子陵职场PPT3"/>
          <p:cNvSpPr/>
          <p:nvPr>
            <p:custDataLst>
              <p:tags r:id="rId2"/>
            </p:custDataLst>
          </p:nvPr>
        </p:nvSpPr>
        <p:spPr>
          <a:xfrm>
            <a:off x="7963120" y="3719753"/>
            <a:ext cx="3547549" cy="2426577"/>
          </a:xfrm>
          <a:custGeom>
            <a:avLst/>
            <a:gdLst>
              <a:gd name="connsiteX0" fmla="*/ 650556 w 3547549"/>
              <a:gd name="connsiteY0" fmla="*/ 2426578 h 2426577"/>
              <a:gd name="connsiteX1" fmla="*/ 0 w 3547549"/>
              <a:gd name="connsiteY1" fmla="*/ 1995657 h 2426577"/>
              <a:gd name="connsiteX2" fmla="*/ 2896672 w 3547549"/>
              <a:gd name="connsiteY2" fmla="*/ 0 h 2426577"/>
              <a:gd name="connsiteX3" fmla="*/ 3547549 w 3547549"/>
              <a:gd name="connsiteY3" fmla="*/ 431242 h 242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7549" h="2426577">
                <a:moveTo>
                  <a:pt x="650556" y="2426578"/>
                </a:moveTo>
                <a:lnTo>
                  <a:pt x="0" y="1995657"/>
                </a:lnTo>
                <a:lnTo>
                  <a:pt x="2896672" y="0"/>
                </a:lnTo>
                <a:lnTo>
                  <a:pt x="3547549" y="431242"/>
                </a:lnTo>
                <a:close/>
              </a:path>
            </a:pathLst>
          </a:custGeom>
          <a:gradFill flip="none" rotWithShape="1">
            <a:gsLst>
              <a:gs pos="18000">
                <a:schemeClr val="accent1">
                  <a:lumMod val="60000"/>
                  <a:lumOff val="40000"/>
                </a:schemeClr>
              </a:gs>
              <a:gs pos="79000">
                <a:schemeClr val="accent1"/>
              </a:gs>
            </a:gsLst>
            <a:lin ang="8100000" scaled="1"/>
            <a:tileRect/>
          </a:gradFill>
          <a:ln w="32097" cap="flat">
            <a:noFill/>
            <a:prstDash val="solid"/>
            <a:miter/>
          </a:ln>
          <a:effectLst>
            <a:outerShdw blurRad="635000" dist="889000" dir="2700000" sx="90000" sy="90000" algn="tl" rotWithShape="0">
              <a:schemeClr val="accent1">
                <a:lumMod val="75000"/>
                <a:alpha val="50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54" name="子陵职场PPT4"/>
          <p:cNvSpPr/>
          <p:nvPr>
            <p:custDataLst>
              <p:tags r:id="rId3"/>
            </p:custDataLst>
          </p:nvPr>
        </p:nvSpPr>
        <p:spPr>
          <a:xfrm>
            <a:off x="7380318" y="4096728"/>
            <a:ext cx="1186476" cy="2161988"/>
          </a:xfrm>
          <a:custGeom>
            <a:avLst/>
            <a:gdLst>
              <a:gd name="connsiteX0" fmla="*/ 1186477 w 1186476"/>
              <a:gd name="connsiteY0" fmla="*/ 2161988 h 2161988"/>
              <a:gd name="connsiteX1" fmla="*/ 535600 w 1186476"/>
              <a:gd name="connsiteY1" fmla="*/ 1731068 h 2161988"/>
              <a:gd name="connsiteX2" fmla="*/ 0 w 1186476"/>
              <a:gd name="connsiteY2" fmla="*/ 0 h 2161988"/>
              <a:gd name="connsiteX3" fmla="*/ 650876 w 1186476"/>
              <a:gd name="connsiteY3" fmla="*/ 430921 h 2161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6476" h="2161988">
                <a:moveTo>
                  <a:pt x="1186477" y="2161988"/>
                </a:moveTo>
                <a:lnTo>
                  <a:pt x="535600" y="1731068"/>
                </a:lnTo>
                <a:lnTo>
                  <a:pt x="0" y="0"/>
                </a:lnTo>
                <a:lnTo>
                  <a:pt x="650876" y="430921"/>
                </a:lnTo>
                <a:close/>
              </a:path>
            </a:pathLst>
          </a:custGeom>
          <a:gradFill flip="none" rotWithShape="1">
            <a:gsLst>
              <a:gs pos="35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55" name="子陵职场PPT5"/>
          <p:cNvSpPr/>
          <p:nvPr>
            <p:custDataLst>
              <p:tags r:id="rId4"/>
            </p:custDataLst>
          </p:nvPr>
        </p:nvSpPr>
        <p:spPr>
          <a:xfrm>
            <a:off x="3534143" y="3984342"/>
            <a:ext cx="4543932" cy="3113096"/>
          </a:xfrm>
          <a:custGeom>
            <a:avLst/>
            <a:gdLst>
              <a:gd name="connsiteX0" fmla="*/ 650555 w 4543932"/>
              <a:gd name="connsiteY0" fmla="*/ 3113096 h 3113096"/>
              <a:gd name="connsiteX1" fmla="*/ 0 w 4543932"/>
              <a:gd name="connsiteY1" fmla="*/ 2682176 h 3113096"/>
              <a:gd name="connsiteX2" fmla="*/ 3893377 w 4543932"/>
              <a:gd name="connsiteY2" fmla="*/ 0 h 3113096"/>
              <a:gd name="connsiteX3" fmla="*/ 4543933 w 4543932"/>
              <a:gd name="connsiteY3" fmla="*/ 430921 h 311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43932" h="3113096">
                <a:moveTo>
                  <a:pt x="650555" y="3113096"/>
                </a:moveTo>
                <a:lnTo>
                  <a:pt x="0" y="2682176"/>
                </a:lnTo>
                <a:lnTo>
                  <a:pt x="3893377" y="0"/>
                </a:lnTo>
                <a:lnTo>
                  <a:pt x="4543933" y="430921"/>
                </a:lnTo>
                <a:close/>
              </a:path>
            </a:pathLst>
          </a:custGeom>
          <a:gradFill flip="none" rotWithShape="1">
            <a:gsLst>
              <a:gs pos="18000">
                <a:schemeClr val="accent1">
                  <a:lumMod val="40000"/>
                  <a:lumOff val="60000"/>
                </a:schemeClr>
              </a:gs>
              <a:gs pos="79000">
                <a:schemeClr val="accent1"/>
              </a:gs>
            </a:gsLst>
            <a:lin ang="8100000" scaled="1"/>
            <a:tileRect/>
          </a:gradFill>
          <a:ln w="32097" cap="flat">
            <a:noFill/>
            <a:prstDash val="solid"/>
            <a:miter/>
          </a:ln>
          <a:effectLst>
            <a:outerShdw blurRad="635000" dist="889000" dir="2700000" sx="90000" sy="90000" algn="tl" rotWithShape="0">
              <a:schemeClr val="accent1">
                <a:lumMod val="75000"/>
                <a:alpha val="50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56" name="子陵职场PPT6"/>
          <p:cNvSpPr/>
          <p:nvPr>
            <p:custDataLst>
              <p:tags r:id="rId5"/>
            </p:custDataLst>
          </p:nvPr>
        </p:nvSpPr>
        <p:spPr>
          <a:xfrm>
            <a:off x="2987625" y="5165360"/>
            <a:ext cx="1150192" cy="2044464"/>
          </a:xfrm>
          <a:custGeom>
            <a:avLst/>
            <a:gdLst>
              <a:gd name="connsiteX0" fmla="*/ 1150192 w 1150192"/>
              <a:gd name="connsiteY0" fmla="*/ 2044464 h 2044464"/>
              <a:gd name="connsiteX1" fmla="*/ 499316 w 1150192"/>
              <a:gd name="connsiteY1" fmla="*/ 1613223 h 2044464"/>
              <a:gd name="connsiteX2" fmla="*/ 0 w 1150192"/>
              <a:gd name="connsiteY2" fmla="*/ 0 h 2044464"/>
              <a:gd name="connsiteX3" fmla="*/ 650876 w 1150192"/>
              <a:gd name="connsiteY3" fmla="*/ 430921 h 2044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0192" h="2044464">
                <a:moveTo>
                  <a:pt x="1150192" y="2044464"/>
                </a:moveTo>
                <a:lnTo>
                  <a:pt x="499316" y="1613223"/>
                </a:lnTo>
                <a:lnTo>
                  <a:pt x="0" y="0"/>
                </a:lnTo>
                <a:lnTo>
                  <a:pt x="650876" y="430921"/>
                </a:lnTo>
                <a:close/>
              </a:path>
            </a:pathLst>
          </a:custGeom>
          <a:gradFill flip="none" rotWithShape="1">
            <a:gsLst>
              <a:gs pos="35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>
            <a:outerShdw blurRad="635000" dist="635000" dir="2700000" sx="90000" sy="9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57" name="子陵职场PPT7"/>
          <p:cNvSpPr/>
          <p:nvPr>
            <p:custDataLst>
              <p:tags r:id="rId6"/>
            </p:custDataLst>
          </p:nvPr>
        </p:nvSpPr>
        <p:spPr>
          <a:xfrm>
            <a:off x="414655" y="5053295"/>
            <a:ext cx="3270885" cy="1810385"/>
          </a:xfrm>
          <a:custGeom>
            <a:avLst/>
            <a:gdLst>
              <a:gd name="connsiteX0" fmla="*/ 2100 w 5151"/>
              <a:gd name="connsiteY0" fmla="*/ 2851 h 2851"/>
              <a:gd name="connsiteX1" fmla="*/ 0 w 5151"/>
              <a:gd name="connsiteY1" fmla="*/ 2831 h 2851"/>
              <a:gd name="connsiteX2" fmla="*/ 4126 w 5151"/>
              <a:gd name="connsiteY2" fmla="*/ 0 h 2851"/>
              <a:gd name="connsiteX3" fmla="*/ 5151 w 5151"/>
              <a:gd name="connsiteY3" fmla="*/ 679 h 2851"/>
              <a:gd name="connsiteX4" fmla="*/ 2100 w 5151"/>
              <a:gd name="connsiteY4" fmla="*/ 2851 h 2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1" h="2851">
                <a:moveTo>
                  <a:pt x="2100" y="2851"/>
                </a:moveTo>
                <a:lnTo>
                  <a:pt x="0" y="2831"/>
                </a:lnTo>
                <a:lnTo>
                  <a:pt x="4126" y="0"/>
                </a:lnTo>
                <a:lnTo>
                  <a:pt x="5151" y="679"/>
                </a:lnTo>
                <a:lnTo>
                  <a:pt x="2100" y="2851"/>
                </a:lnTo>
                <a:close/>
              </a:path>
            </a:pathLst>
          </a:custGeom>
          <a:gradFill flip="none" rotWithShape="1">
            <a:gsLst>
              <a:gs pos="23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alpha val="0"/>
                </a:schemeClr>
              </a:gs>
            </a:gsLst>
            <a:lin ang="8100000" scaled="1"/>
            <a:tileRect/>
          </a:gradFill>
          <a:ln w="32097" cap="flat">
            <a:noFill/>
            <a:prstDash val="solid"/>
            <a:miter/>
          </a:ln>
          <a:effectLst>
            <a:outerShdw blurRad="635000" dist="889000" dir="2700000" sx="90000" sy="90000" algn="tl" rotWithShape="0">
              <a:schemeClr val="accent1">
                <a:lumMod val="75000"/>
                <a:alpha val="50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58" name="子陵职场PPT8"/>
          <p:cNvSpPr/>
          <p:nvPr>
            <p:custDataLst>
              <p:tags r:id="rId7"/>
            </p:custDataLst>
          </p:nvPr>
        </p:nvSpPr>
        <p:spPr>
          <a:xfrm>
            <a:off x="1654177" y="4150995"/>
            <a:ext cx="9876790" cy="3058795"/>
          </a:xfrm>
          <a:custGeom>
            <a:avLst/>
            <a:gdLst>
              <a:gd name="connsiteX0" fmla="*/ 15522 w 15554"/>
              <a:gd name="connsiteY0" fmla="*/ 0 h 4817"/>
              <a:gd name="connsiteX1" fmla="*/ 15554 w 15554"/>
              <a:gd name="connsiteY1" fmla="*/ 103 h 4817"/>
              <a:gd name="connsiteX2" fmla="*/ 10886 w 15554"/>
              <a:gd name="connsiteY2" fmla="*/ 3319 h 4817"/>
              <a:gd name="connsiteX3" fmla="*/ 10043 w 15554"/>
              <a:gd name="connsiteY3" fmla="*/ 593 h 4817"/>
              <a:gd name="connsiteX4" fmla="*/ 3911 w 15554"/>
              <a:gd name="connsiteY4" fmla="*/ 4817 h 4817"/>
              <a:gd name="connsiteX5" fmla="*/ 3125 w 15554"/>
              <a:gd name="connsiteY5" fmla="*/ 2276 h 4817"/>
              <a:gd name="connsiteX6" fmla="*/ 0 w 15554"/>
              <a:gd name="connsiteY6" fmla="*/ 4372 h 4817"/>
              <a:gd name="connsiteX7" fmla="*/ 2287 w 15554"/>
              <a:gd name="connsiteY7" fmla="*/ 2672 h 4817"/>
              <a:gd name="connsiteX8" fmla="*/ 3199 w 15554"/>
              <a:gd name="connsiteY8" fmla="*/ 2100 h 4817"/>
              <a:gd name="connsiteX9" fmla="*/ 3985 w 15554"/>
              <a:gd name="connsiteY9" fmla="*/ 4640 h 4817"/>
              <a:gd name="connsiteX10" fmla="*/ 10116 w 15554"/>
              <a:gd name="connsiteY10" fmla="*/ 416 h 4817"/>
              <a:gd name="connsiteX11" fmla="*/ 10960 w 15554"/>
              <a:gd name="connsiteY11" fmla="*/ 3142 h 4817"/>
              <a:gd name="connsiteX12" fmla="*/ 15522 w 15554"/>
              <a:gd name="connsiteY12" fmla="*/ 0 h 4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554" h="4817">
                <a:moveTo>
                  <a:pt x="15522" y="0"/>
                </a:moveTo>
                <a:lnTo>
                  <a:pt x="15554" y="103"/>
                </a:lnTo>
                <a:lnTo>
                  <a:pt x="10886" y="3319"/>
                </a:lnTo>
                <a:lnTo>
                  <a:pt x="10043" y="593"/>
                </a:lnTo>
                <a:lnTo>
                  <a:pt x="3911" y="4817"/>
                </a:lnTo>
                <a:lnTo>
                  <a:pt x="3125" y="2276"/>
                </a:lnTo>
                <a:lnTo>
                  <a:pt x="0" y="4372"/>
                </a:lnTo>
                <a:lnTo>
                  <a:pt x="2287" y="2672"/>
                </a:lnTo>
                <a:lnTo>
                  <a:pt x="3199" y="2100"/>
                </a:lnTo>
                <a:lnTo>
                  <a:pt x="3985" y="4640"/>
                </a:lnTo>
                <a:lnTo>
                  <a:pt x="10116" y="416"/>
                </a:lnTo>
                <a:lnTo>
                  <a:pt x="10960" y="3142"/>
                </a:lnTo>
                <a:lnTo>
                  <a:pt x="15522" y="0"/>
                </a:lnTo>
                <a:close/>
              </a:path>
            </a:pathLst>
          </a:custGeom>
          <a:gradFill>
            <a:gsLst>
              <a:gs pos="2000">
                <a:schemeClr val="accent1"/>
              </a:gs>
              <a:gs pos="100000">
                <a:schemeClr val="bg1"/>
              </a:gs>
              <a:gs pos="57000">
                <a:schemeClr val="accent1"/>
              </a:gs>
            </a:gsLst>
            <a:lin ang="10800000" scaled="1"/>
          </a:gradFill>
          <a:ln w="3209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59" name="子陵职场PPT9"/>
          <p:cNvSpPr/>
          <p:nvPr>
            <p:custDataLst>
              <p:tags r:id="rId8"/>
            </p:custDataLst>
          </p:nvPr>
        </p:nvSpPr>
        <p:spPr>
          <a:xfrm>
            <a:off x="11614064" y="3407320"/>
            <a:ext cx="318855" cy="1593314"/>
          </a:xfrm>
          <a:custGeom>
            <a:avLst/>
            <a:gdLst>
              <a:gd name="connsiteX0" fmla="*/ 318855 w 318855"/>
              <a:gd name="connsiteY0" fmla="*/ 0 h 1593314"/>
              <a:gd name="connsiteX1" fmla="*/ 312433 w 318855"/>
              <a:gd name="connsiteY1" fmla="*/ 96331 h 1593314"/>
              <a:gd name="connsiteX2" fmla="*/ 0 w 318855"/>
              <a:gd name="connsiteY2" fmla="*/ 1593314 h 1593314"/>
              <a:gd name="connsiteX3" fmla="*/ 0 w 318855"/>
              <a:gd name="connsiteY3" fmla="*/ 1514644 h 1593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8855" h="1593314">
                <a:moveTo>
                  <a:pt x="318855" y="0"/>
                </a:moveTo>
                <a:lnTo>
                  <a:pt x="312433" y="96331"/>
                </a:lnTo>
                <a:lnTo>
                  <a:pt x="0" y="1593314"/>
                </a:lnTo>
                <a:lnTo>
                  <a:pt x="0" y="1514644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10800000" scaled="1"/>
          </a:gradFill>
          <a:ln w="3209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60" name="子陵职场PPT10"/>
          <p:cNvSpPr/>
          <p:nvPr>
            <p:custDataLst>
              <p:tags r:id="rId9"/>
            </p:custDataLst>
          </p:nvPr>
        </p:nvSpPr>
        <p:spPr>
          <a:xfrm>
            <a:off x="9660793" y="3407320"/>
            <a:ext cx="2272126" cy="1514643"/>
          </a:xfrm>
          <a:custGeom>
            <a:avLst/>
            <a:gdLst>
              <a:gd name="connsiteX0" fmla="*/ 0 w 2272126"/>
              <a:gd name="connsiteY0" fmla="*/ 318856 h 1514643"/>
              <a:gd name="connsiteX1" fmla="*/ 1953272 w 2272126"/>
              <a:gd name="connsiteY1" fmla="*/ 1514644 h 1514643"/>
              <a:gd name="connsiteX2" fmla="*/ 2272127 w 2272126"/>
              <a:gd name="connsiteY2" fmla="*/ 0 h 1514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72126" h="1514643">
                <a:moveTo>
                  <a:pt x="0" y="318856"/>
                </a:moveTo>
                <a:lnTo>
                  <a:pt x="1953272" y="1514644"/>
                </a:lnTo>
                <a:lnTo>
                  <a:pt x="2272127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79000">
                <a:schemeClr val="accent1"/>
              </a:gs>
            </a:gsLst>
            <a:lin ang="8100000" scaled="1"/>
            <a:tileRect/>
          </a:gradFill>
          <a:ln w="32097" cap="flat">
            <a:noFill/>
            <a:prstDash val="solid"/>
            <a:miter/>
          </a:ln>
          <a:effectLst>
            <a:outerShdw blurRad="635000" dist="889000" dir="2700000" sx="90000" sy="90000" algn="tl" rotWithShape="0">
              <a:schemeClr val="accent1">
                <a:lumMod val="50000"/>
                <a:alpha val="50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cxnSp>
        <p:nvCxnSpPr>
          <p:cNvPr id="5" name="子陵职场PPT11"/>
          <p:cNvCxnSpPr/>
          <p:nvPr>
            <p:custDataLst>
              <p:tags r:id="rId10"/>
            </p:custDataLst>
          </p:nvPr>
        </p:nvCxnSpPr>
        <p:spPr>
          <a:xfrm flipV="1">
            <a:off x="981075" y="3187065"/>
            <a:ext cx="0" cy="2884805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5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子陵职场PPT12"/>
          <p:cNvSpPr/>
          <p:nvPr>
            <p:custDataLst>
              <p:tags r:id="rId11"/>
            </p:custDataLst>
          </p:nvPr>
        </p:nvSpPr>
        <p:spPr>
          <a:xfrm>
            <a:off x="666115" y="2870835"/>
            <a:ext cx="622935" cy="62293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lumOff val="25000"/>
                </a:schemeClr>
              </a:gs>
              <a:gs pos="99000">
                <a:schemeClr val="accent1"/>
              </a:gs>
            </a:gsLst>
            <a:lin ang="0" scaled="1"/>
            <a:tileRect/>
          </a:gradFill>
          <a:ln w="123825">
            <a:solidFill>
              <a:schemeClr val="accent1">
                <a:alpha val="10000"/>
              </a:schemeClr>
            </a:solidFill>
          </a:ln>
          <a:effectLst>
            <a:outerShdw blurRad="330200" dist="88900" dir="5400000" algn="t" rotWithShape="0">
              <a:schemeClr val="accent1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dirty="0">
              <a:solidFill>
                <a:srgbClr val="FFFFFF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7" name="子陵职场PPT13"/>
          <p:cNvSpPr/>
          <p:nvPr>
            <p:custDataLst>
              <p:tags r:id="rId12"/>
            </p:custDataLst>
          </p:nvPr>
        </p:nvSpPr>
        <p:spPr>
          <a:xfrm>
            <a:off x="933887" y="3187487"/>
            <a:ext cx="83520" cy="132898"/>
          </a:xfrm>
          <a:custGeom>
            <a:avLst/>
            <a:gdLst>
              <a:gd name="connsiteX0" fmla="*/ 41772 w 83544"/>
              <a:gd name="connsiteY0" fmla="*/ 0 h 132794"/>
              <a:gd name="connsiteX1" fmla="*/ 0 w 83544"/>
              <a:gd name="connsiteY1" fmla="*/ 28960 h 132794"/>
              <a:gd name="connsiteX2" fmla="*/ 0 w 83544"/>
              <a:gd name="connsiteY2" fmla="*/ 132795 h 132794"/>
              <a:gd name="connsiteX3" fmla="*/ 41772 w 83544"/>
              <a:gd name="connsiteY3" fmla="*/ 132795 h 132794"/>
              <a:gd name="connsiteX4" fmla="*/ 83544 w 83544"/>
              <a:gd name="connsiteY4" fmla="*/ 132795 h 132794"/>
              <a:gd name="connsiteX5" fmla="*/ 83544 w 83544"/>
              <a:gd name="connsiteY5" fmla="*/ 28960 h 132794"/>
              <a:gd name="connsiteX6" fmla="*/ 41772 w 83544"/>
              <a:gd name="connsiteY6" fmla="*/ 0 h 1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544" h="132794">
                <a:moveTo>
                  <a:pt x="41772" y="0"/>
                </a:moveTo>
                <a:cubicBezTo>
                  <a:pt x="0" y="0"/>
                  <a:pt x="0" y="21810"/>
                  <a:pt x="0" y="28960"/>
                </a:cubicBezTo>
                <a:lnTo>
                  <a:pt x="0" y="132795"/>
                </a:lnTo>
                <a:lnTo>
                  <a:pt x="41772" y="132795"/>
                </a:lnTo>
                <a:lnTo>
                  <a:pt x="83544" y="132795"/>
                </a:lnTo>
                <a:lnTo>
                  <a:pt x="83544" y="28960"/>
                </a:lnTo>
                <a:cubicBezTo>
                  <a:pt x="83544" y="21810"/>
                  <a:pt x="83544" y="0"/>
                  <a:pt x="41772" y="0"/>
                </a:cubicBezTo>
                <a:close/>
              </a:path>
            </a:pathLst>
          </a:custGeom>
          <a:solidFill>
            <a:schemeClr val="bg1"/>
          </a:solidFill>
          <a:ln w="306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8" name="子陵职场PPT14"/>
          <p:cNvSpPr/>
          <p:nvPr>
            <p:custDataLst>
              <p:tags r:id="rId13"/>
            </p:custDataLst>
          </p:nvPr>
        </p:nvSpPr>
        <p:spPr>
          <a:xfrm>
            <a:off x="789305" y="3009265"/>
            <a:ext cx="372745" cy="311150"/>
          </a:xfrm>
          <a:custGeom>
            <a:avLst/>
            <a:gdLst>
              <a:gd name="connsiteX0" fmla="*/ 186426 w 372851"/>
              <a:gd name="connsiteY0" fmla="*/ 0 h 310906"/>
              <a:gd name="connsiteX1" fmla="*/ 0 w 372851"/>
              <a:gd name="connsiteY1" fmla="*/ 160831 h 310906"/>
              <a:gd name="connsiteX2" fmla="*/ 70792 w 372851"/>
              <a:gd name="connsiteY2" fmla="*/ 160831 h 310906"/>
              <a:gd name="connsiteX3" fmla="*/ 70792 w 372851"/>
              <a:gd name="connsiteY3" fmla="*/ 310907 h 310906"/>
              <a:gd name="connsiteX4" fmla="*/ 129309 w 372851"/>
              <a:gd name="connsiteY4" fmla="*/ 310907 h 310906"/>
              <a:gd name="connsiteX5" fmla="*/ 129309 w 372851"/>
              <a:gd name="connsiteY5" fmla="*/ 310907 h 310906"/>
              <a:gd name="connsiteX6" fmla="*/ 129309 w 372851"/>
              <a:gd name="connsiteY6" fmla="*/ 207043 h 310906"/>
              <a:gd name="connsiteX7" fmla="*/ 186426 w 372851"/>
              <a:gd name="connsiteY7" fmla="*/ 162738 h 310906"/>
              <a:gd name="connsiteX8" fmla="*/ 243542 w 372851"/>
              <a:gd name="connsiteY8" fmla="*/ 207043 h 310906"/>
              <a:gd name="connsiteX9" fmla="*/ 243542 w 372851"/>
              <a:gd name="connsiteY9" fmla="*/ 310877 h 310906"/>
              <a:gd name="connsiteX10" fmla="*/ 243542 w 372851"/>
              <a:gd name="connsiteY10" fmla="*/ 310877 h 310906"/>
              <a:gd name="connsiteX11" fmla="*/ 302059 w 372851"/>
              <a:gd name="connsiteY11" fmla="*/ 310877 h 310906"/>
              <a:gd name="connsiteX12" fmla="*/ 302059 w 372851"/>
              <a:gd name="connsiteY12" fmla="*/ 160831 h 310906"/>
              <a:gd name="connsiteX13" fmla="*/ 372851 w 372851"/>
              <a:gd name="connsiteY13" fmla="*/ 160831 h 310906"/>
              <a:gd name="connsiteX14" fmla="*/ 186426 w 372851"/>
              <a:gd name="connsiteY14" fmla="*/ 0 h 310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2851" h="310906">
                <a:moveTo>
                  <a:pt x="186426" y="0"/>
                </a:moveTo>
                <a:lnTo>
                  <a:pt x="0" y="160831"/>
                </a:lnTo>
                <a:lnTo>
                  <a:pt x="70792" y="160831"/>
                </a:lnTo>
                <a:lnTo>
                  <a:pt x="70792" y="310907"/>
                </a:lnTo>
                <a:lnTo>
                  <a:pt x="129309" y="310907"/>
                </a:lnTo>
                <a:lnTo>
                  <a:pt x="129309" y="310907"/>
                </a:lnTo>
                <a:lnTo>
                  <a:pt x="129309" y="207043"/>
                </a:lnTo>
                <a:cubicBezTo>
                  <a:pt x="129309" y="178887"/>
                  <a:pt x="150136" y="162738"/>
                  <a:pt x="186426" y="162738"/>
                </a:cubicBezTo>
                <a:cubicBezTo>
                  <a:pt x="222716" y="162738"/>
                  <a:pt x="243542" y="178887"/>
                  <a:pt x="243542" y="207043"/>
                </a:cubicBezTo>
                <a:lnTo>
                  <a:pt x="243542" y="310877"/>
                </a:lnTo>
                <a:lnTo>
                  <a:pt x="243542" y="310877"/>
                </a:lnTo>
                <a:lnTo>
                  <a:pt x="302059" y="310877"/>
                </a:lnTo>
                <a:lnTo>
                  <a:pt x="302059" y="160831"/>
                </a:lnTo>
                <a:lnTo>
                  <a:pt x="372851" y="160831"/>
                </a:lnTo>
                <a:lnTo>
                  <a:pt x="186426" y="0"/>
                </a:lnTo>
                <a:close/>
              </a:path>
            </a:pathLst>
          </a:custGeom>
          <a:solidFill>
            <a:schemeClr val="bg1"/>
          </a:solidFill>
          <a:ln w="306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cxnSp>
        <p:nvCxnSpPr>
          <p:cNvPr id="4" name="子陵职场PPT17"/>
          <p:cNvCxnSpPr/>
          <p:nvPr>
            <p:custDataLst>
              <p:tags r:id="rId14"/>
            </p:custDataLst>
          </p:nvPr>
        </p:nvCxnSpPr>
        <p:spPr>
          <a:xfrm flipV="1">
            <a:off x="4736465" y="2131695"/>
            <a:ext cx="0" cy="2884805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5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子陵职场PPT18"/>
          <p:cNvSpPr/>
          <p:nvPr>
            <p:custDataLst>
              <p:tags r:id="rId15"/>
            </p:custDataLst>
          </p:nvPr>
        </p:nvSpPr>
        <p:spPr>
          <a:xfrm>
            <a:off x="4421505" y="1815465"/>
            <a:ext cx="622935" cy="62293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lumOff val="25000"/>
                </a:schemeClr>
              </a:gs>
              <a:gs pos="99000">
                <a:schemeClr val="accent1"/>
              </a:gs>
            </a:gsLst>
            <a:lin ang="0" scaled="1"/>
            <a:tileRect/>
          </a:gradFill>
          <a:ln w="123825">
            <a:solidFill>
              <a:schemeClr val="accent1">
                <a:alpha val="10000"/>
              </a:schemeClr>
            </a:solidFill>
          </a:ln>
          <a:effectLst>
            <a:outerShdw blurRad="330200" dist="88900" dir="5400000" algn="t" rotWithShape="0">
              <a:schemeClr val="accent1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dirty="0">
              <a:solidFill>
                <a:srgbClr val="FFFFFF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1" name="子陵职场PPT19"/>
          <p:cNvSpPr/>
          <p:nvPr>
            <p:custDataLst>
              <p:tags r:id="rId16"/>
            </p:custDataLst>
          </p:nvPr>
        </p:nvSpPr>
        <p:spPr>
          <a:xfrm>
            <a:off x="4689277" y="2132117"/>
            <a:ext cx="83520" cy="132898"/>
          </a:xfrm>
          <a:custGeom>
            <a:avLst/>
            <a:gdLst>
              <a:gd name="connsiteX0" fmla="*/ 41772 w 83544"/>
              <a:gd name="connsiteY0" fmla="*/ 0 h 132794"/>
              <a:gd name="connsiteX1" fmla="*/ 0 w 83544"/>
              <a:gd name="connsiteY1" fmla="*/ 28960 h 132794"/>
              <a:gd name="connsiteX2" fmla="*/ 0 w 83544"/>
              <a:gd name="connsiteY2" fmla="*/ 132795 h 132794"/>
              <a:gd name="connsiteX3" fmla="*/ 41772 w 83544"/>
              <a:gd name="connsiteY3" fmla="*/ 132795 h 132794"/>
              <a:gd name="connsiteX4" fmla="*/ 83544 w 83544"/>
              <a:gd name="connsiteY4" fmla="*/ 132795 h 132794"/>
              <a:gd name="connsiteX5" fmla="*/ 83544 w 83544"/>
              <a:gd name="connsiteY5" fmla="*/ 28960 h 132794"/>
              <a:gd name="connsiteX6" fmla="*/ 41772 w 83544"/>
              <a:gd name="connsiteY6" fmla="*/ 0 h 1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544" h="132794">
                <a:moveTo>
                  <a:pt x="41772" y="0"/>
                </a:moveTo>
                <a:cubicBezTo>
                  <a:pt x="0" y="0"/>
                  <a:pt x="0" y="21810"/>
                  <a:pt x="0" y="28960"/>
                </a:cubicBezTo>
                <a:lnTo>
                  <a:pt x="0" y="132795"/>
                </a:lnTo>
                <a:lnTo>
                  <a:pt x="41772" y="132795"/>
                </a:lnTo>
                <a:lnTo>
                  <a:pt x="83544" y="132795"/>
                </a:lnTo>
                <a:lnTo>
                  <a:pt x="83544" y="28960"/>
                </a:lnTo>
                <a:cubicBezTo>
                  <a:pt x="83544" y="21810"/>
                  <a:pt x="83544" y="0"/>
                  <a:pt x="41772" y="0"/>
                </a:cubicBezTo>
                <a:close/>
              </a:path>
            </a:pathLst>
          </a:custGeom>
          <a:solidFill>
            <a:schemeClr val="bg1"/>
          </a:solidFill>
          <a:ln w="306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2" name="子陵职场PPT20"/>
          <p:cNvSpPr/>
          <p:nvPr>
            <p:custDataLst>
              <p:tags r:id="rId17"/>
            </p:custDataLst>
          </p:nvPr>
        </p:nvSpPr>
        <p:spPr>
          <a:xfrm>
            <a:off x="4544695" y="1953895"/>
            <a:ext cx="372745" cy="311150"/>
          </a:xfrm>
          <a:custGeom>
            <a:avLst/>
            <a:gdLst>
              <a:gd name="connsiteX0" fmla="*/ 186426 w 372851"/>
              <a:gd name="connsiteY0" fmla="*/ 0 h 310906"/>
              <a:gd name="connsiteX1" fmla="*/ 0 w 372851"/>
              <a:gd name="connsiteY1" fmla="*/ 160831 h 310906"/>
              <a:gd name="connsiteX2" fmla="*/ 70792 w 372851"/>
              <a:gd name="connsiteY2" fmla="*/ 160831 h 310906"/>
              <a:gd name="connsiteX3" fmla="*/ 70792 w 372851"/>
              <a:gd name="connsiteY3" fmla="*/ 310907 h 310906"/>
              <a:gd name="connsiteX4" fmla="*/ 129309 w 372851"/>
              <a:gd name="connsiteY4" fmla="*/ 310907 h 310906"/>
              <a:gd name="connsiteX5" fmla="*/ 129309 w 372851"/>
              <a:gd name="connsiteY5" fmla="*/ 310907 h 310906"/>
              <a:gd name="connsiteX6" fmla="*/ 129309 w 372851"/>
              <a:gd name="connsiteY6" fmla="*/ 207043 h 310906"/>
              <a:gd name="connsiteX7" fmla="*/ 186426 w 372851"/>
              <a:gd name="connsiteY7" fmla="*/ 162738 h 310906"/>
              <a:gd name="connsiteX8" fmla="*/ 243542 w 372851"/>
              <a:gd name="connsiteY8" fmla="*/ 207043 h 310906"/>
              <a:gd name="connsiteX9" fmla="*/ 243542 w 372851"/>
              <a:gd name="connsiteY9" fmla="*/ 310877 h 310906"/>
              <a:gd name="connsiteX10" fmla="*/ 243542 w 372851"/>
              <a:gd name="connsiteY10" fmla="*/ 310877 h 310906"/>
              <a:gd name="connsiteX11" fmla="*/ 302059 w 372851"/>
              <a:gd name="connsiteY11" fmla="*/ 310877 h 310906"/>
              <a:gd name="connsiteX12" fmla="*/ 302059 w 372851"/>
              <a:gd name="connsiteY12" fmla="*/ 160831 h 310906"/>
              <a:gd name="connsiteX13" fmla="*/ 372851 w 372851"/>
              <a:gd name="connsiteY13" fmla="*/ 160831 h 310906"/>
              <a:gd name="connsiteX14" fmla="*/ 186426 w 372851"/>
              <a:gd name="connsiteY14" fmla="*/ 0 h 310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2851" h="310906">
                <a:moveTo>
                  <a:pt x="186426" y="0"/>
                </a:moveTo>
                <a:lnTo>
                  <a:pt x="0" y="160831"/>
                </a:lnTo>
                <a:lnTo>
                  <a:pt x="70792" y="160831"/>
                </a:lnTo>
                <a:lnTo>
                  <a:pt x="70792" y="310907"/>
                </a:lnTo>
                <a:lnTo>
                  <a:pt x="129309" y="310907"/>
                </a:lnTo>
                <a:lnTo>
                  <a:pt x="129309" y="310907"/>
                </a:lnTo>
                <a:lnTo>
                  <a:pt x="129309" y="207043"/>
                </a:lnTo>
                <a:cubicBezTo>
                  <a:pt x="129309" y="178887"/>
                  <a:pt x="150136" y="162738"/>
                  <a:pt x="186426" y="162738"/>
                </a:cubicBezTo>
                <a:cubicBezTo>
                  <a:pt x="222716" y="162738"/>
                  <a:pt x="243542" y="178887"/>
                  <a:pt x="243542" y="207043"/>
                </a:cubicBezTo>
                <a:lnTo>
                  <a:pt x="243542" y="310877"/>
                </a:lnTo>
                <a:lnTo>
                  <a:pt x="243542" y="310877"/>
                </a:lnTo>
                <a:lnTo>
                  <a:pt x="302059" y="310877"/>
                </a:lnTo>
                <a:lnTo>
                  <a:pt x="302059" y="160831"/>
                </a:lnTo>
                <a:lnTo>
                  <a:pt x="372851" y="160831"/>
                </a:lnTo>
                <a:lnTo>
                  <a:pt x="186426" y="0"/>
                </a:lnTo>
                <a:close/>
              </a:path>
            </a:pathLst>
          </a:custGeom>
          <a:solidFill>
            <a:schemeClr val="bg1"/>
          </a:solidFill>
          <a:ln w="306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cxnSp>
        <p:nvCxnSpPr>
          <p:cNvPr id="15" name="子陵职场PPT23"/>
          <p:cNvCxnSpPr/>
          <p:nvPr>
            <p:custDataLst>
              <p:tags r:id="rId18"/>
            </p:custDataLst>
          </p:nvPr>
        </p:nvCxnSpPr>
        <p:spPr>
          <a:xfrm flipV="1">
            <a:off x="8491855" y="1405255"/>
            <a:ext cx="0" cy="2884805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5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子陵职场PPT24"/>
          <p:cNvSpPr/>
          <p:nvPr>
            <p:custDataLst>
              <p:tags r:id="rId19"/>
            </p:custDataLst>
          </p:nvPr>
        </p:nvSpPr>
        <p:spPr>
          <a:xfrm>
            <a:off x="8176895" y="1089025"/>
            <a:ext cx="622935" cy="62293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lumOff val="25000"/>
                </a:schemeClr>
              </a:gs>
              <a:gs pos="99000">
                <a:schemeClr val="accent1"/>
              </a:gs>
            </a:gsLst>
            <a:lin ang="0" scaled="1"/>
            <a:tileRect/>
          </a:gradFill>
          <a:ln w="123825">
            <a:solidFill>
              <a:schemeClr val="accent1">
                <a:alpha val="10000"/>
              </a:schemeClr>
            </a:solidFill>
          </a:ln>
          <a:effectLst>
            <a:outerShdw blurRad="330200" dist="88900" dir="5400000" algn="t" rotWithShape="0">
              <a:schemeClr val="accent1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dirty="0">
              <a:solidFill>
                <a:srgbClr val="FFFFFF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8" name="子陵职场PPT25"/>
          <p:cNvSpPr/>
          <p:nvPr>
            <p:custDataLst>
              <p:tags r:id="rId20"/>
            </p:custDataLst>
          </p:nvPr>
        </p:nvSpPr>
        <p:spPr>
          <a:xfrm>
            <a:off x="8444667" y="1405677"/>
            <a:ext cx="83520" cy="132898"/>
          </a:xfrm>
          <a:custGeom>
            <a:avLst/>
            <a:gdLst>
              <a:gd name="connsiteX0" fmla="*/ 41772 w 83544"/>
              <a:gd name="connsiteY0" fmla="*/ 0 h 132794"/>
              <a:gd name="connsiteX1" fmla="*/ 0 w 83544"/>
              <a:gd name="connsiteY1" fmla="*/ 28960 h 132794"/>
              <a:gd name="connsiteX2" fmla="*/ 0 w 83544"/>
              <a:gd name="connsiteY2" fmla="*/ 132795 h 132794"/>
              <a:gd name="connsiteX3" fmla="*/ 41772 w 83544"/>
              <a:gd name="connsiteY3" fmla="*/ 132795 h 132794"/>
              <a:gd name="connsiteX4" fmla="*/ 83544 w 83544"/>
              <a:gd name="connsiteY4" fmla="*/ 132795 h 132794"/>
              <a:gd name="connsiteX5" fmla="*/ 83544 w 83544"/>
              <a:gd name="connsiteY5" fmla="*/ 28960 h 132794"/>
              <a:gd name="connsiteX6" fmla="*/ 41772 w 83544"/>
              <a:gd name="connsiteY6" fmla="*/ 0 h 1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544" h="132794">
                <a:moveTo>
                  <a:pt x="41772" y="0"/>
                </a:moveTo>
                <a:cubicBezTo>
                  <a:pt x="0" y="0"/>
                  <a:pt x="0" y="21810"/>
                  <a:pt x="0" y="28960"/>
                </a:cubicBezTo>
                <a:lnTo>
                  <a:pt x="0" y="132795"/>
                </a:lnTo>
                <a:lnTo>
                  <a:pt x="41772" y="132795"/>
                </a:lnTo>
                <a:lnTo>
                  <a:pt x="83544" y="132795"/>
                </a:lnTo>
                <a:lnTo>
                  <a:pt x="83544" y="28960"/>
                </a:lnTo>
                <a:cubicBezTo>
                  <a:pt x="83544" y="21810"/>
                  <a:pt x="83544" y="0"/>
                  <a:pt x="41772" y="0"/>
                </a:cubicBezTo>
                <a:close/>
              </a:path>
            </a:pathLst>
          </a:custGeom>
          <a:solidFill>
            <a:schemeClr val="bg1"/>
          </a:solidFill>
          <a:ln w="306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9" name="子陵职场PPT26"/>
          <p:cNvSpPr/>
          <p:nvPr>
            <p:custDataLst>
              <p:tags r:id="rId21"/>
            </p:custDataLst>
          </p:nvPr>
        </p:nvSpPr>
        <p:spPr>
          <a:xfrm>
            <a:off x="8300085" y="1227455"/>
            <a:ext cx="372745" cy="311150"/>
          </a:xfrm>
          <a:custGeom>
            <a:avLst/>
            <a:gdLst>
              <a:gd name="connsiteX0" fmla="*/ 186426 w 372851"/>
              <a:gd name="connsiteY0" fmla="*/ 0 h 310906"/>
              <a:gd name="connsiteX1" fmla="*/ 0 w 372851"/>
              <a:gd name="connsiteY1" fmla="*/ 160831 h 310906"/>
              <a:gd name="connsiteX2" fmla="*/ 70792 w 372851"/>
              <a:gd name="connsiteY2" fmla="*/ 160831 h 310906"/>
              <a:gd name="connsiteX3" fmla="*/ 70792 w 372851"/>
              <a:gd name="connsiteY3" fmla="*/ 310907 h 310906"/>
              <a:gd name="connsiteX4" fmla="*/ 129309 w 372851"/>
              <a:gd name="connsiteY4" fmla="*/ 310907 h 310906"/>
              <a:gd name="connsiteX5" fmla="*/ 129309 w 372851"/>
              <a:gd name="connsiteY5" fmla="*/ 310907 h 310906"/>
              <a:gd name="connsiteX6" fmla="*/ 129309 w 372851"/>
              <a:gd name="connsiteY6" fmla="*/ 207043 h 310906"/>
              <a:gd name="connsiteX7" fmla="*/ 186426 w 372851"/>
              <a:gd name="connsiteY7" fmla="*/ 162738 h 310906"/>
              <a:gd name="connsiteX8" fmla="*/ 243542 w 372851"/>
              <a:gd name="connsiteY8" fmla="*/ 207043 h 310906"/>
              <a:gd name="connsiteX9" fmla="*/ 243542 w 372851"/>
              <a:gd name="connsiteY9" fmla="*/ 310877 h 310906"/>
              <a:gd name="connsiteX10" fmla="*/ 243542 w 372851"/>
              <a:gd name="connsiteY10" fmla="*/ 310877 h 310906"/>
              <a:gd name="connsiteX11" fmla="*/ 302059 w 372851"/>
              <a:gd name="connsiteY11" fmla="*/ 310877 h 310906"/>
              <a:gd name="connsiteX12" fmla="*/ 302059 w 372851"/>
              <a:gd name="connsiteY12" fmla="*/ 160831 h 310906"/>
              <a:gd name="connsiteX13" fmla="*/ 372851 w 372851"/>
              <a:gd name="connsiteY13" fmla="*/ 160831 h 310906"/>
              <a:gd name="connsiteX14" fmla="*/ 186426 w 372851"/>
              <a:gd name="connsiteY14" fmla="*/ 0 h 310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2851" h="310906">
                <a:moveTo>
                  <a:pt x="186426" y="0"/>
                </a:moveTo>
                <a:lnTo>
                  <a:pt x="0" y="160831"/>
                </a:lnTo>
                <a:lnTo>
                  <a:pt x="70792" y="160831"/>
                </a:lnTo>
                <a:lnTo>
                  <a:pt x="70792" y="310907"/>
                </a:lnTo>
                <a:lnTo>
                  <a:pt x="129309" y="310907"/>
                </a:lnTo>
                <a:lnTo>
                  <a:pt x="129309" y="310907"/>
                </a:lnTo>
                <a:lnTo>
                  <a:pt x="129309" y="207043"/>
                </a:lnTo>
                <a:cubicBezTo>
                  <a:pt x="129309" y="178887"/>
                  <a:pt x="150136" y="162738"/>
                  <a:pt x="186426" y="162738"/>
                </a:cubicBezTo>
                <a:cubicBezTo>
                  <a:pt x="222716" y="162738"/>
                  <a:pt x="243542" y="178887"/>
                  <a:pt x="243542" y="207043"/>
                </a:cubicBezTo>
                <a:lnTo>
                  <a:pt x="243542" y="310877"/>
                </a:lnTo>
                <a:lnTo>
                  <a:pt x="243542" y="310877"/>
                </a:lnTo>
                <a:lnTo>
                  <a:pt x="302059" y="310877"/>
                </a:lnTo>
                <a:lnTo>
                  <a:pt x="302059" y="160831"/>
                </a:lnTo>
                <a:lnTo>
                  <a:pt x="372851" y="160831"/>
                </a:lnTo>
                <a:lnTo>
                  <a:pt x="186426" y="0"/>
                </a:lnTo>
                <a:close/>
              </a:path>
            </a:pathLst>
          </a:custGeom>
          <a:solidFill>
            <a:schemeClr val="bg1"/>
          </a:solidFill>
          <a:ln w="306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对工作的合理化建议</a:t>
            </a:r>
            <a:endParaRPr lang="zh-CN" altLang="en-US"/>
          </a:p>
        </p:txBody>
      </p:sp>
      <p:grpSp>
        <p:nvGrpSpPr>
          <p:cNvPr id="52" name="子陵职场PPT2"/>
          <p:cNvGrpSpPr/>
          <p:nvPr>
            <p:custDataLst>
              <p:tags r:id="rId1"/>
            </p:custDataLst>
          </p:nvPr>
        </p:nvGrpSpPr>
        <p:grpSpPr>
          <a:xfrm>
            <a:off x="4118610" y="2882265"/>
            <a:ext cx="3913505" cy="5105400"/>
            <a:chOff x="6486" y="4539"/>
            <a:chExt cx="6163" cy="8040"/>
          </a:xfrm>
        </p:grpSpPr>
        <p:sp>
          <p:nvSpPr>
            <p:cNvPr id="48" name="子陵职场PPT2-1"/>
            <p:cNvSpPr/>
            <p:nvPr>
              <p:custDataLst>
                <p:tags r:id="rId2"/>
              </p:custDataLst>
            </p:nvPr>
          </p:nvSpPr>
          <p:spPr>
            <a:xfrm rot="14940000">
              <a:off x="7667" y="5757"/>
              <a:ext cx="3799" cy="3799"/>
            </a:xfrm>
            <a:prstGeom prst="octagon">
              <a:avLst/>
            </a:prstGeom>
            <a:noFill/>
            <a:ln cap="rnd">
              <a:solidFill>
                <a:schemeClr val="accent1">
                  <a:alpha val="90000"/>
                </a:schemeClr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1" name="子陵职场PPT2-2"/>
            <p:cNvCxnSpPr/>
            <p:nvPr/>
          </p:nvCxnSpPr>
          <p:spPr>
            <a:xfrm rot="16200000" flipH="1">
              <a:off x="8338" y="11351"/>
              <a:ext cx="2457" cy="0"/>
            </a:xfrm>
            <a:prstGeom prst="line">
              <a:avLst/>
            </a:prstGeom>
            <a:ln w="63500"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子陵职场PPT2-3"/>
            <p:cNvSpPr/>
            <p:nvPr>
              <p:custDataLst>
                <p:tags r:id="rId3"/>
              </p:custDataLst>
            </p:nvPr>
          </p:nvSpPr>
          <p:spPr>
            <a:xfrm rot="16200000">
              <a:off x="6228" y="5760"/>
              <a:ext cx="2035" cy="1519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2035" h="1519">
                  <a:moveTo>
                    <a:pt x="0" y="0"/>
                  </a:moveTo>
                  <a:lnTo>
                    <a:pt x="25" y="2"/>
                  </a:lnTo>
                  <a:cubicBezTo>
                    <a:pt x="807" y="61"/>
                    <a:pt x="1507" y="366"/>
                    <a:pt x="2019" y="825"/>
                  </a:cubicBezTo>
                  <a:lnTo>
                    <a:pt x="2035" y="840"/>
                  </a:lnTo>
                  <a:lnTo>
                    <a:pt x="1367" y="1508"/>
                  </a:lnTo>
                  <a:lnTo>
                    <a:pt x="1350" y="1519"/>
                  </a:lnTo>
                  <a:lnTo>
                    <a:pt x="0" y="9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3" name="子陵职场PPT2-4"/>
            <p:cNvSpPr/>
            <p:nvPr>
              <p:custDataLst>
                <p:tags r:id="rId4"/>
              </p:custDataLst>
            </p:nvPr>
          </p:nvSpPr>
          <p:spPr>
            <a:xfrm rot="10800000" flipV="1">
              <a:off x="7432" y="4539"/>
              <a:ext cx="2067" cy="1526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2067" h="1526">
                  <a:moveTo>
                    <a:pt x="0" y="0"/>
                  </a:moveTo>
                  <a:lnTo>
                    <a:pt x="26" y="2"/>
                  </a:lnTo>
                  <a:cubicBezTo>
                    <a:pt x="830" y="62"/>
                    <a:pt x="1547" y="380"/>
                    <a:pt x="2063" y="859"/>
                  </a:cubicBezTo>
                  <a:lnTo>
                    <a:pt x="2067" y="862"/>
                  </a:lnTo>
                  <a:lnTo>
                    <a:pt x="1417" y="1512"/>
                  </a:lnTo>
                  <a:lnTo>
                    <a:pt x="1378" y="1526"/>
                  </a:lnTo>
                  <a:lnTo>
                    <a:pt x="0" y="9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4" name="子陵职场PPT2-5"/>
            <p:cNvSpPr/>
            <p:nvPr>
              <p:custDataLst>
                <p:tags r:id="rId5"/>
              </p:custDataLst>
            </p:nvPr>
          </p:nvSpPr>
          <p:spPr>
            <a:xfrm rot="16200000" flipV="1">
              <a:off x="10873" y="5760"/>
              <a:ext cx="2035" cy="1519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2035" h="1519">
                  <a:moveTo>
                    <a:pt x="0" y="0"/>
                  </a:moveTo>
                  <a:lnTo>
                    <a:pt x="25" y="2"/>
                  </a:lnTo>
                  <a:cubicBezTo>
                    <a:pt x="807" y="61"/>
                    <a:pt x="1507" y="366"/>
                    <a:pt x="2019" y="825"/>
                  </a:cubicBezTo>
                  <a:lnTo>
                    <a:pt x="2035" y="840"/>
                  </a:lnTo>
                  <a:lnTo>
                    <a:pt x="1367" y="1508"/>
                  </a:lnTo>
                  <a:lnTo>
                    <a:pt x="1350" y="1519"/>
                  </a:lnTo>
                  <a:lnTo>
                    <a:pt x="0" y="9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5" name="子陵职场PPT2-6"/>
            <p:cNvSpPr/>
            <p:nvPr>
              <p:custDataLst>
                <p:tags r:id="rId6"/>
              </p:custDataLst>
            </p:nvPr>
          </p:nvSpPr>
          <p:spPr>
            <a:xfrm rot="10800000" flipH="1" flipV="1">
              <a:off x="9636" y="4539"/>
              <a:ext cx="2067" cy="1526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2067" h="1526">
                  <a:moveTo>
                    <a:pt x="0" y="0"/>
                  </a:moveTo>
                  <a:lnTo>
                    <a:pt x="26" y="2"/>
                  </a:lnTo>
                  <a:cubicBezTo>
                    <a:pt x="830" y="62"/>
                    <a:pt x="1547" y="380"/>
                    <a:pt x="2063" y="859"/>
                  </a:cubicBezTo>
                  <a:lnTo>
                    <a:pt x="2067" y="862"/>
                  </a:lnTo>
                  <a:lnTo>
                    <a:pt x="1417" y="1512"/>
                  </a:lnTo>
                  <a:lnTo>
                    <a:pt x="1378" y="1526"/>
                  </a:lnTo>
                  <a:lnTo>
                    <a:pt x="0" y="9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7268" y="5525"/>
              <a:ext cx="4598" cy="4598"/>
              <a:chOff x="10184" y="5057"/>
              <a:chExt cx="4598" cy="4598"/>
            </a:xfrm>
          </p:grpSpPr>
          <p:grpSp>
            <p:nvGrpSpPr>
              <p:cNvPr id="50" name="组合 49"/>
              <p:cNvGrpSpPr/>
              <p:nvPr/>
            </p:nvGrpSpPr>
            <p:grpSpPr>
              <a:xfrm>
                <a:off x="10184" y="5057"/>
                <a:ext cx="4598" cy="4598"/>
                <a:chOff x="6531" y="5057"/>
                <a:chExt cx="4598" cy="4598"/>
              </a:xfrm>
            </p:grpSpPr>
            <p:pic>
              <p:nvPicPr>
                <p:cNvPr id="40" name="子陵职场PPT2-7" descr="3b32303233353031343bb5c6c5dd"/>
                <p:cNvPicPr>
                  <a:picLocks noChangeAspect="1"/>
                </p:cNvPicPr>
                <p:nvPr>
                  <p:custDataLst>
                    <p:tags r:id="rId7"/>
                  </p:custDataLst>
                </p:nvPr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31" y="5057"/>
                  <a:ext cx="4598" cy="4598"/>
                </a:xfrm>
                <a:prstGeom prst="rect">
                  <a:avLst/>
                </a:prstGeom>
              </p:spPr>
            </p:pic>
            <p:sp>
              <p:nvSpPr>
                <p:cNvPr id="49" name="子陵职场PPT2-8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8269" y="6982"/>
                  <a:ext cx="1177" cy="795"/>
                </a:xfrm>
                <a:prstGeom prst="roundRect">
                  <a:avLst/>
                </a:prstGeom>
                <a:solidFill>
                  <a:srgbClr val="C74F46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11670" y="6561"/>
                <a:ext cx="1506" cy="1348"/>
                <a:chOff x="8077" y="6682"/>
                <a:chExt cx="1506" cy="1348"/>
              </a:xfrm>
            </p:grpSpPr>
            <p:sp>
              <p:nvSpPr>
                <p:cNvPr id="79" name="子陵职场PPT2-9"/>
                <p:cNvSpPr/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8528" y="6913"/>
                  <a:ext cx="554" cy="401"/>
                </a:xfrm>
                <a:custGeom>
                  <a:avLst/>
                  <a:gdLst>
                    <a:gd name="T0" fmla="*/ 257 w 671"/>
                    <a:gd name="T1" fmla="*/ 415 h 486"/>
                    <a:gd name="T2" fmla="*/ 437 w 671"/>
                    <a:gd name="T3" fmla="*/ 451 h 486"/>
                    <a:gd name="T4" fmla="*/ 550 w 671"/>
                    <a:gd name="T5" fmla="*/ 411 h 486"/>
                    <a:gd name="T6" fmla="*/ 667 w 671"/>
                    <a:gd name="T7" fmla="*/ 195 h 486"/>
                    <a:gd name="T8" fmla="*/ 504 w 671"/>
                    <a:gd name="T9" fmla="*/ 20 h 486"/>
                    <a:gd name="T10" fmla="*/ 325 w 671"/>
                    <a:gd name="T11" fmla="*/ 106 h 486"/>
                    <a:gd name="T12" fmla="*/ 304 w 671"/>
                    <a:gd name="T13" fmla="*/ 119 h 486"/>
                    <a:gd name="T14" fmla="*/ 282 w 671"/>
                    <a:gd name="T15" fmla="*/ 109 h 486"/>
                    <a:gd name="T16" fmla="*/ 121 w 671"/>
                    <a:gd name="T17" fmla="*/ 86 h 486"/>
                    <a:gd name="T18" fmla="*/ 0 w 671"/>
                    <a:gd name="T19" fmla="*/ 210 h 486"/>
                    <a:gd name="T20" fmla="*/ 15 w 671"/>
                    <a:gd name="T21" fmla="*/ 221 h 486"/>
                    <a:gd name="T22" fmla="*/ 152 w 671"/>
                    <a:gd name="T23" fmla="*/ 486 h 486"/>
                    <a:gd name="T24" fmla="*/ 257 w 671"/>
                    <a:gd name="T25" fmla="*/ 415 h 4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71" h="486">
                      <a:moveTo>
                        <a:pt x="257" y="415"/>
                      </a:moveTo>
                      <a:cubicBezTo>
                        <a:pt x="343" y="398"/>
                        <a:pt x="408" y="432"/>
                        <a:pt x="437" y="451"/>
                      </a:cubicBezTo>
                      <a:cubicBezTo>
                        <a:pt x="458" y="438"/>
                        <a:pt x="499" y="418"/>
                        <a:pt x="550" y="411"/>
                      </a:cubicBezTo>
                      <a:cubicBezTo>
                        <a:pt x="552" y="348"/>
                        <a:pt x="578" y="244"/>
                        <a:pt x="667" y="195"/>
                      </a:cubicBezTo>
                      <a:cubicBezTo>
                        <a:pt x="671" y="149"/>
                        <a:pt x="635" y="41"/>
                        <a:pt x="504" y="20"/>
                      </a:cubicBezTo>
                      <a:cubicBezTo>
                        <a:pt x="383" y="0"/>
                        <a:pt x="327" y="101"/>
                        <a:pt x="325" y="106"/>
                      </a:cubicBezTo>
                      <a:cubicBezTo>
                        <a:pt x="321" y="114"/>
                        <a:pt x="313" y="119"/>
                        <a:pt x="304" y="119"/>
                      </a:cubicBezTo>
                      <a:cubicBezTo>
                        <a:pt x="295" y="120"/>
                        <a:pt x="287" y="116"/>
                        <a:pt x="282" y="109"/>
                      </a:cubicBezTo>
                      <a:cubicBezTo>
                        <a:pt x="280" y="107"/>
                        <a:pt x="241" y="58"/>
                        <a:pt x="121" y="86"/>
                      </a:cubicBezTo>
                      <a:cubicBezTo>
                        <a:pt x="24" y="109"/>
                        <a:pt x="4" y="183"/>
                        <a:pt x="0" y="210"/>
                      </a:cubicBezTo>
                      <a:cubicBezTo>
                        <a:pt x="5" y="214"/>
                        <a:pt x="10" y="217"/>
                        <a:pt x="15" y="221"/>
                      </a:cubicBezTo>
                      <a:cubicBezTo>
                        <a:pt x="114" y="292"/>
                        <a:pt x="144" y="408"/>
                        <a:pt x="152" y="486"/>
                      </a:cubicBezTo>
                      <a:cubicBezTo>
                        <a:pt x="173" y="455"/>
                        <a:pt x="206" y="425"/>
                        <a:pt x="257" y="415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en-US" sz="2250">
                    <a:solidFill>
                      <a:srgbClr val="3F3F3F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0" name="子陵职场PPT2-10"/>
                <p:cNvSpPr/>
                <p:nvPr>
                  <p:custDataLst>
                    <p:tags r:id="rId12"/>
                  </p:custDataLst>
                </p:nvPr>
              </p:nvSpPr>
              <p:spPr bwMode="auto">
                <a:xfrm>
                  <a:off x="8077" y="6682"/>
                  <a:ext cx="1507" cy="1349"/>
                </a:xfrm>
                <a:custGeom>
                  <a:avLst/>
                  <a:gdLst>
                    <a:gd name="T0" fmla="*/ 1693 w 1826"/>
                    <a:gd name="T1" fmla="*/ 570 h 1635"/>
                    <a:gd name="T2" fmla="*/ 1260 w 1826"/>
                    <a:gd name="T3" fmla="*/ 230 h 1635"/>
                    <a:gd name="T4" fmla="*/ 349 w 1826"/>
                    <a:gd name="T5" fmla="*/ 330 h 1635"/>
                    <a:gd name="T6" fmla="*/ 475 w 1826"/>
                    <a:gd name="T7" fmla="*/ 997 h 1635"/>
                    <a:gd name="T8" fmla="*/ 531 w 1826"/>
                    <a:gd name="T9" fmla="*/ 542 h 1635"/>
                    <a:gd name="T10" fmla="*/ 281 w 1826"/>
                    <a:gd name="T11" fmla="*/ 686 h 1635"/>
                    <a:gd name="T12" fmla="*/ 443 w 1826"/>
                    <a:gd name="T13" fmla="*/ 744 h 1635"/>
                    <a:gd name="T14" fmla="*/ 463 w 1826"/>
                    <a:gd name="T15" fmla="*/ 791 h 1635"/>
                    <a:gd name="T16" fmla="*/ 233 w 1826"/>
                    <a:gd name="T17" fmla="*/ 705 h 1635"/>
                    <a:gd name="T18" fmla="*/ 497 w 1826"/>
                    <a:gd name="T19" fmla="*/ 467 h 1635"/>
                    <a:gd name="T20" fmla="*/ 843 w 1826"/>
                    <a:gd name="T21" fmla="*/ 335 h 1635"/>
                    <a:gd name="T22" fmla="*/ 1222 w 1826"/>
                    <a:gd name="T23" fmla="*/ 345 h 1635"/>
                    <a:gd name="T24" fmla="*/ 1547 w 1826"/>
                    <a:gd name="T25" fmla="*/ 530 h 1635"/>
                    <a:gd name="T26" fmla="*/ 1661 w 1826"/>
                    <a:gd name="T27" fmla="*/ 942 h 1635"/>
                    <a:gd name="T28" fmla="*/ 1357 w 1826"/>
                    <a:gd name="T29" fmla="*/ 1040 h 1635"/>
                    <a:gd name="T30" fmla="*/ 862 w 1826"/>
                    <a:gd name="T31" fmla="*/ 1118 h 1635"/>
                    <a:gd name="T32" fmla="*/ 764 w 1826"/>
                    <a:gd name="T33" fmla="*/ 1041 h 1635"/>
                    <a:gd name="T34" fmla="*/ 811 w 1826"/>
                    <a:gd name="T35" fmla="*/ 1019 h 1635"/>
                    <a:gd name="T36" fmla="*/ 1005 w 1826"/>
                    <a:gd name="T37" fmla="*/ 994 h 1635"/>
                    <a:gd name="T38" fmla="*/ 1552 w 1826"/>
                    <a:gd name="T39" fmla="*/ 1018 h 1635"/>
                    <a:gd name="T40" fmla="*/ 1558 w 1826"/>
                    <a:gd name="T41" fmla="*/ 777 h 1635"/>
                    <a:gd name="T42" fmla="*/ 1510 w 1826"/>
                    <a:gd name="T43" fmla="*/ 566 h 1635"/>
                    <a:gd name="T44" fmla="*/ 1148 w 1826"/>
                    <a:gd name="T45" fmla="*/ 688 h 1635"/>
                    <a:gd name="T46" fmla="*/ 1349 w 1826"/>
                    <a:gd name="T47" fmla="*/ 838 h 1635"/>
                    <a:gd name="T48" fmla="*/ 997 w 1826"/>
                    <a:gd name="T49" fmla="*/ 783 h 1635"/>
                    <a:gd name="T50" fmla="*/ 813 w 1826"/>
                    <a:gd name="T51" fmla="*/ 745 h 1635"/>
                    <a:gd name="T52" fmla="*/ 692 w 1826"/>
                    <a:gd name="T53" fmla="*/ 888 h 1635"/>
                    <a:gd name="T54" fmla="*/ 498 w 1826"/>
                    <a:gd name="T55" fmla="*/ 1124 h 1635"/>
                    <a:gd name="T56" fmla="*/ 872 w 1826"/>
                    <a:gd name="T57" fmla="*/ 1365 h 1635"/>
                    <a:gd name="T58" fmla="*/ 1239 w 1826"/>
                    <a:gd name="T59" fmla="*/ 1226 h 1635"/>
                    <a:gd name="T60" fmla="*/ 1181 w 1826"/>
                    <a:gd name="T61" fmla="*/ 1153 h 1635"/>
                    <a:gd name="T62" fmla="*/ 1287 w 1826"/>
                    <a:gd name="T63" fmla="*/ 1209 h 1635"/>
                    <a:gd name="T64" fmla="*/ 1255 w 1826"/>
                    <a:gd name="T65" fmla="*/ 1364 h 1635"/>
                    <a:gd name="T66" fmla="*/ 893 w 1826"/>
                    <a:gd name="T67" fmla="*/ 1426 h 1635"/>
                    <a:gd name="T68" fmla="*/ 1430 w 1826"/>
                    <a:gd name="T69" fmla="*/ 1508 h 1635"/>
                    <a:gd name="T70" fmla="*/ 1819 w 1826"/>
                    <a:gd name="T71" fmla="*/ 861 h 16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826" h="1635">
                      <a:moveTo>
                        <a:pt x="1819" y="861"/>
                      </a:moveTo>
                      <a:cubicBezTo>
                        <a:pt x="1812" y="650"/>
                        <a:pt x="1693" y="570"/>
                        <a:pt x="1693" y="570"/>
                      </a:cubicBezTo>
                      <a:cubicBezTo>
                        <a:pt x="1693" y="570"/>
                        <a:pt x="1679" y="468"/>
                        <a:pt x="1586" y="359"/>
                      </a:cubicBezTo>
                      <a:cubicBezTo>
                        <a:pt x="1442" y="202"/>
                        <a:pt x="1260" y="230"/>
                        <a:pt x="1260" y="230"/>
                      </a:cubicBezTo>
                      <a:cubicBezTo>
                        <a:pt x="1023" y="0"/>
                        <a:pt x="781" y="177"/>
                        <a:pt x="781" y="177"/>
                      </a:cubicBezTo>
                      <a:cubicBezTo>
                        <a:pt x="444" y="67"/>
                        <a:pt x="349" y="330"/>
                        <a:pt x="349" y="330"/>
                      </a:cubicBezTo>
                      <a:cubicBezTo>
                        <a:pt x="156" y="351"/>
                        <a:pt x="0" y="577"/>
                        <a:pt x="140" y="819"/>
                      </a:cubicBezTo>
                      <a:cubicBezTo>
                        <a:pt x="248" y="1004"/>
                        <a:pt x="407" y="1006"/>
                        <a:pt x="475" y="997"/>
                      </a:cubicBezTo>
                      <a:cubicBezTo>
                        <a:pt x="497" y="939"/>
                        <a:pt x="545" y="874"/>
                        <a:pt x="649" y="845"/>
                      </a:cubicBezTo>
                      <a:cubicBezTo>
                        <a:pt x="650" y="835"/>
                        <a:pt x="663" y="637"/>
                        <a:pt x="531" y="542"/>
                      </a:cubicBezTo>
                      <a:cubicBezTo>
                        <a:pt x="452" y="486"/>
                        <a:pt x="365" y="500"/>
                        <a:pt x="316" y="537"/>
                      </a:cubicBezTo>
                      <a:cubicBezTo>
                        <a:pt x="271" y="572"/>
                        <a:pt x="258" y="627"/>
                        <a:pt x="281" y="686"/>
                      </a:cubicBezTo>
                      <a:cubicBezTo>
                        <a:pt x="293" y="717"/>
                        <a:pt x="311" y="737"/>
                        <a:pt x="336" y="747"/>
                      </a:cubicBezTo>
                      <a:cubicBezTo>
                        <a:pt x="385" y="768"/>
                        <a:pt x="442" y="744"/>
                        <a:pt x="443" y="744"/>
                      </a:cubicBezTo>
                      <a:cubicBezTo>
                        <a:pt x="456" y="739"/>
                        <a:pt x="471" y="745"/>
                        <a:pt x="476" y="758"/>
                      </a:cubicBezTo>
                      <a:cubicBezTo>
                        <a:pt x="482" y="771"/>
                        <a:pt x="476" y="786"/>
                        <a:pt x="463" y="791"/>
                      </a:cubicBezTo>
                      <a:cubicBezTo>
                        <a:pt x="459" y="793"/>
                        <a:pt x="385" y="823"/>
                        <a:pt x="317" y="795"/>
                      </a:cubicBezTo>
                      <a:cubicBezTo>
                        <a:pt x="279" y="779"/>
                        <a:pt x="251" y="749"/>
                        <a:pt x="233" y="705"/>
                      </a:cubicBezTo>
                      <a:cubicBezTo>
                        <a:pt x="202" y="624"/>
                        <a:pt x="221" y="546"/>
                        <a:pt x="285" y="496"/>
                      </a:cubicBezTo>
                      <a:cubicBezTo>
                        <a:pt x="344" y="451"/>
                        <a:pt x="424" y="441"/>
                        <a:pt x="497" y="467"/>
                      </a:cubicBezTo>
                      <a:cubicBezTo>
                        <a:pt x="510" y="414"/>
                        <a:pt x="552" y="341"/>
                        <a:pt x="655" y="316"/>
                      </a:cubicBezTo>
                      <a:cubicBezTo>
                        <a:pt x="754" y="293"/>
                        <a:pt x="813" y="315"/>
                        <a:pt x="843" y="335"/>
                      </a:cubicBezTo>
                      <a:cubicBezTo>
                        <a:pt x="879" y="288"/>
                        <a:pt x="953" y="232"/>
                        <a:pt x="1058" y="249"/>
                      </a:cubicBezTo>
                      <a:cubicBezTo>
                        <a:pt x="1146" y="263"/>
                        <a:pt x="1196" y="309"/>
                        <a:pt x="1222" y="345"/>
                      </a:cubicBezTo>
                      <a:cubicBezTo>
                        <a:pt x="1247" y="379"/>
                        <a:pt x="1262" y="418"/>
                        <a:pt x="1264" y="455"/>
                      </a:cubicBezTo>
                      <a:cubicBezTo>
                        <a:pt x="1364" y="430"/>
                        <a:pt x="1479" y="461"/>
                        <a:pt x="1547" y="530"/>
                      </a:cubicBezTo>
                      <a:cubicBezTo>
                        <a:pt x="1602" y="586"/>
                        <a:pt x="1621" y="663"/>
                        <a:pt x="1601" y="747"/>
                      </a:cubicBezTo>
                      <a:cubicBezTo>
                        <a:pt x="1627" y="772"/>
                        <a:pt x="1676" y="835"/>
                        <a:pt x="1661" y="942"/>
                      </a:cubicBezTo>
                      <a:cubicBezTo>
                        <a:pt x="1653" y="998"/>
                        <a:pt x="1622" y="1042"/>
                        <a:pt x="1573" y="1064"/>
                      </a:cubicBezTo>
                      <a:cubicBezTo>
                        <a:pt x="1511" y="1093"/>
                        <a:pt x="1426" y="1084"/>
                        <a:pt x="1357" y="1040"/>
                      </a:cubicBezTo>
                      <a:cubicBezTo>
                        <a:pt x="1260" y="979"/>
                        <a:pt x="1107" y="975"/>
                        <a:pt x="1038" y="1033"/>
                      </a:cubicBezTo>
                      <a:cubicBezTo>
                        <a:pt x="983" y="1079"/>
                        <a:pt x="921" y="1123"/>
                        <a:pt x="862" y="1118"/>
                      </a:cubicBezTo>
                      <a:cubicBezTo>
                        <a:pt x="857" y="1118"/>
                        <a:pt x="852" y="1117"/>
                        <a:pt x="848" y="1116"/>
                      </a:cubicBezTo>
                      <a:cubicBezTo>
                        <a:pt x="813" y="1109"/>
                        <a:pt x="785" y="1083"/>
                        <a:pt x="764" y="1041"/>
                      </a:cubicBezTo>
                      <a:cubicBezTo>
                        <a:pt x="758" y="1028"/>
                        <a:pt x="764" y="1012"/>
                        <a:pt x="777" y="1006"/>
                      </a:cubicBezTo>
                      <a:cubicBezTo>
                        <a:pt x="789" y="1000"/>
                        <a:pt x="805" y="1006"/>
                        <a:pt x="811" y="1019"/>
                      </a:cubicBezTo>
                      <a:cubicBezTo>
                        <a:pt x="824" y="1046"/>
                        <a:pt x="840" y="1062"/>
                        <a:pt x="859" y="1066"/>
                      </a:cubicBezTo>
                      <a:cubicBezTo>
                        <a:pt x="901" y="1075"/>
                        <a:pt x="962" y="1029"/>
                        <a:pt x="1005" y="994"/>
                      </a:cubicBezTo>
                      <a:cubicBezTo>
                        <a:pt x="1093" y="921"/>
                        <a:pt x="1266" y="922"/>
                        <a:pt x="1385" y="997"/>
                      </a:cubicBezTo>
                      <a:cubicBezTo>
                        <a:pt x="1439" y="1032"/>
                        <a:pt x="1505" y="1040"/>
                        <a:pt x="1552" y="1018"/>
                      </a:cubicBezTo>
                      <a:cubicBezTo>
                        <a:pt x="1585" y="1003"/>
                        <a:pt x="1605" y="974"/>
                        <a:pt x="1610" y="935"/>
                      </a:cubicBezTo>
                      <a:cubicBezTo>
                        <a:pt x="1625" y="827"/>
                        <a:pt x="1558" y="777"/>
                        <a:pt x="1558" y="777"/>
                      </a:cubicBezTo>
                      <a:cubicBezTo>
                        <a:pt x="1549" y="770"/>
                        <a:pt x="1545" y="759"/>
                        <a:pt x="1548" y="749"/>
                      </a:cubicBezTo>
                      <a:cubicBezTo>
                        <a:pt x="1569" y="676"/>
                        <a:pt x="1556" y="613"/>
                        <a:pt x="1510" y="566"/>
                      </a:cubicBezTo>
                      <a:cubicBezTo>
                        <a:pt x="1454" y="509"/>
                        <a:pt x="1358" y="484"/>
                        <a:pt x="1275" y="505"/>
                      </a:cubicBezTo>
                      <a:cubicBezTo>
                        <a:pt x="1166" y="533"/>
                        <a:pt x="1150" y="650"/>
                        <a:pt x="1148" y="688"/>
                      </a:cubicBezTo>
                      <a:cubicBezTo>
                        <a:pt x="1212" y="691"/>
                        <a:pt x="1284" y="720"/>
                        <a:pt x="1352" y="802"/>
                      </a:cubicBezTo>
                      <a:cubicBezTo>
                        <a:pt x="1361" y="813"/>
                        <a:pt x="1359" y="829"/>
                        <a:pt x="1349" y="838"/>
                      </a:cubicBezTo>
                      <a:cubicBezTo>
                        <a:pt x="1338" y="847"/>
                        <a:pt x="1321" y="846"/>
                        <a:pt x="1312" y="835"/>
                      </a:cubicBezTo>
                      <a:cubicBezTo>
                        <a:pt x="1168" y="659"/>
                        <a:pt x="1004" y="778"/>
                        <a:pt x="997" y="783"/>
                      </a:cubicBezTo>
                      <a:cubicBezTo>
                        <a:pt x="987" y="790"/>
                        <a:pt x="974" y="789"/>
                        <a:pt x="964" y="781"/>
                      </a:cubicBezTo>
                      <a:cubicBezTo>
                        <a:pt x="962" y="779"/>
                        <a:pt x="902" y="727"/>
                        <a:pt x="813" y="745"/>
                      </a:cubicBezTo>
                      <a:cubicBezTo>
                        <a:pt x="728" y="762"/>
                        <a:pt x="713" y="865"/>
                        <a:pt x="713" y="866"/>
                      </a:cubicBezTo>
                      <a:cubicBezTo>
                        <a:pt x="712" y="877"/>
                        <a:pt x="703" y="886"/>
                        <a:pt x="692" y="888"/>
                      </a:cubicBezTo>
                      <a:cubicBezTo>
                        <a:pt x="497" y="923"/>
                        <a:pt x="507" y="1095"/>
                        <a:pt x="508" y="1102"/>
                      </a:cubicBezTo>
                      <a:cubicBezTo>
                        <a:pt x="509" y="1111"/>
                        <a:pt x="505" y="1119"/>
                        <a:pt x="498" y="1124"/>
                      </a:cubicBezTo>
                      <a:cubicBezTo>
                        <a:pt x="528" y="1379"/>
                        <a:pt x="870" y="1357"/>
                        <a:pt x="870" y="1357"/>
                      </a:cubicBezTo>
                      <a:cubicBezTo>
                        <a:pt x="870" y="1359"/>
                        <a:pt x="871" y="1362"/>
                        <a:pt x="872" y="1365"/>
                      </a:cubicBezTo>
                      <a:cubicBezTo>
                        <a:pt x="881" y="1369"/>
                        <a:pt x="1111" y="1455"/>
                        <a:pt x="1214" y="1332"/>
                      </a:cubicBezTo>
                      <a:cubicBezTo>
                        <a:pt x="1240" y="1290"/>
                        <a:pt x="1248" y="1253"/>
                        <a:pt x="1239" y="1226"/>
                      </a:cubicBezTo>
                      <a:cubicBezTo>
                        <a:pt x="1228" y="1196"/>
                        <a:pt x="1198" y="1185"/>
                        <a:pt x="1197" y="1185"/>
                      </a:cubicBezTo>
                      <a:cubicBezTo>
                        <a:pt x="1184" y="1181"/>
                        <a:pt x="1177" y="1166"/>
                        <a:pt x="1181" y="1153"/>
                      </a:cubicBezTo>
                      <a:cubicBezTo>
                        <a:pt x="1186" y="1139"/>
                        <a:pt x="1201" y="1132"/>
                        <a:pt x="1214" y="1137"/>
                      </a:cubicBezTo>
                      <a:cubicBezTo>
                        <a:pt x="1216" y="1137"/>
                        <a:pt x="1268" y="1156"/>
                        <a:pt x="1287" y="1209"/>
                      </a:cubicBezTo>
                      <a:cubicBezTo>
                        <a:pt x="1302" y="1252"/>
                        <a:pt x="1292" y="1303"/>
                        <a:pt x="1257" y="1361"/>
                      </a:cubicBezTo>
                      <a:cubicBezTo>
                        <a:pt x="1256" y="1362"/>
                        <a:pt x="1256" y="1363"/>
                        <a:pt x="1255" y="1364"/>
                      </a:cubicBezTo>
                      <a:cubicBezTo>
                        <a:pt x="1191" y="1442"/>
                        <a:pt x="1093" y="1455"/>
                        <a:pt x="1010" y="1448"/>
                      </a:cubicBezTo>
                      <a:cubicBezTo>
                        <a:pt x="963" y="1444"/>
                        <a:pt x="921" y="1434"/>
                        <a:pt x="893" y="1426"/>
                      </a:cubicBezTo>
                      <a:cubicBezTo>
                        <a:pt x="953" y="1558"/>
                        <a:pt x="1087" y="1619"/>
                        <a:pt x="1231" y="1626"/>
                      </a:cubicBezTo>
                      <a:cubicBezTo>
                        <a:pt x="1397" y="1635"/>
                        <a:pt x="1430" y="1508"/>
                        <a:pt x="1430" y="1508"/>
                      </a:cubicBezTo>
                      <a:cubicBezTo>
                        <a:pt x="1656" y="1419"/>
                        <a:pt x="1607" y="1192"/>
                        <a:pt x="1607" y="1192"/>
                      </a:cubicBezTo>
                      <a:cubicBezTo>
                        <a:pt x="1701" y="1178"/>
                        <a:pt x="1826" y="1072"/>
                        <a:pt x="1819" y="861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en-US" sz="2250">
                    <a:solidFill>
                      <a:srgbClr val="3F3F3F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</p:grpSp>
      <p:cxnSp>
        <p:nvCxnSpPr>
          <p:cNvPr id="3" name="子陵职场PPT3"/>
          <p:cNvCxnSpPr/>
          <p:nvPr>
            <p:custDataLst>
              <p:tags r:id="rId13"/>
            </p:custDataLst>
          </p:nvPr>
        </p:nvCxnSpPr>
        <p:spPr>
          <a:xfrm rot="16200000" flipV="1">
            <a:off x="4725670" y="2174558"/>
            <a:ext cx="1617980" cy="1027430"/>
          </a:xfrm>
          <a:prstGeom prst="bentConnector3">
            <a:avLst>
              <a:gd name="adj1" fmla="val 100117"/>
            </a:avLst>
          </a:prstGeom>
          <a:ln w="38100"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子陵职场PPT4"/>
          <p:cNvCxnSpPr/>
          <p:nvPr>
            <p:custDataLst>
              <p:tags r:id="rId14"/>
            </p:custDataLst>
          </p:nvPr>
        </p:nvCxnSpPr>
        <p:spPr>
          <a:xfrm rot="16200000">
            <a:off x="5740400" y="2229485"/>
            <a:ext cx="1620520" cy="898525"/>
          </a:xfrm>
          <a:prstGeom prst="bentConnector3">
            <a:avLst>
              <a:gd name="adj1" fmla="val 99706"/>
            </a:avLst>
          </a:prstGeom>
          <a:ln w="38100">
            <a:solidFill>
              <a:schemeClr val="accent2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子陵职场PPT5"/>
          <p:cNvCxnSpPr/>
          <p:nvPr>
            <p:custDataLst>
              <p:tags r:id="rId15"/>
            </p:custDataLst>
          </p:nvPr>
        </p:nvCxnSpPr>
        <p:spPr>
          <a:xfrm flipH="1">
            <a:off x="3392805" y="3486150"/>
            <a:ext cx="1304290" cy="0"/>
          </a:xfrm>
          <a:prstGeom prst="line">
            <a:avLst/>
          </a:prstGeom>
          <a:ln w="38100">
            <a:solidFill>
              <a:schemeClr val="accent2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子陵职场PPT6"/>
          <p:cNvCxnSpPr/>
          <p:nvPr>
            <p:custDataLst>
              <p:tags r:id="rId16"/>
            </p:custDataLst>
          </p:nvPr>
        </p:nvCxnSpPr>
        <p:spPr>
          <a:xfrm flipH="1">
            <a:off x="7463790" y="3460750"/>
            <a:ext cx="1304290" cy="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子陵职场PPT7"/>
          <p:cNvSpPr/>
          <p:nvPr>
            <p:custDataLst>
              <p:tags r:id="rId17"/>
            </p:custDataLst>
          </p:nvPr>
        </p:nvSpPr>
        <p:spPr>
          <a:xfrm rot="5400000">
            <a:off x="1951990" y="78740"/>
            <a:ext cx="1958340" cy="383222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  <a:gs pos="63000">
                <a:schemeClr val="accent1">
                  <a:lumMod val="10000"/>
                  <a:lumOff val="90000"/>
                  <a:alpha val="61000"/>
                </a:schemeClr>
              </a:gs>
            </a:gsLst>
            <a:lin ang="16200000" scaled="1"/>
          </a:gradFill>
          <a:ln w="222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  <a:effectLst>
            <a:outerShdw blurRad="50800" dist="38100" dir="10800000" algn="r" rotWithShape="0">
              <a:schemeClr val="accent1">
                <a:lumMod val="20000"/>
                <a:lumOff val="8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sym typeface="+mn-ea"/>
            </a:endParaRPr>
          </a:p>
        </p:txBody>
      </p:sp>
      <p:sp>
        <p:nvSpPr>
          <p:cNvPr id="12" name="子陵职场PPT8"/>
          <p:cNvSpPr/>
          <p:nvPr>
            <p:custDataLst>
              <p:tags r:id="rId18"/>
            </p:custDataLst>
          </p:nvPr>
        </p:nvSpPr>
        <p:spPr>
          <a:xfrm rot="5400000">
            <a:off x="955040" y="3286125"/>
            <a:ext cx="2398395" cy="3404235"/>
          </a:xfrm>
          <a:prstGeom prst="rect">
            <a:avLst/>
          </a:prstGeom>
          <a:gradFill>
            <a:gsLst>
              <a:gs pos="0">
                <a:schemeClr val="bg1">
                  <a:alpha val="38000"/>
                </a:schemeClr>
              </a:gs>
              <a:gs pos="100000">
                <a:schemeClr val="bg1">
                  <a:alpha val="0"/>
                </a:schemeClr>
              </a:gs>
              <a:gs pos="63000">
                <a:schemeClr val="accent2">
                  <a:lumMod val="5000"/>
                  <a:lumOff val="95000"/>
                </a:schemeClr>
              </a:gs>
            </a:gsLst>
            <a:lin ang="5400000" scaled="1"/>
          </a:gradFill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6200000" scaled="1"/>
              <a:tileRect/>
            </a:gradFill>
          </a:ln>
          <a:effectLst>
            <a:outerShdw blurRad="50800" dist="38100" dir="10800000" algn="r" rotWithShape="0">
              <a:schemeClr val="accent1">
                <a:lumMod val="20000"/>
                <a:lumOff val="8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sym typeface="+mn-ea"/>
            </a:endParaRPr>
          </a:p>
        </p:txBody>
      </p:sp>
      <p:sp>
        <p:nvSpPr>
          <p:cNvPr id="13" name="子陵职场PPT9"/>
          <p:cNvSpPr/>
          <p:nvPr/>
        </p:nvSpPr>
        <p:spPr>
          <a:xfrm rot="5400000">
            <a:off x="8769985" y="3224530"/>
            <a:ext cx="2398395" cy="352806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  <a:gs pos="63000">
                <a:schemeClr val="accent1">
                  <a:lumMod val="10000"/>
                  <a:lumOff val="90000"/>
                  <a:alpha val="61000"/>
                </a:schemeClr>
              </a:gs>
            </a:gsLst>
            <a:lin ang="16200000" scaled="1"/>
          </a:gradFill>
          <a:ln w="222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</a:ln>
          <a:effectLst>
            <a:outerShdw blurRad="50800" dist="38100" dir="10800000" algn="r" rotWithShape="0">
              <a:schemeClr val="accent1">
                <a:lumMod val="20000"/>
                <a:lumOff val="8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sym typeface="+mn-ea"/>
            </a:endParaRPr>
          </a:p>
        </p:txBody>
      </p:sp>
      <p:sp>
        <p:nvSpPr>
          <p:cNvPr id="14" name="子陵职场PPT10"/>
          <p:cNvSpPr/>
          <p:nvPr/>
        </p:nvSpPr>
        <p:spPr>
          <a:xfrm rot="5400000">
            <a:off x="8438515" y="78740"/>
            <a:ext cx="1958340" cy="3832225"/>
          </a:xfrm>
          <a:prstGeom prst="rect">
            <a:avLst/>
          </a:prstGeom>
          <a:gradFill>
            <a:gsLst>
              <a:gs pos="0">
                <a:schemeClr val="bg1">
                  <a:alpha val="38000"/>
                </a:schemeClr>
              </a:gs>
              <a:gs pos="100000">
                <a:schemeClr val="bg1">
                  <a:alpha val="0"/>
                </a:schemeClr>
              </a:gs>
              <a:gs pos="63000">
                <a:schemeClr val="accent2">
                  <a:lumMod val="5000"/>
                  <a:lumOff val="95000"/>
                </a:schemeClr>
              </a:gs>
            </a:gsLst>
            <a:lin ang="16200000" scaled="1"/>
          </a:gradFill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</a:ln>
          <a:effectLst>
            <a:outerShdw blurRad="50800" dist="38100" dir="10800000" algn="r" rotWithShape="0">
              <a:schemeClr val="accent1">
                <a:lumMod val="20000"/>
                <a:lumOff val="8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sym typeface="+mn-ea"/>
            </a:endParaRPr>
          </a:p>
        </p:txBody>
      </p:sp>
      <p:sp>
        <p:nvSpPr>
          <p:cNvPr id="90" name="子陵职场PPT11"/>
          <p:cNvSpPr/>
          <p:nvPr>
            <p:custDataLst>
              <p:tags r:id="rId19"/>
            </p:custDataLst>
          </p:nvPr>
        </p:nvSpPr>
        <p:spPr>
          <a:xfrm>
            <a:off x="1003935" y="1004570"/>
            <a:ext cx="2180590" cy="457200"/>
          </a:xfrm>
          <a:custGeom>
            <a:avLst/>
            <a:gdLst>
              <a:gd name="connsiteX0" fmla="*/ 58858 w 1451598"/>
              <a:gd name="connsiteY0" fmla="*/ 0 h 457402"/>
              <a:gd name="connsiteX1" fmla="*/ 1451598 w 1451598"/>
              <a:gd name="connsiteY1" fmla="*/ 0 h 457402"/>
              <a:gd name="connsiteX2" fmla="*/ 1314151 w 1451598"/>
              <a:gd name="connsiteY2" fmla="*/ 457402 h 457402"/>
              <a:gd name="connsiteX3" fmla="*/ 58858 w 1451598"/>
              <a:gd name="connsiteY3" fmla="*/ 457402 h 457402"/>
              <a:gd name="connsiteX4" fmla="*/ 0 w 1451598"/>
              <a:gd name="connsiteY4" fmla="*/ 398544 h 457402"/>
              <a:gd name="connsiteX5" fmla="*/ 0 w 1451598"/>
              <a:gd name="connsiteY5" fmla="*/ 58858 h 457402"/>
              <a:gd name="connsiteX6" fmla="*/ 58858 w 1451598"/>
              <a:gd name="connsiteY6" fmla="*/ 0 h 45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51598" h="457402">
                <a:moveTo>
                  <a:pt x="58858" y="0"/>
                </a:moveTo>
                <a:lnTo>
                  <a:pt x="1451598" y="0"/>
                </a:lnTo>
                <a:lnTo>
                  <a:pt x="1314151" y="457402"/>
                </a:lnTo>
                <a:lnTo>
                  <a:pt x="58858" y="457402"/>
                </a:lnTo>
                <a:cubicBezTo>
                  <a:pt x="26352" y="457402"/>
                  <a:pt x="0" y="431050"/>
                  <a:pt x="0" y="398544"/>
                </a:cubicBezTo>
                <a:lnTo>
                  <a:pt x="0" y="58858"/>
                </a:lnTo>
                <a:cubicBezTo>
                  <a:pt x="0" y="26352"/>
                  <a:pt x="26352" y="0"/>
                  <a:pt x="58858" y="0"/>
                </a:cubicBezTo>
                <a:close/>
              </a:path>
            </a:pathLst>
          </a:custGeom>
          <a:gradFill flip="none" rotWithShape="1">
            <a:gsLst>
              <a:gs pos="30000">
                <a:schemeClr val="accent1"/>
              </a:gs>
              <a:gs pos="99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5" name="子陵职场PPT12"/>
          <p:cNvSpPr/>
          <p:nvPr>
            <p:custDataLst>
              <p:tags r:id="rId20"/>
            </p:custDataLst>
          </p:nvPr>
        </p:nvSpPr>
        <p:spPr>
          <a:xfrm>
            <a:off x="443865" y="3766185"/>
            <a:ext cx="2237740" cy="457200"/>
          </a:xfrm>
          <a:custGeom>
            <a:avLst/>
            <a:gdLst>
              <a:gd name="connsiteX0" fmla="*/ 58858 w 1451598"/>
              <a:gd name="connsiteY0" fmla="*/ 0 h 457402"/>
              <a:gd name="connsiteX1" fmla="*/ 1451598 w 1451598"/>
              <a:gd name="connsiteY1" fmla="*/ 0 h 457402"/>
              <a:gd name="connsiteX2" fmla="*/ 1314151 w 1451598"/>
              <a:gd name="connsiteY2" fmla="*/ 457402 h 457402"/>
              <a:gd name="connsiteX3" fmla="*/ 58858 w 1451598"/>
              <a:gd name="connsiteY3" fmla="*/ 457402 h 457402"/>
              <a:gd name="connsiteX4" fmla="*/ 0 w 1451598"/>
              <a:gd name="connsiteY4" fmla="*/ 398544 h 457402"/>
              <a:gd name="connsiteX5" fmla="*/ 0 w 1451598"/>
              <a:gd name="connsiteY5" fmla="*/ 58858 h 457402"/>
              <a:gd name="connsiteX6" fmla="*/ 58858 w 1451598"/>
              <a:gd name="connsiteY6" fmla="*/ 0 h 45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51598" h="457402">
                <a:moveTo>
                  <a:pt x="58858" y="0"/>
                </a:moveTo>
                <a:lnTo>
                  <a:pt x="1451598" y="0"/>
                </a:lnTo>
                <a:lnTo>
                  <a:pt x="1314151" y="457402"/>
                </a:lnTo>
                <a:lnTo>
                  <a:pt x="58858" y="457402"/>
                </a:lnTo>
                <a:cubicBezTo>
                  <a:pt x="26352" y="457402"/>
                  <a:pt x="0" y="431050"/>
                  <a:pt x="0" y="398544"/>
                </a:cubicBezTo>
                <a:lnTo>
                  <a:pt x="0" y="58858"/>
                </a:lnTo>
                <a:cubicBezTo>
                  <a:pt x="0" y="26352"/>
                  <a:pt x="26352" y="0"/>
                  <a:pt x="58858" y="0"/>
                </a:cubicBezTo>
                <a:close/>
              </a:path>
            </a:pathLst>
          </a:custGeom>
          <a:gradFill flip="none" rotWithShape="1">
            <a:gsLst>
              <a:gs pos="30000">
                <a:schemeClr val="accent2"/>
              </a:gs>
              <a:gs pos="99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3" name="子陵职场PPT13"/>
          <p:cNvSpPr/>
          <p:nvPr/>
        </p:nvSpPr>
        <p:spPr>
          <a:xfrm flipH="1">
            <a:off x="9232265" y="1016000"/>
            <a:ext cx="2113280" cy="457200"/>
          </a:xfrm>
          <a:custGeom>
            <a:avLst/>
            <a:gdLst>
              <a:gd name="connsiteX0" fmla="*/ 58858 w 1451598"/>
              <a:gd name="connsiteY0" fmla="*/ 0 h 457402"/>
              <a:gd name="connsiteX1" fmla="*/ 1451598 w 1451598"/>
              <a:gd name="connsiteY1" fmla="*/ 0 h 457402"/>
              <a:gd name="connsiteX2" fmla="*/ 1314151 w 1451598"/>
              <a:gd name="connsiteY2" fmla="*/ 457402 h 457402"/>
              <a:gd name="connsiteX3" fmla="*/ 58858 w 1451598"/>
              <a:gd name="connsiteY3" fmla="*/ 457402 h 457402"/>
              <a:gd name="connsiteX4" fmla="*/ 0 w 1451598"/>
              <a:gd name="connsiteY4" fmla="*/ 398544 h 457402"/>
              <a:gd name="connsiteX5" fmla="*/ 0 w 1451598"/>
              <a:gd name="connsiteY5" fmla="*/ 58858 h 457402"/>
              <a:gd name="connsiteX6" fmla="*/ 58858 w 1451598"/>
              <a:gd name="connsiteY6" fmla="*/ 0 h 45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51598" h="457402">
                <a:moveTo>
                  <a:pt x="58858" y="0"/>
                </a:moveTo>
                <a:lnTo>
                  <a:pt x="1451598" y="0"/>
                </a:lnTo>
                <a:lnTo>
                  <a:pt x="1314151" y="457402"/>
                </a:lnTo>
                <a:lnTo>
                  <a:pt x="58858" y="457402"/>
                </a:lnTo>
                <a:cubicBezTo>
                  <a:pt x="26352" y="457402"/>
                  <a:pt x="0" y="431050"/>
                  <a:pt x="0" y="398544"/>
                </a:cubicBezTo>
                <a:lnTo>
                  <a:pt x="0" y="58858"/>
                </a:lnTo>
                <a:cubicBezTo>
                  <a:pt x="0" y="26352"/>
                  <a:pt x="26352" y="0"/>
                  <a:pt x="58858" y="0"/>
                </a:cubicBezTo>
                <a:close/>
              </a:path>
            </a:pathLst>
          </a:custGeom>
          <a:gradFill flip="none" rotWithShape="1">
            <a:gsLst>
              <a:gs pos="30000">
                <a:schemeClr val="accent2"/>
              </a:gs>
              <a:gs pos="99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8" name="子陵职场PPT18"/>
          <p:cNvSpPr/>
          <p:nvPr>
            <p:custDataLst>
              <p:tags r:id="rId21"/>
            </p:custDataLst>
          </p:nvPr>
        </p:nvSpPr>
        <p:spPr>
          <a:xfrm>
            <a:off x="1176020" y="1694815"/>
            <a:ext cx="129540" cy="129540"/>
          </a:xfrm>
          <a:prstGeom prst="rect">
            <a:avLst/>
          </a:prstGeom>
          <a:gradFill flip="none" rotWithShape="1">
            <a:gsLst>
              <a:gs pos="30000">
                <a:schemeClr val="accent1"/>
              </a:gs>
              <a:gs pos="99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子陵职场PPT21"/>
          <p:cNvSpPr/>
          <p:nvPr>
            <p:custDataLst>
              <p:tags r:id="rId22"/>
            </p:custDataLst>
          </p:nvPr>
        </p:nvSpPr>
        <p:spPr>
          <a:xfrm>
            <a:off x="541020" y="4474845"/>
            <a:ext cx="129540" cy="129540"/>
          </a:xfrm>
          <a:prstGeom prst="rect">
            <a:avLst/>
          </a:prstGeom>
          <a:gradFill flip="none" rotWithShape="1">
            <a:gsLst>
              <a:gs pos="30000">
                <a:schemeClr val="accent2"/>
              </a:gs>
              <a:gs pos="99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9" name="子陵职场PPT25"/>
          <p:cNvSpPr/>
          <p:nvPr/>
        </p:nvSpPr>
        <p:spPr>
          <a:xfrm>
            <a:off x="11085195" y="1661160"/>
            <a:ext cx="129540" cy="129540"/>
          </a:xfrm>
          <a:prstGeom prst="rect">
            <a:avLst/>
          </a:prstGeom>
          <a:gradFill flip="none" rotWithShape="1">
            <a:gsLst>
              <a:gs pos="30000">
                <a:schemeClr val="accent2"/>
              </a:gs>
              <a:gs pos="99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子陵职场PPT29"/>
          <p:cNvSpPr/>
          <p:nvPr/>
        </p:nvSpPr>
        <p:spPr>
          <a:xfrm>
            <a:off x="11437620" y="4481195"/>
            <a:ext cx="129540" cy="129540"/>
          </a:xfrm>
          <a:prstGeom prst="rect">
            <a:avLst/>
          </a:prstGeom>
          <a:gradFill flip="none" rotWithShape="1">
            <a:gsLst>
              <a:gs pos="30000">
                <a:schemeClr val="accent1"/>
              </a:gs>
              <a:gs pos="99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0" name="子陵职场PPT30"/>
          <p:cNvSpPr txBox="1"/>
          <p:nvPr>
            <p:custDataLst>
              <p:tags r:id="rId23"/>
            </p:custDataLst>
          </p:nvPr>
        </p:nvSpPr>
        <p:spPr>
          <a:xfrm>
            <a:off x="9879194" y="3804783"/>
            <a:ext cx="1783080" cy="3683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gradFill>
                  <a:gsLst>
                    <a:gs pos="4000">
                      <a:schemeClr val="accent1">
                        <a:lumMod val="12000"/>
                        <a:lumOff val="88000"/>
                        <a:alpha val="71000"/>
                      </a:schemeClr>
                    </a:gs>
                    <a:gs pos="100000">
                      <a:srgbClr val="016DFF">
                        <a:lumMod val="0"/>
                        <a:lumOff val="100000"/>
                      </a:srgbClr>
                    </a:gs>
                  </a:gsLst>
                  <a:lin ang="3600000" scaled="0"/>
                </a:gra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sym typeface="Arial" panose="020B0604020202020204" pitchFamily="34" charset="0"/>
              </a:rPr>
              <a:t>迭代与未来规划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子陵职场PPT1"/>
          <p:cNvSpPr/>
          <p:nvPr/>
        </p:nvSpPr>
        <p:spPr>
          <a:xfrm>
            <a:off x="0" y="-2"/>
            <a:ext cx="12192000" cy="685800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pic>
        <p:nvPicPr>
          <p:cNvPr id="2" name="子陵职场PPT2"/>
          <p:cNvPicPr>
            <a:picLocks noChangeAspect="1"/>
          </p:cNvPicPr>
          <p:nvPr/>
        </p:nvPicPr>
        <p:blipFill>
          <a:blip r:embed="rId1" cstate="print"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" y="-1"/>
            <a:ext cx="12190106" cy="6858000"/>
          </a:xfrm>
          <a:custGeom>
            <a:avLst/>
            <a:gdLst>
              <a:gd name="connsiteX0" fmla="*/ 0 w 12192000"/>
              <a:gd name="connsiteY0" fmla="*/ 0 h 4065273"/>
              <a:gd name="connsiteX1" fmla="*/ 12192000 w 12192000"/>
              <a:gd name="connsiteY1" fmla="*/ 0 h 4065273"/>
              <a:gd name="connsiteX2" fmla="*/ 12192000 w 12192000"/>
              <a:gd name="connsiteY2" fmla="*/ 4065273 h 4065273"/>
              <a:gd name="connsiteX3" fmla="*/ 0 w 12192000"/>
              <a:gd name="connsiteY3" fmla="*/ 4065273 h 4065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065273">
                <a:moveTo>
                  <a:pt x="0" y="0"/>
                </a:moveTo>
                <a:lnTo>
                  <a:pt x="12192000" y="0"/>
                </a:lnTo>
                <a:lnTo>
                  <a:pt x="12192000" y="4065273"/>
                </a:lnTo>
                <a:lnTo>
                  <a:pt x="0" y="4065273"/>
                </a:lnTo>
                <a:close/>
              </a:path>
            </a:pathLst>
          </a:custGeom>
        </p:spPr>
      </p:pic>
      <p:sp>
        <p:nvSpPr>
          <p:cNvPr id="10" name="子陵职场PPT3"/>
          <p:cNvSpPr/>
          <p:nvPr/>
        </p:nvSpPr>
        <p:spPr>
          <a:xfrm rot="16200000">
            <a:off x="5769097" y="461791"/>
            <a:ext cx="9619384" cy="9081858"/>
          </a:xfrm>
          <a:prstGeom prst="blockArc">
            <a:avLst>
              <a:gd name="adj1" fmla="val 10800000"/>
              <a:gd name="adj2" fmla="val 3966087"/>
              <a:gd name="adj3" fmla="val 24628"/>
            </a:avLst>
          </a:prstGeom>
          <a:gradFill flip="none" rotWithShape="1">
            <a:gsLst>
              <a:gs pos="65857">
                <a:srgbClr val="FFFFFF">
                  <a:alpha val="45000"/>
                </a:srgbClr>
              </a:gs>
              <a:gs pos="31302">
                <a:srgbClr val="FFFFFF">
                  <a:alpha val="21000"/>
                </a:srgbClr>
              </a:gs>
              <a:gs pos="200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HarmonyOS Sans SC" panose="00000500000000000000" charset="-122"/>
            </a:endParaRPr>
          </a:p>
        </p:txBody>
      </p:sp>
      <p:sp>
        <p:nvSpPr>
          <p:cNvPr id="12" name="子陵职场PPT4"/>
          <p:cNvSpPr/>
          <p:nvPr/>
        </p:nvSpPr>
        <p:spPr>
          <a:xfrm rot="13058952">
            <a:off x="9076654" y="1496426"/>
            <a:ext cx="6475058" cy="6475058"/>
          </a:xfrm>
          <a:prstGeom prst="blockArc">
            <a:avLst>
              <a:gd name="adj1" fmla="val 10800000"/>
              <a:gd name="adj2" fmla="val 3966087"/>
              <a:gd name="adj3" fmla="val 24628"/>
            </a:avLst>
          </a:prstGeom>
          <a:gradFill flip="none" rotWithShape="1">
            <a:gsLst>
              <a:gs pos="65857">
                <a:srgbClr val="FFFFFF">
                  <a:alpha val="45000"/>
                </a:srgbClr>
              </a:gs>
              <a:gs pos="31302">
                <a:srgbClr val="FFFFFF">
                  <a:alpha val="21000"/>
                </a:srgbClr>
              </a:gs>
              <a:gs pos="200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HarmonyOS Sans SC" panose="00000500000000000000" charset="-122"/>
            </a:endParaRPr>
          </a:p>
        </p:txBody>
      </p:sp>
      <p:cxnSp>
        <p:nvCxnSpPr>
          <p:cNvPr id="7" name="子陵职场PPT5"/>
          <p:cNvCxnSpPr/>
          <p:nvPr/>
        </p:nvCxnSpPr>
        <p:spPr>
          <a:xfrm>
            <a:off x="780094" y="4878297"/>
            <a:ext cx="2583423" cy="0"/>
          </a:xfrm>
          <a:prstGeom prst="line">
            <a:avLst/>
          </a:prstGeom>
          <a:noFill/>
          <a:ln w="76200" cap="rnd" cmpd="sng" algn="ctr">
            <a:gradFill flip="none" rotWithShape="1">
              <a:gsLst>
                <a:gs pos="0">
                  <a:srgbClr val="FFE69F">
                    <a:alpha val="0"/>
                  </a:srgbClr>
                </a:gs>
                <a:gs pos="100000">
                  <a:srgbClr val="FFEDB9"/>
                </a:gs>
              </a:gsLst>
              <a:lin ang="0" scaled="1"/>
            </a:gradFill>
            <a:prstDash val="solid"/>
            <a:round/>
          </a:ln>
          <a:effectLst/>
        </p:spPr>
      </p:cxnSp>
      <p:cxnSp>
        <p:nvCxnSpPr>
          <p:cNvPr id="15" name="子陵职场PPT6"/>
          <p:cNvCxnSpPr/>
          <p:nvPr/>
        </p:nvCxnSpPr>
        <p:spPr>
          <a:xfrm>
            <a:off x="2114698" y="3546785"/>
            <a:ext cx="1879307" cy="0"/>
          </a:xfrm>
          <a:prstGeom prst="line">
            <a:avLst/>
          </a:prstGeom>
          <a:noFill/>
          <a:ln w="50800" cap="rnd" cmpd="sng" algn="ctr">
            <a:gradFill flip="none" rotWithShape="1">
              <a:gsLst>
                <a:gs pos="0">
                  <a:srgbClr val="FFE69F">
                    <a:alpha val="0"/>
                  </a:srgbClr>
                </a:gs>
                <a:gs pos="100000">
                  <a:srgbClr val="FFEDB9"/>
                </a:gs>
              </a:gsLst>
              <a:lin ang="0" scaled="1"/>
            </a:gradFill>
            <a:prstDash val="solid"/>
            <a:round/>
          </a:ln>
          <a:effectLst/>
        </p:spPr>
      </p:cxnSp>
      <p:cxnSp>
        <p:nvCxnSpPr>
          <p:cNvPr id="16" name="子陵职场PPT7"/>
          <p:cNvCxnSpPr/>
          <p:nvPr/>
        </p:nvCxnSpPr>
        <p:spPr>
          <a:xfrm>
            <a:off x="7864308" y="3241013"/>
            <a:ext cx="3287621" cy="0"/>
          </a:xfrm>
          <a:prstGeom prst="line">
            <a:avLst/>
          </a:prstGeom>
          <a:noFill/>
          <a:ln w="63500" cap="rnd" cmpd="sng" algn="ctr">
            <a:gradFill flip="none" rotWithShape="1">
              <a:gsLst>
                <a:gs pos="0">
                  <a:srgbClr val="FFE69F">
                    <a:alpha val="0"/>
                  </a:srgbClr>
                </a:gs>
                <a:gs pos="100000">
                  <a:srgbClr val="FFEDB9"/>
                </a:gs>
              </a:gsLst>
              <a:lin ang="0" scaled="1"/>
            </a:gradFill>
            <a:prstDash val="solid"/>
            <a:round/>
          </a:ln>
          <a:effectLst/>
        </p:spPr>
      </p:cxnSp>
      <p:cxnSp>
        <p:nvCxnSpPr>
          <p:cNvPr id="20" name="子陵职场PPT8"/>
          <p:cNvCxnSpPr/>
          <p:nvPr/>
        </p:nvCxnSpPr>
        <p:spPr>
          <a:xfrm>
            <a:off x="7078300" y="2064994"/>
            <a:ext cx="1879307" cy="0"/>
          </a:xfrm>
          <a:prstGeom prst="line">
            <a:avLst/>
          </a:prstGeom>
          <a:noFill/>
          <a:ln w="50800" cap="rnd" cmpd="sng" algn="ctr">
            <a:gradFill flip="none" rotWithShape="1">
              <a:gsLst>
                <a:gs pos="0">
                  <a:srgbClr val="FFE69F">
                    <a:alpha val="0"/>
                  </a:srgbClr>
                </a:gs>
                <a:gs pos="100000">
                  <a:srgbClr val="FFEDB9"/>
                </a:gs>
              </a:gsLst>
              <a:lin ang="0" scaled="1"/>
            </a:gradFill>
            <a:prstDash val="solid"/>
            <a:round/>
          </a:ln>
          <a:effectLst/>
        </p:spPr>
      </p:cxnSp>
      <p:cxnSp>
        <p:nvCxnSpPr>
          <p:cNvPr id="21" name="子陵职场PPT9"/>
          <p:cNvCxnSpPr/>
          <p:nvPr/>
        </p:nvCxnSpPr>
        <p:spPr>
          <a:xfrm>
            <a:off x="-47256" y="2314297"/>
            <a:ext cx="2583423" cy="0"/>
          </a:xfrm>
          <a:prstGeom prst="line">
            <a:avLst/>
          </a:prstGeom>
          <a:noFill/>
          <a:ln w="76200" cap="rnd" cmpd="sng" algn="ctr">
            <a:gradFill flip="none" rotWithShape="1">
              <a:gsLst>
                <a:gs pos="0">
                  <a:srgbClr val="FFE69F">
                    <a:alpha val="0"/>
                  </a:srgbClr>
                </a:gs>
                <a:gs pos="100000">
                  <a:srgbClr val="FFEDB9"/>
                </a:gs>
              </a:gsLst>
              <a:lin ang="0" scaled="1"/>
            </a:gradFill>
            <a:prstDash val="solid"/>
            <a:round/>
          </a:ln>
          <a:effectLst/>
        </p:spPr>
      </p:cxnSp>
      <p:sp>
        <p:nvSpPr>
          <p:cNvPr id="22" name="子陵职场PPT10"/>
          <p:cNvSpPr txBox="1"/>
          <p:nvPr/>
        </p:nvSpPr>
        <p:spPr>
          <a:xfrm>
            <a:off x="3173968" y="2368099"/>
            <a:ext cx="6304280" cy="1938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0" b="1">
                <a:gradFill>
                  <a:gsLst>
                    <a:gs pos="58000">
                      <a:srgbClr val="FCFACB"/>
                    </a:gs>
                    <a:gs pos="100000">
                      <a:srgbClr val="F5AE5E"/>
                    </a:gs>
                  </a:gsLst>
                  <a:lin ang="2700000" scaled="0"/>
                </a:gradFill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HarmonyOS Sans SC" panose="00000500000000000000" charset="-122"/>
              </a:rPr>
              <a:t>谢谢聆听</a:t>
            </a:r>
            <a:endParaRPr lang="zh-CN" altLang="en-US" sz="12000" b="1">
              <a:gradFill>
                <a:gsLst>
                  <a:gs pos="58000">
                    <a:srgbClr val="FCFACB"/>
                  </a:gs>
                  <a:gs pos="100000">
                    <a:srgbClr val="F5AE5E"/>
                  </a:gs>
                </a:gsLst>
                <a:lin ang="2700000" scaled="0"/>
              </a:gradFill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HarmonyOS Sans SC" panose="00000500000000000000" charset="-122"/>
            </a:endParaRPr>
          </a:p>
        </p:txBody>
      </p:sp>
      <p:pic>
        <p:nvPicPr>
          <p:cNvPr id="24" name="子陵职场PPT12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CFACB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2243365" y="1709547"/>
            <a:ext cx="2398955" cy="282230"/>
          </a:xfrm>
          <a:prstGeom prst="rect">
            <a:avLst/>
          </a:prstGeom>
        </p:spPr>
      </p:pic>
      <p:pic>
        <p:nvPicPr>
          <p:cNvPr id="25" name="子陵职场PPT13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CFACB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339029" y="4462996"/>
            <a:ext cx="3027981" cy="356233"/>
          </a:xfrm>
          <a:prstGeom prst="rect">
            <a:avLst/>
          </a:prstGeom>
        </p:spPr>
      </p:pic>
      <p:pic>
        <p:nvPicPr>
          <p:cNvPr id="26" name="子陵职场PPT14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CFACB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2722271" y="4374597"/>
            <a:ext cx="3027981" cy="35623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/>
            </a:pPr>
            <a:r>
              <a:t>一、年度工作概览</a:t>
            </a:r>
          </a:p>
          <a:p>
            <a:pPr>
              <a:defRPr sz="1600"/>
            </a:pPr>
            <a:r>
              <a:t>• 负责：核心业务接口与服务治理（用户中心/订单/支付对账等泛化场景）</a:t>
            </a:r>
          </a:p>
          <a:p>
            <a:pPr>
              <a:defRPr sz="1600"/>
            </a:pPr>
            <a:r>
              <a:t>• 关键词：Spring Boot、MyBatis、Redis、MQ、MySQL、Docker/K8s、Prometheus/Grafana</a:t>
            </a:r>
          </a:p>
          <a:p>
            <a:pPr>
              <a:defRPr sz="1600"/>
            </a:pPr>
            <a:r>
              <a:t>• 交付：按期完成版本迭代与需求交付，支撑业务增长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二、关键项目与成果（示例）</a:t>
            </a:r>
          </a:p>
          <a:p>
            <a:pPr>
              <a:defRPr sz="1600"/>
            </a:pPr>
            <a:r>
              <a:t>1) 核心链路性能优化</a:t>
            </a:r>
          </a:p>
          <a:p>
            <a:pPr>
              <a:defRPr sz="1600"/>
            </a:pPr>
            <a:r>
              <a:t>   • 问题：高峰期接口 P95 延迟偏高、慢 SQL/锁等待</a:t>
            </a:r>
          </a:p>
          <a:p>
            <a:pPr>
              <a:defRPr sz="1600"/>
            </a:pPr>
            <a:r>
              <a:t>   • 动作：SQL 索引与执行计划优化、缓存分层、异步化、批量化</a:t>
            </a:r>
          </a:p>
          <a:p>
            <a:pPr>
              <a:defRPr sz="1600"/>
            </a:pPr>
            <a:r>
              <a:t>   • 结果：P95 从 ~800ms 降到 ~220ms；峰值 QPS 提升 ~2.5x（示例值，可改）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2) 稳定性与可观测性建设</a:t>
            </a:r>
          </a:p>
          <a:p>
            <a:pPr>
              <a:defRPr sz="1600"/>
            </a:pPr>
            <a:r>
              <a:t>   • 动作：统一日志规范、TraceId 贯通、关键指标面板、告警分级与值班SOP</a:t>
            </a:r>
          </a:p>
          <a:p>
            <a:pPr>
              <a:defRPr sz="1600"/>
            </a:pPr>
            <a:r>
              <a:t>   • 结果：故障定位时间显著下降；核心服务可用性目标 99.9%+（按实际替换）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3) 发布与交付效率提升</a:t>
            </a:r>
          </a:p>
          <a:p>
            <a:pPr>
              <a:defRPr sz="1600"/>
            </a:pPr>
            <a:r>
              <a:t>   • 动作：CI（单测/静态扫描）+ CD（灰度/回滚）流程固化；版本变更清单</a:t>
            </a:r>
          </a:p>
          <a:p>
            <a:pPr>
              <a:defRPr sz="1600"/>
            </a:pPr>
            <a:r>
              <a:t>   • 结果：发布失败率下降；回滚更可控；交付周期缩短（按实际替换）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三、技术沉淀</a:t>
            </a:r>
          </a:p>
          <a:p>
            <a:pPr>
              <a:defRPr sz="1600"/>
            </a:pPr>
            <a:r>
              <a:t>• 公共组件：统一异常与返回体、参数校验、幂等/限流、分页与导出封装</a:t>
            </a:r>
          </a:p>
          <a:p>
            <a:pPr>
              <a:defRPr sz="1600"/>
            </a:pPr>
            <a:r>
              <a:t>• 代码质量：重构历史包袱模块；降低圈复杂度；提升单测覆盖（按实际）</a:t>
            </a:r>
          </a:p>
          <a:p>
            <a:pPr>
              <a:defRPr sz="1600"/>
            </a:pPr>
            <a:r>
              <a:t>• 数据治理：热点Key治理、缓存穿透/击穿/雪崩预案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四、协作与影响力</a:t>
            </a:r>
          </a:p>
          <a:p>
            <a:pPr>
              <a:defRPr sz="1600"/>
            </a:pPr>
            <a:r>
              <a:t>• 需求评审：推动边界与验收标准明确；提前识别风险</a:t>
            </a:r>
          </a:p>
          <a:p>
            <a:pPr>
              <a:defRPr sz="1600"/>
            </a:pPr>
            <a:r>
              <a:t>• Code Review：落实规范、分享最佳实践；带新人上手核心模块</a:t>
            </a:r>
          </a:p>
          <a:p>
            <a:pPr>
              <a:defRPr sz="1600"/>
            </a:pPr>
            <a:r>
              <a:t>• 跨团队：对齐接口契约与灰度策略，减少联调成本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五、不足与复盘</a:t>
            </a:r>
          </a:p>
          <a:p>
            <a:pPr>
              <a:defRPr sz="1600"/>
            </a:pPr>
            <a:r>
              <a:t>• 对复杂问题的系统性拆解仍需加强（提前压测/容量评估）</a:t>
            </a:r>
          </a:p>
          <a:p>
            <a:pPr>
              <a:defRPr sz="1600"/>
            </a:pPr>
            <a:r>
              <a:t>• 业务理解深度不均衡，需加强数据化分析与闭环</a:t>
            </a:r>
          </a:p>
          <a:p>
            <a:pPr>
              <a:defRPr sz="1600"/>
            </a:pPr>
            <a:r>
              <a:t>• 文档沉淀有待提升（架构图、时序图、故障复盘模板）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六、明年计划（示例）</a:t>
            </a:r>
          </a:p>
          <a:p>
            <a:pPr>
              <a:defRPr sz="1600"/>
            </a:pPr>
            <a:r>
              <a:t>• 架构：推进服务分层与域模型梳理；关键链路解耦</a:t>
            </a:r>
          </a:p>
          <a:p>
            <a:pPr>
              <a:defRPr sz="1600"/>
            </a:pPr>
            <a:r>
              <a:t>• 稳定性：容量模型、压测平台化、演练常态化</a:t>
            </a:r>
          </a:p>
          <a:p>
            <a:pPr>
              <a:defRPr sz="1600"/>
            </a:pPr>
            <a:r>
              <a:t>• 效率：标准化脚手架、自动化回归、发布策略优化</a:t>
            </a:r>
          </a:p>
          <a:p>
            <a:pPr>
              <a:defRPr sz="1600"/>
            </a:pPr>
            <a:r>
              <a:t>• 成长：深入 JVM/GC、并发、分布式一致性；输出分享与沉淀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11"/>
</p:tagLst>
</file>

<file path=ppt/tags/tag2.xml><?xml version="1.0" encoding="utf-8"?>
<p:tagLst xmlns:p="http://schemas.openxmlformats.org/presentationml/2006/main">
  <p:tag name="PA" val="v5.2.11"/>
</p:tagLst>
</file>

<file path=ppt/tags/tag3.xml><?xml version="1.0" encoding="utf-8"?>
<p:tagLst xmlns:p="http://schemas.openxmlformats.org/presentationml/2006/main">
  <p:tag name="PA" val="v5.2.11"/>
</p:tagLst>
</file>

<file path=ppt/tags/tag4.xml><?xml version="1.0" encoding="utf-8"?>
<p:tagLst xmlns:p="http://schemas.openxmlformats.org/presentationml/2006/main">
  <p:tag name="KSO_WM_DIAGRAM_VIRTUALLY_FRAME" val="{&quot;height&quot;:105.25,&quot;left&quot;:80,&quot;top&quot;:644,&quot;width&quot;:661.55}"/>
</p:tagLst>
</file>

<file path=ppt/tags/tag5.xml><?xml version="1.0" encoding="utf-8"?>
<p:tagLst xmlns:p="http://schemas.openxmlformats.org/presentationml/2006/main">
  <p:tag name="KSO_WM_DIAGRAM_VIRTUALLY_FRAME" val="{&quot;height&quot;:105.25,&quot;left&quot;:80,&quot;top&quot;:644,&quot;width&quot;:661.55}"/>
</p:tagLst>
</file>

<file path=ppt/tags/tag6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7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8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9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10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11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12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13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14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15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16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17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18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19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20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21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22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23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24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25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26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27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28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29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30.xml><?xml version="1.0" encoding="utf-8"?>
<p:tagLst xmlns:p="http://schemas.openxmlformats.org/presentationml/2006/main">
  <p:tag name="KSO_WM_DIAGRAM_VIRTUALLY_FRAME" val="{&quot;height&quot;:246.05,&quot;left&quot;:70.2,&quot;top&quot;:171.2,&quot;width&quot;:824.45}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DIAGRAM_VIRTUALLY_FRAME" val="{&quot;height&quot;:430.2481351681419,&quot;left&quot;:30.7,&quot;top&quot;:73.4501172030084,&quot;width&quot;:905}"/>
</p:tagLst>
</file>

<file path=ppt/tags/tag35.xml><?xml version="1.0" encoding="utf-8"?>
<p:tagLst xmlns:p="http://schemas.openxmlformats.org/presentationml/2006/main">
  <p:tag name="KSO_WM_DIAGRAM_VIRTUALLY_FRAME" val="{&quot;height&quot;:430.2481351681419,&quot;left&quot;:30.7,&quot;top&quot;:73.4501172030084,&quot;width&quot;:905}"/>
</p:tagLst>
</file>

<file path=ppt/tags/tag36.xml><?xml version="1.0" encoding="utf-8"?>
<p:tagLst xmlns:p="http://schemas.openxmlformats.org/presentationml/2006/main">
  <p:tag name="KSO_WM_DIAGRAM_VIRTUALLY_FRAME" val="{&quot;height&quot;:430.2481351681419,&quot;left&quot;:30.7,&quot;top&quot;:73.4501172030084,&quot;width&quot;:905}"/>
</p:tagLst>
</file>

<file path=ppt/tags/tag37.xml><?xml version="1.0" encoding="utf-8"?>
<p:tagLst xmlns:p="http://schemas.openxmlformats.org/presentationml/2006/main">
  <p:tag name="KSO_WM_DIAGRAM_VIRTUALLY_FRAME" val="{&quot;height&quot;:158.64622047244094,&quot;left&quot;:59.974960629921256,&quot;top&quot;:7.806850393700802,&quot;width&quot;:866.4100787401576}"/>
</p:tagLst>
</file>

<file path=ppt/tags/tag38.xml><?xml version="1.0" encoding="utf-8"?>
<p:tagLst xmlns:p="http://schemas.openxmlformats.org/presentationml/2006/main">
  <p:tag name="KSO_WM_DIAGRAM_VIRTUALLY_FRAME" val="{&quot;height&quot;:158.64622047244094,&quot;left&quot;:59.974960629921256,&quot;top&quot;:7.806850393700802,&quot;width&quot;:866.4100787401576}"/>
</p:tagLst>
</file>

<file path=ppt/tags/tag39.xml><?xml version="1.0" encoding="utf-8"?>
<p:tagLst xmlns:p="http://schemas.openxmlformats.org/presentationml/2006/main">
  <p:tag name="KSO_WM_DIAGRAM_VIRTUALLY_FRAME" val="{&quot;height&quot;:158.64622047244094,&quot;left&quot;:59.974960629921256,&quot;top&quot;:7.806850393700802,&quot;width&quot;:866.4100787401576}"/>
</p:tagLst>
</file>

<file path=ppt/tags/tag40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41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42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43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44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45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46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47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48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49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50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51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52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53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54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55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56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57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58.xml><?xml version="1.0" encoding="utf-8"?>
<p:tagLst xmlns:p="http://schemas.openxmlformats.org/presentationml/2006/main">
  <p:tag name="KSO_WM_DIAGRAM_VIRTUALLY_FRAME" val="{&quot;height&quot;:348.66259842519685,&quot;left&quot;:54.35,&quot;top&quot;:171.51094488188974,&quot;width&quot;:849.7800787401575}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33243_1*m_h_i*1_1_1"/>
  <p:tag name="KSO_WM_TEMPLATE_CATEGORY" val="diagram"/>
  <p:tag name="KSO_WM_TEMPLATE_INDEX" val="202332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423.5462209129017,&quot;left&quot;:7.874015745983343e-05,&quot;top&quot;:71.7314951515515,&quot;width&quot;:931.61232472141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33243_1*m_h_i*1_2_1"/>
  <p:tag name="KSO_WM_TEMPLATE_CATEGORY" val="diagram"/>
  <p:tag name="KSO_WM_TEMPLATE_INDEX" val="202332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423.5462209129017,&quot;left&quot;:7.874015745983343e-05,&quot;top&quot;:71.7314951515515,&quot;width&quot;:931.61232472141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33243_1*m_h_i*1_3_1"/>
  <p:tag name="KSO_WM_TEMPLATE_CATEGORY" val="diagram"/>
  <p:tag name="KSO_WM_TEMPLATE_INDEX" val="202332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423.5462209129017,&quot;left&quot;:7.874015745983343e-05,&quot;top&quot;:71.7314951515515,&quot;width&quot;:931.61232472141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2.xml><?xml version="1.0" encoding="utf-8"?>
<p:tagLst xmlns:p="http://schemas.openxmlformats.org/presentationml/2006/main">
  <p:tag name="KSO_WM_DIAGRAM_VIRTUALLY_FRAME" val="{&quot;height&quot;:348.66259842519685,&quot;left&quot;:54.35,&quot;top&quot;:171.51094488188974,&quot;width&quot;:849.7800787401575}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7_2*n_h_i*1_2_1"/>
  <p:tag name="KSO_WM_TEMPLATE_CATEGORY" val="diagram"/>
  <p:tag name="KSO_WM_TEMPLATE_INDEX" val="20231087"/>
  <p:tag name="KSO_WM_UNIT_LAYERLEVEL" val="1_1_1"/>
  <p:tag name="KSO_WM_TAG_VERSION" val="3.0"/>
  <p:tag name="KSO_WM_DIAGRAM_GROUP_CODE" val="n1-1"/>
  <p:tag name="KSO_WM_UNIT_TYPE" val="n_h_i"/>
  <p:tag name="KSO_WM_UNIT_INDEX" val="1_2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3.50499906765197,&quot;left&quot;:49.629180908203125,&quot;top&quot;:136.89972534179688,&quot;width&quot;:860.741638183593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7300000190734863,&quot;transparency&quot;:0.75},{&quot;brightness&quot;:0,&quot;colorType&quot;:1,&quot;foreColorIndex&quot;:5,&quot;pos&quot;:1,&quot;transparency&quot;:0.6000000238418579},{&quot;brightness&quot;:0,&quot;colorType&quot;:1,&quot;foreColorIndex&quot;:5,&quot;pos&quot;:0.5699999928474426,&quot;transparency&quot;:0.800000011920929},{&quot;brightness&quot;:0,&quot;colorType&quot;:1,&quot;foreColorIndex&quot;:5,&quot;pos&quot;:0.4399999976158142,&quot;transparency&quot;:0.949999988079071}],&quot;type&quot;:2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64.xml><?xml version="1.0" encoding="utf-8"?>
<p:tagLst xmlns:p="http://schemas.openxmlformats.org/presentationml/2006/main">
  <p:tag name="KSO_WM_DIAGRAM_VIRTUALLY_FRAME" val="{&quot;height&quot;:432.57811023622054,&quot;left&quot;:31.814409448818896,&quot;top&quot;:86.10307086614173,&quot;width&quot;:878.1855905511811}"/>
</p:tagLst>
</file>

<file path=ppt/tags/tag65.xml><?xml version="1.0" encoding="utf-8"?>
<p:tagLst xmlns:p="http://schemas.openxmlformats.org/presentationml/2006/main">
  <p:tag name="KSO_WM_DIAGRAM_VIRTUALLY_FRAME" val="{&quot;height&quot;:432.57811023622054,&quot;left&quot;:31.814409448818896,&quot;top&quot;:86.10307086614173,&quot;width&quot;:878.1855905511811}"/>
</p:tagLst>
</file>

<file path=ppt/tags/tag66.xml><?xml version="1.0" encoding="utf-8"?>
<p:tagLst xmlns:p="http://schemas.openxmlformats.org/presentationml/2006/main">
  <p:tag name="KSO_WM_DIAGRAM_VIRTUALLY_FRAME" val="{&quot;height&quot;:432.57811023622054,&quot;left&quot;:31.814409448818896,&quot;top&quot;:86.10307086614173,&quot;width&quot;:878.1855905511811}"/>
</p:tagLst>
</file>

<file path=ppt/tags/tag67.xml><?xml version="1.0" encoding="utf-8"?>
<p:tagLst xmlns:p="http://schemas.openxmlformats.org/presentationml/2006/main">
  <p:tag name="KSO_WM_DIAGRAM_VIRTUALLY_FRAME" val="{&quot;height&quot;:432.57811023622054,&quot;left&quot;:31.814409448818896,&quot;top&quot;:86.10307086614173,&quot;width&quot;:878.1855905511811}"/>
</p:tagLst>
</file>

<file path=ppt/tags/tag68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69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70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71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72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73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74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75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76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77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78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79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80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81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82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83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84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85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86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87.xml><?xml version="1.0" encoding="utf-8"?>
<p:tagLst xmlns:p="http://schemas.openxmlformats.org/presentationml/2006/main">
  <p:tag name="KSO_WM_DIAGRAM_VIRTUALLY_FRAME" val="{&quot;height&quot;:376.15314731993857,&quot;left&quot;:51.75,&quot;top&quot;:92.09685268006145,&quot;width&quot;:859.05}"/>
</p:tagLst>
</file>

<file path=ppt/tags/tag88.xml><?xml version="1.0" encoding="utf-8"?>
<p:tagLst xmlns:p="http://schemas.openxmlformats.org/presentationml/2006/main">
  <p:tag name="KSO_WM_DIAGRAM_VIRTUALLY_FRAME" val="{&quot;height&quot;:376.15314731993857,&quot;left&quot;:51.75,&quot;top&quot;:92.09685268006145,&quot;width&quot;:859.05}"/>
</p:tagLst>
</file>

<file path=ppt/tags/tag89.xml><?xml version="1.0" encoding="utf-8"?>
<p:tagLst xmlns:p="http://schemas.openxmlformats.org/presentationml/2006/main">
  <p:tag name="KSO_WM_DIAGRAM_VIRTUALLY_FRAME" val="{&quot;height&quot;:376.15314731993857,&quot;left&quot;:51.75,&quot;top&quot;:92.09685268006145,&quot;width&quot;:859.05}"/>
</p:tagLst>
</file>

<file path=ppt/tags/tag90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91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92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93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94.xml><?xml version="1.0" encoding="utf-8"?>
<p:tagLst xmlns:p="http://schemas.openxmlformats.org/presentationml/2006/main">
  <p:tag name="KSO_WM_DIAGRAM_VIRTUALLY_FRAME" val="{&quot;height&quot;:246.05,&quot;left&quot;:70.2,&quot;top&quot;:171.2,&quot;width&quot;:824.45}"/>
</p:tagLst>
</file>

<file path=ppt/tags/tag95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96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97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98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99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00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01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02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03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04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05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06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07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08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09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10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11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12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13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14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15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16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117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118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119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120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121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8_4*m_h_i*1_1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436.175,&quot;left&quot;:-12.2,&quot;top&quot;:77.825,&quot;width&quot;:959.6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8_4*m_h_i*1_1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436.175,&quot;left&quot;:-12.2,&quot;top&quot;:77.825,&quot;width&quot;:959.6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8_4*m_h_i*1_1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436.175,&quot;left&quot;:-12.2,&quot;top&quot;:77.825,&quot;width&quot;:959.6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25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8_4*m_h_i*1_1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436.175,&quot;left&quot;:-12.2,&quot;top&quot;:77.825,&quot;width&quot;:959.6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27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28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8_4*m_h_i*1_1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436.175,&quot;left&quot;:-12.2,&quot;top&quot;:77.825,&quot;width&quot;:959.6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30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31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8_4*m_h_i*1_1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436.175,&quot;left&quot;:-12.2,&quot;top&quot;:77.825,&quot;width&quot;:959.6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33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34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35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36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37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38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39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40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41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42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43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44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45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46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47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48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49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50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51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52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53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54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55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56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57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58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59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60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61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62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63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64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65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66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67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68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69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70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71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72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73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74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75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76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77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78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79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80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81.xml><?xml version="1.0" encoding="utf-8"?>
<p:tagLst xmlns:p="http://schemas.openxmlformats.org/presentationml/2006/main">
  <p:tag name="KSO_WM_DIAGRAM_VIRTUALLY_FRAME" val="{&quot;height&quot;:246.05,&quot;left&quot;:70.2,&quot;top&quot;:171.2,&quot;width&quot;:824.45}"/>
</p:tagLst>
</file>

<file path=ppt/tags/tag182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83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84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85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86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87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88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89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90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91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92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93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94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95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96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97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98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99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200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201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202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203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04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05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06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07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08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09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10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11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12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13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14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15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16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17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18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19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20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21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22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23.xml><?xml version="1.0" encoding="utf-8"?>
<p:tagLst xmlns:p="http://schemas.openxmlformats.org/presentationml/2006/main">
  <p:tag name="PA" val="v5.2.11"/>
</p:tagLst>
</file>

<file path=ppt/theme/theme1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3E0000"/>
      </a:dk2>
      <a:lt2>
        <a:srgbClr val="FFFFFF"/>
      </a:lt2>
      <a:accent1>
        <a:srgbClr val="930000"/>
      </a:accent1>
      <a:accent2>
        <a:srgbClr val="CE2600"/>
      </a:accent2>
      <a:accent3>
        <a:srgbClr val="F43E06"/>
      </a:accent3>
      <a:accent4>
        <a:srgbClr val="FF693E"/>
      </a:accent4>
      <a:accent5>
        <a:srgbClr val="FF8359"/>
      </a:accent5>
      <a:accent6>
        <a:srgbClr val="FF9E73"/>
      </a:accent6>
      <a:hlink>
        <a:srgbClr val="0026E5"/>
      </a:hlink>
      <a:folHlink>
        <a:srgbClr val="7E1FAD"/>
      </a:folHlink>
    </a:clrScheme>
    <a:fontScheme name="自定义 4">
      <a:majorFont>
        <a:latin typeface="思源黑体 CN Bold"/>
        <a:ea typeface="思源黑体 CN Bold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子陵职场PPT-2">
  <a:themeElements>
    <a:clrScheme name="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C13C33"/>
      </a:accent1>
      <a:accent2>
        <a:srgbClr val="396DAC"/>
      </a:accent2>
      <a:accent3>
        <a:srgbClr val="C93D3D"/>
      </a:accent3>
      <a:accent4>
        <a:srgbClr val="5A86C3"/>
      </a:accent4>
      <a:accent5>
        <a:srgbClr val="0563C1"/>
      </a:accent5>
      <a:accent6>
        <a:srgbClr val="C93D3D"/>
      </a:accent6>
      <a:hlink>
        <a:srgbClr val="0563C1"/>
      </a:hlink>
      <a:folHlink>
        <a:srgbClr val="954F72"/>
      </a:folHlink>
    </a:clrScheme>
    <a:fontScheme name="自定义 29">
      <a:majorFont>
        <a:latin typeface="HarmonyOS Sans SC Black"/>
        <a:ea typeface="HarmonyOS Sans SC Black"/>
        <a:cs typeface=""/>
      </a:majorFont>
      <a:minorFont>
        <a:latin typeface="HarmonyOS Sans SC"/>
        <a:ea typeface="HarmonyOS Sans S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buClrTx/>
          <a:buSzTx/>
          <a:buFontTx/>
          <a:defRPr lang="en-US" altLang="zh-CN" sz="4400">
            <a:gradFill>
              <a:gsLst>
                <a:gs pos="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lin ang="0" scaled="0"/>
            </a:gradFill>
            <a:effectLst/>
            <a:latin typeface="+mj-ea"/>
            <a:ea typeface="+mj-ea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947</Words>
  <Application>WPS 演示</Application>
  <PresentationFormat>宽屏</PresentationFormat>
  <Paragraphs>242</Paragraphs>
  <Slides>26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50" baseType="lpstr">
      <vt:lpstr>Arial</vt:lpstr>
      <vt:lpstr>宋体</vt:lpstr>
      <vt:lpstr>Wingdings</vt:lpstr>
      <vt:lpstr>思源黑体 CN Regular</vt:lpstr>
      <vt:lpstr>黑体</vt:lpstr>
      <vt:lpstr>HarmonyOS Sans SC</vt:lpstr>
      <vt:lpstr>方正小标宋简体</vt:lpstr>
      <vt:lpstr>标准粗黑</vt:lpstr>
      <vt:lpstr>演示镇魂行楷</vt:lpstr>
      <vt:lpstr>华文细黑</vt:lpstr>
      <vt:lpstr>微软雅黑</vt:lpstr>
      <vt:lpstr>HarmonyOS Sans SC Black</vt:lpstr>
      <vt:lpstr>Roboto Regular</vt:lpstr>
      <vt:lpstr>Arial</vt:lpstr>
      <vt:lpstr>思源黑体 Normal</vt:lpstr>
      <vt:lpstr>Arial Unicode MS</vt:lpstr>
      <vt:lpstr>Calibri</vt:lpstr>
      <vt:lpstr>思源黑体 CN Medium</vt:lpstr>
      <vt:lpstr>MiSans Medium</vt:lpstr>
      <vt:lpstr>MiSans Bold</vt:lpstr>
      <vt:lpstr>思源宋体 CN Heavy</vt:lpstr>
      <vt:lpstr>Roboto</vt:lpstr>
      <vt:lpstr>1_Office 主题​​</vt:lpstr>
      <vt:lpstr>1_子陵职场PPT-2</vt:lpstr>
      <vt:lpstr>PowerPoint 演示文稿</vt:lpstr>
      <vt:lpstr>PowerPoint 演示文稿</vt:lpstr>
      <vt:lpstr>PPT编写内容说明</vt:lpstr>
      <vt:lpstr>PowerPoint 演示文稿</vt:lpstr>
      <vt:lpstr>PowerPoint 演示文稿</vt:lpstr>
      <vt:lpstr>部门/岗位职责定位</vt:lpstr>
      <vt:lpstr>工作成果</vt:lpstr>
      <vt:lpstr>年度/月度计划完成情况</vt:lpstr>
      <vt:lpstr>存在的问题、经验教训</vt:lpstr>
      <vt:lpstr>改进措施</vt:lpstr>
      <vt:lpstr>PowerPoint 演示文稿</vt:lpstr>
      <vt:lpstr>2026年总体目标/主要事项</vt:lpstr>
      <vt:lpstr>费用预算</vt:lpstr>
      <vt:lpstr>市场情况分析</vt:lpstr>
      <vt:lpstr>主要工作思路及进度安排</vt:lpstr>
      <vt:lpstr>需要的支持保障、存在风险及预防措施</vt:lpstr>
      <vt:lpstr>团队建设</vt:lpstr>
      <vt:lpstr>自身能力建设</vt:lpstr>
      <vt:lpstr>PowerPoint 演示文稿</vt:lpstr>
      <vt:lpstr>对职能部门工作评价、建议</vt:lpstr>
      <vt:lpstr>对营销、售前工作评价、建议</vt:lpstr>
      <vt:lpstr>对产品、技术、研发、实施工作评价、建议</vt:lpstr>
      <vt:lpstr>对公司总体的看法和评价</vt:lpstr>
      <vt:lpstr>降本增效的措施</vt:lpstr>
      <vt:lpstr>对工作的合理化建议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djy</cp:lastModifiedBy>
  <cp:revision>159</cp:revision>
  <dcterms:created xsi:type="dcterms:W3CDTF">2019-06-19T02:08:00Z</dcterms:created>
  <dcterms:modified xsi:type="dcterms:W3CDTF">2026-01-28T10:36:37Z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B861140CF041406B9771AED7FB79C8CA_11</vt:lpwstr>
  </property>
</Properties>
</file>